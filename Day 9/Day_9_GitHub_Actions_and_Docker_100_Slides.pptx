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1828800"/>
            <a:ext cx="102412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7365D"/>
                </a:solidFill>
              </a:defRPr>
            </a:pPr>
            <a:r>
              <a:t>Day 9: Use GitHub Actions and Docker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2788920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2E75B6"/>
                </a:solidFill>
              </a:defRPr>
            </a:pPr>
            <a:r>
              <a:t>CI/CD, GHCR, container jobs, multi-environment deployment, security and troubleshooting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114800"/>
            <a:ext cx="1630680" cy="9144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Code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517648" y="450799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654808" y="4114800"/>
            <a:ext cx="1630680" cy="9144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Build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258056" y="450799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95216" y="4114800"/>
            <a:ext cx="1630680" cy="9144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Docker Image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998464" y="450799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35624" y="4114800"/>
            <a:ext cx="1630680" cy="9144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GHCR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738872" y="450799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876032" y="4114800"/>
            <a:ext cx="1630680" cy="9144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DEV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479280" y="450799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616440" y="4114800"/>
            <a:ext cx="1630680" cy="9144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QA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Day 9 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5486400" cy="5029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GitHub Actions fundamentals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Workflow YAML structure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Docker build and package management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GHCR publishing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Job chaining and visualization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Containerized jobs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Reusable workflows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Multi-environment deployment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Security and troubleshooting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297680"/>
            <a:ext cx="2125065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Code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646273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83433" y="4297680"/>
            <a:ext cx="2125065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CI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881067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18227" y="4297680"/>
            <a:ext cx="2125065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Image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115860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253020" y="4297680"/>
            <a:ext cx="2125065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Deploy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350654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487814" y="4297680"/>
            <a:ext cx="2125065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Observe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What students build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5486400" cy="5029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A Cencora-style order API pipeline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Build and test the Python app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Build Docker image from app/Dockerfile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Publish image to GitHub Container Registry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Deploy to DEV automatically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Deploy same immutable image to QA with manual control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297680"/>
            <a:ext cx="2125065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Repo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646273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83433" y="4297680"/>
            <a:ext cx="2125065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Actions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881067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18227" y="4297680"/>
            <a:ext cx="2125065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GHCR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115860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253020" y="4297680"/>
            <a:ext cx="2125065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Azure DEV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350654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487814" y="4297680"/>
            <a:ext cx="2125065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Azure QA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Cencora-style business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5486400" cy="5029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Order APIs must be reliable and traceable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A release must identify exactly which image is running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DEV validates quickly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QA provides controlled validation before wider rollout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Auditability matters in healthcare/pharma workflows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297680"/>
            <a:ext cx="3614928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Order API</a:t>
            </a:r>
          </a:p>
        </p:txBody>
      </p:sp>
      <p:sp>
        <p:nvSpPr>
          <p:cNvPr id="5" name="Right Arrow 4"/>
          <p:cNvSpPr/>
          <p:nvPr/>
        </p:nvSpPr>
        <p:spPr>
          <a:xfrm>
            <a:off x="4136135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273296" y="4297680"/>
            <a:ext cx="3614928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Traceability</a:t>
            </a:r>
          </a:p>
        </p:txBody>
      </p:sp>
      <p:sp>
        <p:nvSpPr>
          <p:cNvPr id="7" name="Right Arrow 6"/>
          <p:cNvSpPr/>
          <p:nvPr/>
        </p:nvSpPr>
        <p:spPr>
          <a:xfrm>
            <a:off x="7860791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997951" y="4297680"/>
            <a:ext cx="3614928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Controlled release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CI/CD mental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5486400" cy="5029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CI answers: does the code build and pass checks?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Package answers: can we create a deployable artifact?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CD answers: can we promote the artifact to environments?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Operations answers: can we observe and troubleshoot it?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CI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204972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342132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Package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998464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35624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CD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791956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29116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Operate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GitHub Actions basics: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5486400" cy="5029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Workflow: key Day 9 concept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it appears in YAML or GitHub UI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What can go wrong in student labs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to explain it using the order API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Repo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204972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342132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Workflow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998464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35624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Workflow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791956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29116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Result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GitHub Actions basics: Event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5486400" cy="5029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Event: key Day 9 concept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it appears in YAML or GitHub UI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What can go wrong in student labs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to explain it using the order API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Student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204972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342132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GitHub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998464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35624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Runner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791956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29116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Azure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GitHub Actions basics: Runner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5486400" cy="5029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Runner: key Day 9 concept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it appears in YAML or GitHub UI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What can go wrong in student labs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to explain it using the order API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Repo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204972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342132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Workflow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998464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35624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Runner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791956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29116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Result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GitHub Actions basics: Job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5486400" cy="5029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Job: key Day 9 concept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it appears in YAML or GitHub UI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What can go wrong in student labs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to explain it using the order API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Student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204972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342132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GitHub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998464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35624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Runner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791956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29116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Azure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GitHub Actions basics: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5486400" cy="5029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Step: key Day 9 concept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it appears in YAML or GitHub UI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What can go wrong in student labs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to explain it using the order API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Repo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204972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342132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Workflow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998464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35624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Step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791956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29116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Result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GitHub Actions basics: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5486400" cy="5029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Action: key Day 9 concept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it appears in YAML or GitHub UI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What can go wrong in student labs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to explain it using the order API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Student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204972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342132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GitHub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998464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35624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Runner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791956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29116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Azure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GitHub Actions basics: Artifact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5486400" cy="5029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Artifact: key Day 9 concept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it appears in YAML or GitHub UI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What can go wrong in student labs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to explain it using the order API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Repo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204972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342132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Workflow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998464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35624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Artifact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791956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29116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Result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Workflow syntax: name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5486400" cy="5029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name: key Day 9 concept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it appears in YAML or GitHub UI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What can go wrong in student labs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to explain it using the order API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Repo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204972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342132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Workflow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998464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35624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name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791956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29116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Result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Workflow syntax: 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5486400" cy="5029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on: key Day 9 concept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it appears in YAML or GitHub UI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What can go wrong in student labs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to explain it using the order API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Student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204972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342132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GitHub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998464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35624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Runner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791956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29116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Azure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Workflow syntax: permissions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5486400" cy="5029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permissions: key Day 9 concept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it appears in YAML or GitHub UI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What can go wrong in student labs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to explain it using the order API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63640" y="1234440"/>
            <a:ext cx="5303520" cy="4480560"/>
          </a:xfrm>
          <a:prstGeom prst="roundRect">
            <a:avLst/>
          </a:prstGeom>
          <a:solidFill>
            <a:srgbClr val="F5F7FA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232323"/>
                </a:solidFill>
                <a:latin typeface="Consolas"/>
              </a:defRPr>
            </a:pPr>
            <a:r>
              <a:t>permissions:</a:t>
            </a:r>
            <a:br/>
            <a:r>
              <a:t>  contents: read</a:t>
            </a:r>
            <a:br/>
            <a:r>
              <a:t>  packages: write</a:t>
            </a:r>
            <a:br/>
            <a:br/>
            <a:r>
              <a:t>password: ${{ secrets.GITHUB_TOKEN }}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Repo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04972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42132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Workflow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998464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35624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permissions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791956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29116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Result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Workflow syntax: env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5486400" cy="5029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env: key Day 9 concept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it appears in YAML or GitHub UI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What can go wrong in student labs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to explain it using the order API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Student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204972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342132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GitHub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998464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35624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Runner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791956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29116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Azure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Workflow syntax: jobs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5486400" cy="5029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jobs: key Day 9 concept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it appears in YAML or GitHub UI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What can go wrong in student labs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to explain it using the order API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Repo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204972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342132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Workflow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998464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35624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jobs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791956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29116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Result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Workflow syntax: runs-on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5486400" cy="5029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runs-on: key Day 9 concept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it appears in YAML or GitHub UI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What can go wrong in student labs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to explain it using the order API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Student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204972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342132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GitHub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998464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35624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Runner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791956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29116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Azure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Workflow syntax: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5486400" cy="5029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steps: key Day 9 concept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it appears in YAML or GitHub UI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What can go wrong in student labs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to explain it using the order API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Repo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204972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342132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Workflow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998464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35624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steps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791956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29116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Result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Workflow syntax: uses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5486400" cy="5029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uses: key Day 9 concept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it appears in YAML or GitHub UI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What can go wrong in student labs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to explain it using the order API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Student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204972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342132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GitHub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998464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35624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Runner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791956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29116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Azure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Workflow syntax: run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5486400" cy="5029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run: key Day 9 concept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it appears in YAML or GitHub UI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What can go wrong in student labs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to explain it using the order API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Repo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204972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342132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Workflow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998464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35624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run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791956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29116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Result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Workflow syntax: with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5486400" cy="5029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with: key Day 9 concept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it appears in YAML or GitHub UI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What can go wrong in student labs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to explain it using the order API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Student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204972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342132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GitHub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998464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35624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Runner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791956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29116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Azure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Triggers: push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5486400" cy="5029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push: key Day 9 concept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it appears in YAML or GitHub UI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What can go wrong in student labs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to explain it using the order API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Repo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204972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342132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Workflow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998464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35624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push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791956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29116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Result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Triggers: pull_request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5486400" cy="5029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pull_request: key Day 9 concept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it appears in YAML or GitHub UI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What can go wrong in student labs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to explain it using the order API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Student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204972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342132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GitHub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998464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35624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Runner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791956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29116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Azure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Triggers: workflow_dispatch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5486400" cy="5029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workflow_dispatch: key Day 9 concept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it appears in YAML or GitHub UI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What can go wrong in student labs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to explain it using the order API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63640" y="1234440"/>
            <a:ext cx="5303520" cy="4480560"/>
          </a:xfrm>
          <a:prstGeom prst="roundRect">
            <a:avLst/>
          </a:prstGeom>
          <a:solidFill>
            <a:srgbClr val="F5F7FA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232323"/>
                </a:solidFill>
                <a:latin typeface="Consolas"/>
              </a:defRPr>
            </a:pPr>
            <a:r>
              <a:t>workflow_dispatch:</a:t>
            </a:r>
            <a:br/>
            <a:r>
              <a:t>  inputs:</a:t>
            </a:r>
            <a:br/>
            <a:r>
              <a:t>    deploy_to_qa:</a:t>
            </a:r>
            <a:br/>
            <a:r>
              <a:t>      default: "false"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Repo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04972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42132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Workflow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998464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35624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workflow_dispatch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791956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29116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Result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Triggers: schedule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5486400" cy="5029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schedule: key Day 9 concept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it appears in YAML or GitHub UI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What can go wrong in student labs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to explain it using the order API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Student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204972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342132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GitHub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998464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35624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Runner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791956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29116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Azure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Triggers: branch filters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5486400" cy="5029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branch filters: key Day 9 concept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it appears in YAML or GitHub UI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What can go wrong in student labs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to explain it using the order API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Repo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204972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342132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Workflow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998464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35624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branch filters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791956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29116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Result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Triggers: inputs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5486400" cy="5029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inputs: key Day 9 concept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it appears in YAML or GitHub UI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What can go wrong in student labs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to explain it using the order API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63640" y="1234440"/>
            <a:ext cx="5303520" cy="4480560"/>
          </a:xfrm>
          <a:prstGeom prst="roundRect">
            <a:avLst/>
          </a:prstGeom>
          <a:solidFill>
            <a:srgbClr val="F5F7FA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232323"/>
                </a:solidFill>
                <a:latin typeface="Consolas"/>
              </a:defRPr>
            </a:pPr>
            <a:r>
              <a:t>workflow_dispatch:</a:t>
            </a:r>
            <a:br/>
            <a:r>
              <a:t>  inputs:</a:t>
            </a:r>
            <a:br/>
            <a:r>
              <a:t>    deploy_to_qa:</a:t>
            </a:r>
            <a:br/>
            <a:r>
              <a:t>      default: "false"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Student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04972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42132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GitHub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998464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35624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Runner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791956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29116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Azure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Triggers: UTC cron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5486400" cy="5029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UTC cron: key Day 9 concept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it appears in YAML or GitHub UI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What can go wrong in student labs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to explain it using the order API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Repo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204972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342132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Workflow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998464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35624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UTC cron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791956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29116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Result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Triggers: push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5486400" cy="5029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push: key Day 9 concept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it appears in YAML or GitHub UI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What can go wrong in student labs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to explain it using the order API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Student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204972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342132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GitHub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998464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35624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Runner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791956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29116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Azure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Variables and secrets: Repository variables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5486400" cy="5029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Repository variables: key Day 9 concept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it appears in YAML or GitHub UI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What can go wrong in student labs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to explain it using the order API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Repo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204972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342132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Workflow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998464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35624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Repository variables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791956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29116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Result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Variables and secrets: Environment variables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5486400" cy="5029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Environment variables: key Day 9 concept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it appears in YAML or GitHub UI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What can go wrong in student labs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to explain it using the order API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Student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204972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342132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GitHub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998464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35624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Runner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791956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29116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Azure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Variables and secrets: Repository secrets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5486400" cy="5029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Repository secrets: key Day 9 concept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it appears in YAML or GitHub UI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What can go wrong in student labs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to explain it using the order API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Repo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204972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342132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Workflow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998464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35624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Repository secrets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791956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29116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Result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Variables and secrets: Environment secrets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5486400" cy="5029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Environment secrets: key Day 9 concept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it appears in YAML or GitHub UI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What can go wrong in student labs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to explain it using the order API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Student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204972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342132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GitHub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998464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35624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Runner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791956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29116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Azure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Variables and secrets: Masked logs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5486400" cy="5029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Masked logs: key Day 9 concept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it appears in YAML or GitHub UI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What can go wrong in student labs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to explain it using the order API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Repo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204972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342132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Workflow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998464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35624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Masked logs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791956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29116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Result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Variables and secrets: Plain text caution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5486400" cy="5029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Plain text caution: key Day 9 concept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it appears in YAML or GitHub UI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What can go wrong in student labs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to explain it using the order API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Student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204972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342132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GitHub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998464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35624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Runner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791956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29116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Azure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Variables and secrets: Repository variables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5486400" cy="5029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Repository variables: key Day 9 concept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it appears in YAML or GitHub UI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What can go wrong in student labs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to explain it using the order API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Repo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204972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342132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Workflow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998464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35624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Repository variables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791956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29116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Result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Variables and secrets: Environment variables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5486400" cy="5029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Environment variables: key Day 9 concept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it appears in YAML or GitHub UI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What can go wrong in student labs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to explain it using the order API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Student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204972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342132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GitHub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998464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35624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Runner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791956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29116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Azure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Build job: checkout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5486400" cy="5029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checkout: key Day 9 concept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it appears in YAML or GitHub UI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What can go wrong in student labs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to explain it using the order API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Repo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204972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342132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Workflow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998464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35624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checkout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791956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29116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Result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Build job: setup-python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5486400" cy="5029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setup-python: key Day 9 concept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it appears in YAML or GitHub UI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What can go wrong in student labs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to explain it using the order API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Student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204972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342132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GitHub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998464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35624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Runner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791956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29116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Azure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Build job: working-directory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5486400" cy="5029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working-directory: key Day 9 concept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it appears in YAML or GitHub UI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What can go wrong in student labs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to explain it using the order API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Repo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204972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342132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Workflow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998464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35624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working-directory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791956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29116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Result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Build job: pip install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5486400" cy="5029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pip install: key Day 9 concept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it appears in YAML or GitHub UI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What can go wrong in student labs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to explain it using the order API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Student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204972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342132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GitHub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998464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35624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Runner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791956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29116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Azure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Build job: py_compile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5486400" cy="5029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py_compile: key Day 9 concept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it appears in YAML or GitHub UI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What can go wrong in student labs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to explain it using the order API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Repo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204972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342132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Workflow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998464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35624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py_compile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791956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29116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Result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Build job: fast feedback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5486400" cy="5029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fast feedback: key Day 9 concept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it appears in YAML or GitHub UI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What can go wrong in student labs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to explain it using the order API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Student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204972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342132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GitHub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998464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35624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Runner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791956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29116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Azure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Build job: checkout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5486400" cy="5029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checkout: key Day 9 concept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it appears in YAML or GitHub UI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What can go wrong in student labs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to explain it using the order API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Repo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204972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342132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Workflow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998464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35624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checkout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791956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29116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Result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Docker packaging: Dockerfile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5486400" cy="5029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Dockerfile: key Day 9 concept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it appears in YAML or GitHub UI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What can go wrong in student labs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to explain it using the order API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63640" y="1234440"/>
            <a:ext cx="5303520" cy="4480560"/>
          </a:xfrm>
          <a:prstGeom prst="roundRect">
            <a:avLst/>
          </a:prstGeom>
          <a:solidFill>
            <a:srgbClr val="F5F7FA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232323"/>
                </a:solidFill>
                <a:latin typeface="Consolas"/>
              </a:defRPr>
            </a:pPr>
            <a:r>
              <a:t>docker build \</a:t>
            </a:r>
            <a:br/>
            <a:r>
              <a:t>  -f ./app/Dockerfile \</a:t>
            </a:r>
            <a:br/>
            <a:r>
              <a:t>  -t ${{ vars.IMAGE_NAME }}:${{ steps.meta.outputs.image_tag }} \</a:t>
            </a:r>
            <a:br/>
            <a:r>
              <a:t>  ./app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Repo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04972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42132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Workflow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998464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35624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Dockerfile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791956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29116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Result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Docker packaging: build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5486400" cy="5029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build context: key Day 9 concept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it appears in YAML or GitHub UI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What can go wrong in student labs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to explain it using the order API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63640" y="1234440"/>
            <a:ext cx="5303520" cy="4480560"/>
          </a:xfrm>
          <a:prstGeom prst="roundRect">
            <a:avLst/>
          </a:prstGeom>
          <a:solidFill>
            <a:srgbClr val="F5F7FA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232323"/>
                </a:solidFill>
                <a:latin typeface="Consolas"/>
              </a:defRPr>
            </a:pPr>
            <a:r>
              <a:t>docker build \</a:t>
            </a:r>
            <a:br/>
            <a:r>
              <a:t>  -f ./app/Dockerfile \</a:t>
            </a:r>
            <a:br/>
            <a:r>
              <a:t>  -t ${{ vars.IMAGE_NAME }}:${{ steps.meta.outputs.image_tag }} \</a:t>
            </a:r>
            <a:br/>
            <a:r>
              <a:t>  ./app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Student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04972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42132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GitHub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998464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35624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Runner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791956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29116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Azure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Docker packaging: image tag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5486400" cy="5029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image tag: key Day 9 concept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it appears in YAML or GitHub UI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What can go wrong in student labs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to explain it using the order API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63640" y="1234440"/>
            <a:ext cx="5303520" cy="4480560"/>
          </a:xfrm>
          <a:prstGeom prst="roundRect">
            <a:avLst/>
          </a:prstGeom>
          <a:solidFill>
            <a:srgbClr val="F5F7FA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232323"/>
                </a:solidFill>
                <a:latin typeface="Consolas"/>
              </a:defRPr>
            </a:pPr>
            <a:r>
              <a:t>docker build \</a:t>
            </a:r>
            <a:br/>
            <a:r>
              <a:t>  -f ./app/Dockerfile \</a:t>
            </a:r>
            <a:br/>
            <a:r>
              <a:t>  -t ${{ vars.IMAGE_NAME }}:${{ steps.meta.outputs.image_tag }} \</a:t>
            </a:r>
            <a:br/>
            <a:r>
              <a:t>  ./app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Repo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04972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42132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Workflow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998464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35624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image tag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791956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29116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Result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Docker packaging: latest tag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5486400" cy="5029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latest tag: key Day 9 concept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it appears in YAML or GitHub UI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What can go wrong in student labs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to explain it using the order API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Student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204972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342132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GitHub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998464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35624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Runner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791956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29116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Azure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Docker packaging: SHA tag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5486400" cy="5029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SHA tag: key Day 9 concept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it appears in YAML or GitHub UI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What can go wrong in student labs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to explain it using the order API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63640" y="1234440"/>
            <a:ext cx="5303520" cy="4480560"/>
          </a:xfrm>
          <a:prstGeom prst="roundRect">
            <a:avLst/>
          </a:prstGeom>
          <a:solidFill>
            <a:srgbClr val="F5F7FA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232323"/>
                </a:solidFill>
                <a:latin typeface="Consolas"/>
              </a:defRPr>
            </a:pPr>
            <a:r>
              <a:t>docker build \</a:t>
            </a:r>
            <a:br/>
            <a:r>
              <a:t>  -f ./app/Dockerfile \</a:t>
            </a:r>
            <a:br/>
            <a:r>
              <a:t>  -t ${{ vars.IMAGE_NAME }}:${{ steps.meta.outputs.image_tag }} \</a:t>
            </a:r>
            <a:br/>
            <a:r>
              <a:t>  ./app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Repo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04972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42132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Workflow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998464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35624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SHA tag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791956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29116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Result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Docker packaging: EXPOSE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5486400" cy="5029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EXPOSE: key Day 9 concept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it appears in YAML or GitHub UI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What can go wrong in student labs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to explain it using the order API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Student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204972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342132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GitHub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998464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35624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Runner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791956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29116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Azure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Docker packaging: CMD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5486400" cy="5029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CMD: key Day 9 concept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it appears in YAML or GitHub UI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What can go wrong in student labs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to explain it using the order API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Repo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204972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342132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Workflow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998464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35624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CMD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791956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29116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Result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Docker packaging: Dockerfile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5486400" cy="5029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Dockerfile: key Day 9 concept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it appears in YAML or GitHub UI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What can go wrong in student labs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to explain it using the order API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63640" y="1234440"/>
            <a:ext cx="5303520" cy="4480560"/>
          </a:xfrm>
          <a:prstGeom prst="roundRect">
            <a:avLst/>
          </a:prstGeom>
          <a:solidFill>
            <a:srgbClr val="F5F7FA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232323"/>
                </a:solidFill>
                <a:latin typeface="Consolas"/>
              </a:defRPr>
            </a:pPr>
            <a:r>
              <a:t>docker build \</a:t>
            </a:r>
            <a:br/>
            <a:r>
              <a:t>  -f ./app/Dockerfile \</a:t>
            </a:r>
            <a:br/>
            <a:r>
              <a:t>  -t ${{ vars.IMAGE_NAME }}:${{ steps.meta.outputs.image_tag }} \</a:t>
            </a:r>
            <a:br/>
            <a:r>
              <a:t>  ./app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Student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04972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42132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GitHub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998464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35624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Runner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791956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29116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Azure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GHCR package management: packages: write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5486400" cy="5029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packages: write: key Day 9 concept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it appears in YAML or GitHub UI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What can go wrong in student labs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to explain it using the order API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63640" y="1234440"/>
            <a:ext cx="5303520" cy="4480560"/>
          </a:xfrm>
          <a:prstGeom prst="roundRect">
            <a:avLst/>
          </a:prstGeom>
          <a:solidFill>
            <a:srgbClr val="F5F7FA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232323"/>
                </a:solidFill>
                <a:latin typeface="Consolas"/>
              </a:defRPr>
            </a:pPr>
            <a:r>
              <a:t>permissions:</a:t>
            </a:r>
            <a:br/>
            <a:r>
              <a:t>  contents: read</a:t>
            </a:r>
            <a:br/>
            <a:r>
              <a:t>  packages: write</a:t>
            </a:r>
            <a:br/>
            <a:br/>
            <a:r>
              <a:t>password: ${{ secrets.GITHUB_TOKEN }}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Repo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04972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42132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Workflow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998464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35624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packages: write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791956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29116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Result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GHCR package management: GITHUB_TOKEN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5486400" cy="5029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GITHUB_TOKEN: key Day 9 concept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it appears in YAML or GitHub UI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What can go wrong in student labs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to explain it using the order API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63640" y="1234440"/>
            <a:ext cx="5303520" cy="4480560"/>
          </a:xfrm>
          <a:prstGeom prst="roundRect">
            <a:avLst/>
          </a:prstGeom>
          <a:solidFill>
            <a:srgbClr val="F5F7FA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232323"/>
                </a:solidFill>
                <a:latin typeface="Consolas"/>
              </a:defRPr>
            </a:pPr>
            <a:r>
              <a:t>permissions:</a:t>
            </a:r>
            <a:br/>
            <a:r>
              <a:t>  contents: read</a:t>
            </a:r>
            <a:br/>
            <a:r>
              <a:t>  packages: write</a:t>
            </a:r>
            <a:br/>
            <a:br/>
            <a:r>
              <a:t>password: ${{ secrets.GITHUB_TOKEN }}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Student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04972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42132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GitHub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998464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35624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Runner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791956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29116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Azure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GHCR package management: docker login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5486400" cy="5029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docker login: key Day 9 concept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it appears in YAML or GitHub UI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What can go wrong in student labs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to explain it using the order API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Repo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204972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342132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Workflow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998464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35624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docker login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791956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29116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Result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GHCR package management: docker push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5486400" cy="5029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docker push: key Day 9 concept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it appears in YAML or GitHub UI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What can go wrong in student labs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to explain it using the order API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Student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204972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342132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GitHub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998464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35624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Runner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791956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29116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Azure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GHCR package management: package visibility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5486400" cy="5029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package visibility: key Day 9 concept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it appears in YAML or GitHub UI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What can go wrong in student labs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to explain it using the order API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Repo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204972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342132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Workflow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998464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35624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package visibility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791956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29116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Result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GHCR package management: Manage Actions access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5486400" cy="5029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Manage Actions access: key Day 9 concept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it appears in YAML or GitHub UI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What can go wrong in student labs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to explain it using the order API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Student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204972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342132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GitHub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998464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35624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Runner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791956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29116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Azure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GHCR package management: packages: write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5486400" cy="5029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packages: write: key Day 9 concept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it appears in YAML or GitHub UI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What can go wrong in student labs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to explain it using the order API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63640" y="1234440"/>
            <a:ext cx="5303520" cy="4480560"/>
          </a:xfrm>
          <a:prstGeom prst="roundRect">
            <a:avLst/>
          </a:prstGeom>
          <a:solidFill>
            <a:srgbClr val="F5F7FA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232323"/>
                </a:solidFill>
                <a:latin typeface="Consolas"/>
              </a:defRPr>
            </a:pPr>
            <a:r>
              <a:t>permissions:</a:t>
            </a:r>
            <a:br/>
            <a:r>
              <a:t>  contents: read</a:t>
            </a:r>
            <a:br/>
            <a:r>
              <a:t>  packages: write</a:t>
            </a:r>
            <a:br/>
            <a:br/>
            <a:r>
              <a:t>password: ${{ secrets.GITHUB_TOKEN }}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Repo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04972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42132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Workflow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998464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35624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packages: write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791956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29116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Result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GHCR package management: GITHUB_TOKEN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5486400" cy="5029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GITHUB_TOKEN: key Day 9 concept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it appears in YAML or GitHub UI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What can go wrong in student labs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to explain it using the order API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63640" y="1234440"/>
            <a:ext cx="5303520" cy="4480560"/>
          </a:xfrm>
          <a:prstGeom prst="roundRect">
            <a:avLst/>
          </a:prstGeom>
          <a:solidFill>
            <a:srgbClr val="F5F7FA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232323"/>
                </a:solidFill>
                <a:latin typeface="Consolas"/>
              </a:defRPr>
            </a:pPr>
            <a:r>
              <a:t>permissions:</a:t>
            </a:r>
            <a:br/>
            <a:r>
              <a:t>  contents: read</a:t>
            </a:r>
            <a:br/>
            <a:r>
              <a:t>  packages: write</a:t>
            </a:r>
            <a:br/>
            <a:br/>
            <a:r>
              <a:t>password: ${{ secrets.GITHUB_TOKEN }}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Student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04972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42132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GitHub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998464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35624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Runner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791956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29116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Azure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Job chaining: needs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5486400" cy="5029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needs: key Day 9 concept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it appears in YAML or GitHub UI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What can go wrong in student labs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to explain it using the order API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63640" y="1234440"/>
            <a:ext cx="5303520" cy="4480560"/>
          </a:xfrm>
          <a:prstGeom prst="roundRect">
            <a:avLst/>
          </a:prstGeom>
          <a:solidFill>
            <a:srgbClr val="F5F7FA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232323"/>
                </a:solidFill>
                <a:latin typeface="Consolas"/>
              </a:defRPr>
            </a:pPr>
            <a:r>
              <a:t>deploy_dev:</a:t>
            </a:r>
            <a:br/>
            <a:r>
              <a:t>  needs: docker_build_push</a:t>
            </a:r>
            <a:br/>
            <a:br/>
            <a:r>
              <a:t>images: ${{ vars.IMAGE_NAME }}:${{ needs.docker_build_push.outputs.image_tag }}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Repo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04972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42132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Workflow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998464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35624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needs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791956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29116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Result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Job chaining: outputs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5486400" cy="5029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outputs: key Day 9 concept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it appears in YAML or GitHub UI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What can go wrong in student labs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to explain it using the order API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63640" y="1234440"/>
            <a:ext cx="5303520" cy="4480560"/>
          </a:xfrm>
          <a:prstGeom prst="roundRect">
            <a:avLst/>
          </a:prstGeom>
          <a:solidFill>
            <a:srgbClr val="F5F7FA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232323"/>
                </a:solidFill>
                <a:latin typeface="Consolas"/>
              </a:defRPr>
            </a:pPr>
            <a:r>
              <a:t>deploy_dev:</a:t>
            </a:r>
            <a:br/>
            <a:r>
              <a:t>  needs: docker_build_push</a:t>
            </a:r>
            <a:br/>
            <a:br/>
            <a:r>
              <a:t>images: ${{ vars.IMAGE_NAME }}:${{ needs.docker_build_push.outputs.image_tag }}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Student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04972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42132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GitHub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998464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35624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Runner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791956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29116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Azure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Job chaining: skip behavior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5486400" cy="5029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skip behavior: key Day 9 concept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it appears in YAML or GitHub UI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What can go wrong in student labs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to explain it using the order API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Repo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204972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342132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Workflow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998464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35624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skip behavior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791956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29116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Result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Job chaining: visual graph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5486400" cy="5029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visual graph: key Day 9 concept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it appears in YAML or GitHub UI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What can go wrong in student labs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to explain it using the order API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Student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204972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342132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GitHub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998464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35624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Runner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791956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29116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Azure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Job chaining: build once deploy many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5486400" cy="5029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build once deploy many: key Day 9 concept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it appears in YAML or GitHub UI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What can go wrong in student labs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to explain it using the order API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Repo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204972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342132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Workflow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998464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35624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build once deploy many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791956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29116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Result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Job chaining: same image promotion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5486400" cy="5029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same image promotion: key Day 9 concept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it appears in YAML or GitHub UI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What can go wrong in student labs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to explain it using the order API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Student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204972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342132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GitHub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998464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35624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Runner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791956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29116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Azure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Job chaining: needs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5486400" cy="5029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needs: key Day 9 concept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it appears in YAML or GitHub UI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What can go wrong in student labs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to explain it using the order API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63640" y="1234440"/>
            <a:ext cx="5303520" cy="4480560"/>
          </a:xfrm>
          <a:prstGeom prst="roundRect">
            <a:avLst/>
          </a:prstGeom>
          <a:solidFill>
            <a:srgbClr val="F5F7FA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232323"/>
                </a:solidFill>
                <a:latin typeface="Consolas"/>
              </a:defRPr>
            </a:pPr>
            <a:r>
              <a:t>deploy_dev:</a:t>
            </a:r>
            <a:br/>
            <a:r>
              <a:t>  needs: docker_build_push</a:t>
            </a:r>
            <a:br/>
            <a:br/>
            <a:r>
              <a:t>images: ${{ vars.IMAGE_NAME }}:${{ needs.docker_build_push.outputs.image_tag }}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Repo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04972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42132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Workflow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998464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35624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needs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791956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29116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Result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Job chaining: outputs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5486400" cy="5029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outputs: key Day 9 concept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it appears in YAML or GitHub UI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What can go wrong in student labs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to explain it using the order API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63640" y="1234440"/>
            <a:ext cx="5303520" cy="4480560"/>
          </a:xfrm>
          <a:prstGeom prst="roundRect">
            <a:avLst/>
          </a:prstGeom>
          <a:solidFill>
            <a:srgbClr val="F5F7FA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232323"/>
                </a:solidFill>
                <a:latin typeface="Consolas"/>
              </a:defRPr>
            </a:pPr>
            <a:r>
              <a:t>deploy_dev:</a:t>
            </a:r>
            <a:br/>
            <a:r>
              <a:t>  needs: docker_build_push</a:t>
            </a:r>
            <a:br/>
            <a:br/>
            <a:r>
              <a:t>images: ${{ vars.IMAGE_NAME }}:${{ needs.docker_build_push.outputs.image_tag }}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Student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04972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42132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GitHub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998464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35624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Runner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791956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29116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Azure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Deployments: Azure App Service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5486400" cy="5029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Azure App Service: key Day 9 concept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it appears in YAML or GitHub UI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What can go wrong in student labs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to explain it using the order API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Repo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204972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342132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Workflow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998464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35624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Azure App Service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791956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29116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Result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Deployments: publish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5486400" cy="5029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publish profile: key Day 9 concept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it appears in YAML or GitHub UI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What can go wrong in student labs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to explain it using the order API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Student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204972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342132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GitHub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998464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35624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Runner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791956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29116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Azure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Deployments: DEV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5486400" cy="5029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DEV deployment: key Day 9 concept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it appears in YAML or GitHub UI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What can go wrong in student labs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to explain it using the order API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Repo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204972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342132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Workflow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998464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35624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DEV deployment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791956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29116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Result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Deployments: QA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5486400" cy="5029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QA deployment: key Day 9 concept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it appears in YAML or GitHub UI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What can go wrong in student labs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to explain it using the order API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63640" y="1234440"/>
            <a:ext cx="5303520" cy="4480560"/>
          </a:xfrm>
          <a:prstGeom prst="roundRect">
            <a:avLst/>
          </a:prstGeom>
          <a:solidFill>
            <a:srgbClr val="F5F7FA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232323"/>
                </a:solidFill>
                <a:latin typeface="Consolas"/>
              </a:defRPr>
            </a:pPr>
            <a:r>
              <a:t>workflow_dispatch:</a:t>
            </a:r>
            <a:br/>
            <a:r>
              <a:t>  inputs:</a:t>
            </a:r>
            <a:br/>
            <a:r>
              <a:t>    deploy_to_qa:</a:t>
            </a:r>
            <a:br/>
            <a:r>
              <a:t>      default: "false"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Student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04972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42132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GitHub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998464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35624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Runner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791956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29116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Azure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Deployments: environment protection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5486400" cy="5029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environment protection: key Day 9 concept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it appears in YAML or GitHub UI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What can go wrong in student labs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to explain it using the order API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Repo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204972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342132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Workflow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998464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35624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environment protection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791956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29116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Result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Deployments: manual input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5486400" cy="5029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manual input: key Day 9 concept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it appears in YAML or GitHub UI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What can go wrong in student labs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to explain it using the order API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63640" y="1234440"/>
            <a:ext cx="5303520" cy="4480560"/>
          </a:xfrm>
          <a:prstGeom prst="roundRect">
            <a:avLst/>
          </a:prstGeom>
          <a:solidFill>
            <a:srgbClr val="F5F7FA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232323"/>
                </a:solidFill>
                <a:latin typeface="Consolas"/>
              </a:defRPr>
            </a:pPr>
            <a:r>
              <a:t>workflow_dispatch:</a:t>
            </a:r>
            <a:br/>
            <a:r>
              <a:t>  inputs:</a:t>
            </a:r>
            <a:br/>
            <a:r>
              <a:t>    deploy_to_qa:</a:t>
            </a:r>
            <a:br/>
            <a:r>
              <a:t>      default: "false"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Student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04972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42132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GitHub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998464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35624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Runner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791956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29116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Azure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Deployments: Azure App Service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5486400" cy="5029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Azure App Service: key Day 9 concept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it appears in YAML or GitHub UI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What can go wrong in student labs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to explain it using the order API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Repo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204972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342132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Workflow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998464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35624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Azure App Service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791956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29116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Result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Deployments: publish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5486400" cy="5029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publish profile: key Day 9 concept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it appears in YAML or GitHub UI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What can go wrong in student labs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to explain it using the order API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Student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204972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342132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GitHub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998464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35624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Runner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791956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29116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Azure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Deployments: DEV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5486400" cy="5029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DEV deployment: key Day 9 concept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it appears in YAML or GitHub UI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What can go wrong in student labs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to explain it using the order API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Repo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204972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342132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Workflow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998464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35624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DEV deployment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791956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29116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Result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Deployments: QA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5486400" cy="5029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QA deployment: key Day 9 concept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it appears in YAML or GitHub UI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What can go wrong in student labs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to explain it using the order API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63640" y="1234440"/>
            <a:ext cx="5303520" cy="4480560"/>
          </a:xfrm>
          <a:prstGeom prst="roundRect">
            <a:avLst/>
          </a:prstGeom>
          <a:solidFill>
            <a:srgbClr val="F5F7FA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232323"/>
                </a:solidFill>
                <a:latin typeface="Consolas"/>
              </a:defRPr>
            </a:pPr>
            <a:r>
              <a:t>workflow_dispatch:</a:t>
            </a:r>
            <a:br/>
            <a:r>
              <a:t>  inputs:</a:t>
            </a:r>
            <a:br/>
            <a:r>
              <a:t>    deploy_to_qa:</a:t>
            </a:r>
            <a:br/>
            <a:r>
              <a:t>      default: "false"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Student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04972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42132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GitHub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998464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35624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Runner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791956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29116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Azure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Container jobs: container: image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5486400" cy="5029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container: image: key Day 9 concept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it appears in YAML or GitHub UI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What can go wrong in student labs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to explain it using the order API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63640" y="1234440"/>
            <a:ext cx="5303520" cy="4480560"/>
          </a:xfrm>
          <a:prstGeom prst="roundRect">
            <a:avLst/>
          </a:prstGeom>
          <a:solidFill>
            <a:srgbClr val="F5F7FA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232323"/>
                </a:solidFill>
                <a:latin typeface="Consolas"/>
              </a:defRPr>
            </a:pPr>
            <a:r>
              <a:t>jobs:</a:t>
            </a:r>
            <a:br/>
            <a:r>
              <a:t>  quality:</a:t>
            </a:r>
            <a:br/>
            <a:r>
              <a:t>    runs-on: ubuntu-latest</a:t>
            </a:r>
            <a:br/>
            <a:r>
              <a:t>    container:</a:t>
            </a:r>
            <a:br/>
            <a:r>
              <a:t>      image: python:3.12-slim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Repo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04972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42132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Workflow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998464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35624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container: image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791956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29116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Result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Container jobs: consistent tooling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5486400" cy="5029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consistent tooling: key Day 9 concept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it appears in YAML or GitHub UI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What can go wrong in student labs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to explain it using the order API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Student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204972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342132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GitHub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998464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35624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Runner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791956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29116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Azure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Container jobs: job isolation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5486400" cy="5029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job isolation: key Day 9 concept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it appears in YAML or GitHub UI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What can go wrong in student labs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to explain it using the order API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63640" y="1234440"/>
            <a:ext cx="5303520" cy="4480560"/>
          </a:xfrm>
          <a:prstGeom prst="roundRect">
            <a:avLst/>
          </a:prstGeom>
          <a:solidFill>
            <a:srgbClr val="F5F7FA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232323"/>
                </a:solidFill>
                <a:latin typeface="Consolas"/>
              </a:defRPr>
            </a:pPr>
            <a:r>
              <a:t>jobs:</a:t>
            </a:r>
            <a:br/>
            <a:r>
              <a:t>  quality:</a:t>
            </a:r>
            <a:br/>
            <a:r>
              <a:t>    runs-on: ubuntu-latest</a:t>
            </a:r>
            <a:br/>
            <a:r>
              <a:t>    container:</a:t>
            </a:r>
            <a:br/>
            <a:r>
              <a:t>      image: python:3.12-slim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Repo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04972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42132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Workflow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998464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35624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job isolation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791956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29116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Result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Container jobs: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5486400" cy="5029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limitations: key Day 9 concept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it appears in YAML or GitHub UI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What can go wrong in student labs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to explain it using the order API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Student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204972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342132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GitHub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998464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35624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Runner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791956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29116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Azure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Container jobs: when to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5486400" cy="5029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when to use: key Day 9 concept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it appears in YAML or GitHub UI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What can go wrong in student labs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to explain it using the order API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Repo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204972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342132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Workflow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998464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35624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when to use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791956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29116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Result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Reusable workflows: workflow_call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5486400" cy="5029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workflow_call: key Day 9 concept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it appears in YAML or GitHub UI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What can go wrong in student labs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to explain it using the order API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63640" y="1234440"/>
            <a:ext cx="5303520" cy="4480560"/>
          </a:xfrm>
          <a:prstGeom prst="roundRect">
            <a:avLst/>
          </a:prstGeom>
          <a:solidFill>
            <a:srgbClr val="F5F7FA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232323"/>
                </a:solidFill>
                <a:latin typeface="Consolas"/>
              </a:defRPr>
            </a:pPr>
            <a:r>
              <a:t>on:</a:t>
            </a:r>
            <a:br/>
            <a:r>
              <a:t>  workflow_call:</a:t>
            </a:r>
            <a:br/>
            <a:r>
              <a:t>    inputs:</a:t>
            </a:r>
            <a:br/>
            <a:r>
              <a:t>      app_directory:</a:t>
            </a:r>
            <a:br/>
            <a:r>
              <a:t>        type: string</a:t>
            </a:r>
            <a:br/>
            <a:r>
              <a:t>        required: true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Repo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04972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42132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Workflow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998464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35624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workflow_call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791956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29116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Result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Reusable workflows: shared CI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5486400" cy="5029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shared CI logic: key Day 9 concept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it appears in YAML or GitHub UI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What can go wrong in student labs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to explain it using the order API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Student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204972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342132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GitHub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998464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35624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Runner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791956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29116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Azure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Reusable workflows: inputs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5486400" cy="5029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inputs: key Day 9 concept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it appears in YAML or GitHub UI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What can go wrong in student labs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to explain it using the order API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63640" y="1234440"/>
            <a:ext cx="5303520" cy="4480560"/>
          </a:xfrm>
          <a:prstGeom prst="roundRect">
            <a:avLst/>
          </a:prstGeom>
          <a:solidFill>
            <a:srgbClr val="F5F7FA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232323"/>
                </a:solidFill>
                <a:latin typeface="Consolas"/>
              </a:defRPr>
            </a:pPr>
            <a:r>
              <a:t>workflow_dispatch:</a:t>
            </a:r>
            <a:br/>
            <a:r>
              <a:t>  inputs:</a:t>
            </a:r>
            <a:br/>
            <a:r>
              <a:t>    deploy_to_qa:</a:t>
            </a:r>
            <a:br/>
            <a:r>
              <a:t>      default: "false"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Repo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04972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42132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Workflow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998464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35624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inputs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791956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29116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Result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Reusable workflows: secrets inheritance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5486400" cy="5029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secrets inheritance: key Day 9 concept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it appears in YAML or GitHub UI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What can go wrong in student labs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to explain it using the order API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Student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204972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342132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GitHub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998464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35624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Runner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791956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29116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Azure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Reusable workflows: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5486400" cy="5029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governance: key Day 9 concept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it appears in YAML or GitHub UI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What can go wrong in student labs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to explain it using the order API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Repo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204972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342132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Workflow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998464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35624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governance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791956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29116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Result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Security: least privilege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5486400" cy="5029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least privilege: key Day 9 concept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it appears in YAML or GitHub UI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What can go wrong in student labs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to explain it using the order API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Repo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204972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342132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Workflow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998464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35624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least privilege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791956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29116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Result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Security: untrusted PRs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5486400" cy="5029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untrusted PRs: key Day 9 concept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it appears in YAML or GitHub UI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What can go wrong in student labs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to explain it using the order API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Student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204972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342132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GitHub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998464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35624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Runner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791956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29116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Azure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Security: third-party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5486400" cy="5029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third-party actions: key Day 9 concept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it appears in YAML or GitHub UI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What can go wrong in student labs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to explain it using the order API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Repo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204972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342132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Workflow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998464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35624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third-party actions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791956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29116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Result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Security: secret hygiene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5486400" cy="5029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secret hygiene: key Day 9 concept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it appears in YAML or GitHub UI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What can go wrong in student labs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to explain it using the order API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Student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204972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342132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GitHub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998464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35624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Runner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791956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29116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Azure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Security: OIDC preference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5486400" cy="5029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OIDC preference: key Day 9 concept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it appears in YAML or GitHub UI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What can go wrong in student labs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to explain it using the order API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Repo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204972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342132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Workflow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998464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35624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OIDC preference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791956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29116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Result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Security: publish profile rotation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5486400" cy="5029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publish profile rotation: key Day 9 concept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it appears in YAML or GitHub UI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What can go wrong in student labs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to explain it using the order API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Student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204972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342132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GitHub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998464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35624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Runner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791956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29116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Azure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Security: least privilege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5486400" cy="5029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least privilege: key Day 9 concept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it appears in YAML or GitHub UI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What can go wrong in student labs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to explain it using the order API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Repo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204972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342132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Workflow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998464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35624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least privilege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791956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29116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Result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Security: untrusted PRs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5486400" cy="5029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untrusted PRs: key Day 9 concept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it appears in YAML or GitHub UI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What can go wrong in student labs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to explain it using the order API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Student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204972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342132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GitHub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998464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35624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Runner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791956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29116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Azure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Troubleshooting: read exact command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5486400" cy="5029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read exact command: key Day 9 concept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it appears in YAML or GitHub UI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What can go wrong in student labs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to explain it using the order API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Repo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204972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342132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Workflow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998464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35624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read exact command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791956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29116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Result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Troubleshooting: missing files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5486400" cy="5029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missing files: key Day 9 concept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it appears in YAML or GitHub UI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What can go wrong in student labs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to explain it using the order API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Student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204972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342132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GitHub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998464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35624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Runner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791956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29116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Azure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Troubleshooting: wrong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5486400" cy="5029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wrong context: key Day 9 concept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it appears in YAML or GitHub UI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What can go wrong in student labs</a:t>
            </a:r>
          </a:p>
          <a:p>
            <a:pPr>
              <a:spcAft>
                <a:spcPts val="700"/>
              </a:spcAft>
              <a:defRPr sz="1700">
                <a:solidFill>
                  <a:srgbClr val="282828"/>
                </a:solidFill>
              </a:defRPr>
            </a:pPr>
            <a:r>
              <a:t>How to explain it using the order API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Repo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204972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342132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Workflow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998464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35624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wrong context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791956" y="4690872"/>
            <a:ext cx="164592" cy="256032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29116" y="4297680"/>
            <a:ext cx="2683764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65D"/>
                </a:solidFill>
              </a:defRPr>
            </a:pPr>
            <a:r>
              <a:t>Result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