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4a85891f403415b" /><Relationship Type="http://schemas.openxmlformats.org/officeDocument/2006/relationships/extended-properties" Target="/docProps/app.xml" Id="R4d1a6fd887034c44" /><Relationship Type="http://schemas.openxmlformats.org/officeDocument/2006/relationships/officeDocument" Target="/ppt/presentation.xml" Id="R010e70a42698486c" /></Relationships>
</file>

<file path=ppt/presentation.xml><?xml version="1.0" encoding="utf-8"?>
<p:presentation xmlns:p="http://schemas.openxmlformats.org/presentationml/2006/main">
  <p:sldMasterIdLst>
    <p:sldMasterId xmlns:r="http://schemas.openxmlformats.org/officeDocument/2006/relationships" id="2147483648" r:id="R897b8613bbf04e7c"/>
  </p:sldMasterIdLst>
  <p:notesMasterIdLst>
    <p:notesMasterId xmlns:r="http://schemas.openxmlformats.org/officeDocument/2006/relationships" r:id="R098dad55bd9b45d0"/>
  </p:notesMasterIdLst>
  <p:sldIdLst>
    <p:sldId xmlns:r="http://schemas.openxmlformats.org/officeDocument/2006/relationships" id="256" r:id="R24d7574fc60a4759"/>
    <p:sldId xmlns:r="http://schemas.openxmlformats.org/officeDocument/2006/relationships" id="257" r:id="R8ff709b775d34fd7"/>
    <p:sldId xmlns:r="http://schemas.openxmlformats.org/officeDocument/2006/relationships" id="258" r:id="R775d84e55cdd4556"/>
    <p:sldId xmlns:r="http://schemas.openxmlformats.org/officeDocument/2006/relationships" id="259" r:id="Rb54f80647bba4229"/>
    <p:sldId xmlns:r="http://schemas.openxmlformats.org/officeDocument/2006/relationships" id="260" r:id="R1770586978be4daa"/>
    <p:sldId xmlns:r="http://schemas.openxmlformats.org/officeDocument/2006/relationships" id="261" r:id="R21242f577e924cc5"/>
    <p:sldId xmlns:r="http://schemas.openxmlformats.org/officeDocument/2006/relationships" id="262" r:id="R5f9432a6a7894a3e"/>
    <p:sldId xmlns:r="http://schemas.openxmlformats.org/officeDocument/2006/relationships" id="263" r:id="R38c4c1cad9c04e29"/>
    <p:sldId xmlns:r="http://schemas.openxmlformats.org/officeDocument/2006/relationships" id="264" r:id="R7fd28cd8cdf84b94"/>
    <p:sldId xmlns:r="http://schemas.openxmlformats.org/officeDocument/2006/relationships" id="265" r:id="Rcef86577578b403d"/>
    <p:sldId xmlns:r="http://schemas.openxmlformats.org/officeDocument/2006/relationships" id="266" r:id="Rdfb4c0121cb74fa5"/>
    <p:sldId xmlns:r="http://schemas.openxmlformats.org/officeDocument/2006/relationships" id="267" r:id="R350a172217a043a9"/>
    <p:sldId xmlns:r="http://schemas.openxmlformats.org/officeDocument/2006/relationships" id="268" r:id="R41939ef611024fa4"/>
    <p:sldId xmlns:r="http://schemas.openxmlformats.org/officeDocument/2006/relationships" id="269" r:id="R2a5ab63e6a634181"/>
    <p:sldId xmlns:r="http://schemas.openxmlformats.org/officeDocument/2006/relationships" id="270" r:id="R08442a1d12834785"/>
    <p:sldId xmlns:r="http://schemas.openxmlformats.org/officeDocument/2006/relationships" id="271" r:id="R3b3f4d95a1394062"/>
    <p:sldId xmlns:r="http://schemas.openxmlformats.org/officeDocument/2006/relationships" id="272" r:id="R89b073c3dae14ade"/>
    <p:sldId xmlns:r="http://schemas.openxmlformats.org/officeDocument/2006/relationships" id="273" r:id="R0ae7545c065b4b52"/>
    <p:sldId xmlns:r="http://schemas.openxmlformats.org/officeDocument/2006/relationships" id="274" r:id="R56d4739f5a1a42b8"/>
    <p:sldId xmlns:r="http://schemas.openxmlformats.org/officeDocument/2006/relationships" id="275" r:id="Rc6cff635fb3345ac"/>
    <p:sldId xmlns:r="http://schemas.openxmlformats.org/officeDocument/2006/relationships" id="276" r:id="R56f675a0caec47dc"/>
    <p:sldId xmlns:r="http://schemas.openxmlformats.org/officeDocument/2006/relationships" id="277" r:id="Re197e93ab2ae4329"/>
    <p:sldId xmlns:r="http://schemas.openxmlformats.org/officeDocument/2006/relationships" id="278" r:id="R7a46149901414e41"/>
    <p:sldId xmlns:r="http://schemas.openxmlformats.org/officeDocument/2006/relationships" id="279" r:id="Rce18ee6bc3b64566"/>
    <p:sldId xmlns:r="http://schemas.openxmlformats.org/officeDocument/2006/relationships" id="280" r:id="R00f165e5995440df"/>
    <p:sldId xmlns:r="http://schemas.openxmlformats.org/officeDocument/2006/relationships" id="281" r:id="Ra43964de0da145b0"/>
    <p:sldId xmlns:r="http://schemas.openxmlformats.org/officeDocument/2006/relationships" id="282" r:id="R24a4f0c0cab64020"/>
    <p:sldId xmlns:r="http://schemas.openxmlformats.org/officeDocument/2006/relationships" id="283" r:id="R97d08b15bb5a4137"/>
    <p:sldId xmlns:r="http://schemas.openxmlformats.org/officeDocument/2006/relationships" id="284" r:id="R027673f7bd434ba9"/>
    <p:sldId xmlns:r="http://schemas.openxmlformats.org/officeDocument/2006/relationships" id="285" r:id="Rd60555f653614cd3"/>
    <p:sldId xmlns:r="http://schemas.openxmlformats.org/officeDocument/2006/relationships" id="286" r:id="Rf0702e34476f43ee"/>
    <p:sldId xmlns:r="http://schemas.openxmlformats.org/officeDocument/2006/relationships" id="287" r:id="Rbc2711dd697c4fff"/>
    <p:sldId xmlns:r="http://schemas.openxmlformats.org/officeDocument/2006/relationships" id="288" r:id="Rde87b24f8a7942a9"/>
    <p:sldId xmlns:r="http://schemas.openxmlformats.org/officeDocument/2006/relationships" id="289" r:id="R2123d4738f564386"/>
    <p:sldId xmlns:r="http://schemas.openxmlformats.org/officeDocument/2006/relationships" id="290" r:id="Rf6b3f752704f4d47"/>
    <p:sldId xmlns:r="http://schemas.openxmlformats.org/officeDocument/2006/relationships" id="291" r:id="Rdfdb16b6577447b3"/>
    <p:sldId xmlns:r="http://schemas.openxmlformats.org/officeDocument/2006/relationships" id="292" r:id="R4d0732f5fa864baa"/>
    <p:sldId xmlns:r="http://schemas.openxmlformats.org/officeDocument/2006/relationships" id="293" r:id="R3d50555d737e40f6"/>
    <p:sldId xmlns:r="http://schemas.openxmlformats.org/officeDocument/2006/relationships" id="294" r:id="R4f44da2f3a8442d3"/>
    <p:sldId xmlns:r="http://schemas.openxmlformats.org/officeDocument/2006/relationships" id="295" r:id="Rbe2135bacd5f47cc"/>
    <p:sldId xmlns:r="http://schemas.openxmlformats.org/officeDocument/2006/relationships" id="296" r:id="Rf4549ebaf6414b62"/>
    <p:sldId xmlns:r="http://schemas.openxmlformats.org/officeDocument/2006/relationships" id="297" r:id="Rd0778a5034b04a5a"/>
    <p:sldId xmlns:r="http://schemas.openxmlformats.org/officeDocument/2006/relationships" id="298" r:id="R2fe42a727ddc4efb"/>
    <p:sldId xmlns:r="http://schemas.openxmlformats.org/officeDocument/2006/relationships" id="299" r:id="R504cb3af536746b4"/>
    <p:sldId xmlns:r="http://schemas.openxmlformats.org/officeDocument/2006/relationships" id="300" r:id="Rcd5f96db4ed14b53"/>
    <p:sldId xmlns:r="http://schemas.openxmlformats.org/officeDocument/2006/relationships" id="301" r:id="Rc7102f54178e46cc"/>
    <p:sldId xmlns:r="http://schemas.openxmlformats.org/officeDocument/2006/relationships" id="302" r:id="R90ae38735e6744ad"/>
    <p:sldId xmlns:r="http://schemas.openxmlformats.org/officeDocument/2006/relationships" id="303" r:id="R12ddb7c7fbd74fa4"/>
    <p:sldId xmlns:r="http://schemas.openxmlformats.org/officeDocument/2006/relationships" id="304" r:id="Rba74b6e665d24e84"/>
    <p:sldId xmlns:r="http://schemas.openxmlformats.org/officeDocument/2006/relationships" id="305" r:id="Rb6d61514386f4095"/>
    <p:sldId xmlns:r="http://schemas.openxmlformats.org/officeDocument/2006/relationships" id="306" r:id="Rb8d81bdf6ca64352"/>
    <p:sldId xmlns:r="http://schemas.openxmlformats.org/officeDocument/2006/relationships" id="307" r:id="R5e6da967f3be4a3d"/>
    <p:sldId xmlns:r="http://schemas.openxmlformats.org/officeDocument/2006/relationships" id="308" r:id="R7a60a69a95284dc7"/>
    <p:sldId xmlns:r="http://schemas.openxmlformats.org/officeDocument/2006/relationships" id="309" r:id="R88be023670a345d3"/>
    <p:sldId xmlns:r="http://schemas.openxmlformats.org/officeDocument/2006/relationships" id="310" r:id="R956bda3e595b40e6"/>
    <p:sldId xmlns:r="http://schemas.openxmlformats.org/officeDocument/2006/relationships" id="311" r:id="Rad40470b2e7a4b5a"/>
    <p:sldId xmlns:r="http://schemas.openxmlformats.org/officeDocument/2006/relationships" id="312" r:id="Rfc6d025d720d48fe"/>
    <p:sldId xmlns:r="http://schemas.openxmlformats.org/officeDocument/2006/relationships" id="313" r:id="Rba0819a3a9b04cec"/>
    <p:sldId xmlns:r="http://schemas.openxmlformats.org/officeDocument/2006/relationships" id="314" r:id="Rdec96ccb2b2244c7"/>
    <p:sldId xmlns:r="http://schemas.openxmlformats.org/officeDocument/2006/relationships" id="315" r:id="R3faf6bc0a5b94a6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6ed0558b59b4557" /><Relationship Type="http://schemas.openxmlformats.org/officeDocument/2006/relationships/slideMaster" Target="/ppt/slideMasters/slideMaster1.xml" Id="R897b8613bbf04e7c" /><Relationship Type="http://schemas.openxmlformats.org/officeDocument/2006/relationships/notesMaster" Target="/ppt/notesMasters/notesMaster1.xml" Id="R098dad55bd9b45d0" /><Relationship Type="http://schemas.openxmlformats.org/officeDocument/2006/relationships/presProps" Target="/ppt/presProps.xml" Id="R8f4169602c7e44e1" /><Relationship Type="http://schemas.openxmlformats.org/officeDocument/2006/relationships/tableStyles" Target="/ppt/tableStyles.xml" Id="R399fd0699ddc4a46" /><Relationship Type="http://schemas.openxmlformats.org/officeDocument/2006/relationships/slide" Target="/ppt/slides/slide1.xml" Id="R24d7574fc60a4759" /><Relationship Type="http://schemas.openxmlformats.org/officeDocument/2006/relationships/slide" Target="/ppt/slides/slide2.xml" Id="R8ff709b775d34fd7" /><Relationship Type="http://schemas.openxmlformats.org/officeDocument/2006/relationships/slide" Target="/ppt/slides/slide3.xml" Id="R775d84e55cdd4556" /><Relationship Type="http://schemas.openxmlformats.org/officeDocument/2006/relationships/slide" Target="/ppt/slides/slide4.xml" Id="Rb54f80647bba4229" /><Relationship Type="http://schemas.openxmlformats.org/officeDocument/2006/relationships/slide" Target="/ppt/slides/slide5.xml" Id="R1770586978be4daa" /><Relationship Type="http://schemas.openxmlformats.org/officeDocument/2006/relationships/slide" Target="/ppt/slides/slide6.xml" Id="R21242f577e924cc5" /><Relationship Type="http://schemas.openxmlformats.org/officeDocument/2006/relationships/slide" Target="/ppt/slides/slide7.xml" Id="R5f9432a6a7894a3e" /><Relationship Type="http://schemas.openxmlformats.org/officeDocument/2006/relationships/slide" Target="/ppt/slides/slide8.xml" Id="R38c4c1cad9c04e29" /><Relationship Type="http://schemas.openxmlformats.org/officeDocument/2006/relationships/slide" Target="/ppt/slides/slide9.xml" Id="R7fd28cd8cdf84b94" /><Relationship Type="http://schemas.openxmlformats.org/officeDocument/2006/relationships/slide" Target="/ppt/slides/slide10.xml" Id="Rcef86577578b403d" /><Relationship Type="http://schemas.openxmlformats.org/officeDocument/2006/relationships/slide" Target="/ppt/slides/slide11.xml" Id="Rdfb4c0121cb74fa5" /><Relationship Type="http://schemas.openxmlformats.org/officeDocument/2006/relationships/slide" Target="/ppt/slides/slide12.xml" Id="R350a172217a043a9" /><Relationship Type="http://schemas.openxmlformats.org/officeDocument/2006/relationships/slide" Target="/ppt/slides/slide13.xml" Id="R41939ef611024fa4" /><Relationship Type="http://schemas.openxmlformats.org/officeDocument/2006/relationships/slide" Target="/ppt/slides/slide14.xml" Id="R2a5ab63e6a634181" /><Relationship Type="http://schemas.openxmlformats.org/officeDocument/2006/relationships/slide" Target="/ppt/slides/slide15.xml" Id="R08442a1d12834785" /><Relationship Type="http://schemas.openxmlformats.org/officeDocument/2006/relationships/slide" Target="/ppt/slides/slide16.xml" Id="R3b3f4d95a1394062" /><Relationship Type="http://schemas.openxmlformats.org/officeDocument/2006/relationships/slide" Target="/ppt/slides/slide17.xml" Id="R89b073c3dae14ade" /><Relationship Type="http://schemas.openxmlformats.org/officeDocument/2006/relationships/slide" Target="/ppt/slides/slide18.xml" Id="R0ae7545c065b4b52" /><Relationship Type="http://schemas.openxmlformats.org/officeDocument/2006/relationships/slide" Target="/ppt/slides/slide19.xml" Id="R56d4739f5a1a42b8" /><Relationship Type="http://schemas.openxmlformats.org/officeDocument/2006/relationships/slide" Target="/ppt/slides/slide20.xml" Id="Rc6cff635fb3345ac" /><Relationship Type="http://schemas.openxmlformats.org/officeDocument/2006/relationships/slide" Target="/ppt/slides/slide21.xml" Id="R56f675a0caec47dc" /><Relationship Type="http://schemas.openxmlformats.org/officeDocument/2006/relationships/slide" Target="/ppt/slides/slide22.xml" Id="Re197e93ab2ae4329" /><Relationship Type="http://schemas.openxmlformats.org/officeDocument/2006/relationships/slide" Target="/ppt/slides/slide23.xml" Id="R7a46149901414e41" /><Relationship Type="http://schemas.openxmlformats.org/officeDocument/2006/relationships/slide" Target="/ppt/slides/slide24.xml" Id="Rce18ee6bc3b64566" /><Relationship Type="http://schemas.openxmlformats.org/officeDocument/2006/relationships/slide" Target="/ppt/slides/slide25.xml" Id="R00f165e5995440df" /><Relationship Type="http://schemas.openxmlformats.org/officeDocument/2006/relationships/slide" Target="/ppt/slides/slide26.xml" Id="Ra43964de0da145b0" /><Relationship Type="http://schemas.openxmlformats.org/officeDocument/2006/relationships/slide" Target="/ppt/slides/slide27.xml" Id="R24a4f0c0cab64020" /><Relationship Type="http://schemas.openxmlformats.org/officeDocument/2006/relationships/slide" Target="/ppt/slides/slide28.xml" Id="R97d08b15bb5a4137" /><Relationship Type="http://schemas.openxmlformats.org/officeDocument/2006/relationships/slide" Target="/ppt/slides/slide29.xml" Id="R027673f7bd434ba9" /><Relationship Type="http://schemas.openxmlformats.org/officeDocument/2006/relationships/slide" Target="/ppt/slides/slide30.xml" Id="Rd60555f653614cd3" /><Relationship Type="http://schemas.openxmlformats.org/officeDocument/2006/relationships/slide" Target="/ppt/slides/slide31.xml" Id="Rf0702e34476f43ee" /><Relationship Type="http://schemas.openxmlformats.org/officeDocument/2006/relationships/slide" Target="/ppt/slides/slide32.xml" Id="Rbc2711dd697c4fff" /><Relationship Type="http://schemas.openxmlformats.org/officeDocument/2006/relationships/slide" Target="/ppt/slides/slide33.xml" Id="Rde87b24f8a7942a9" /><Relationship Type="http://schemas.openxmlformats.org/officeDocument/2006/relationships/slide" Target="/ppt/slides/slide34.xml" Id="R2123d4738f564386" /><Relationship Type="http://schemas.openxmlformats.org/officeDocument/2006/relationships/slide" Target="/ppt/slides/slide35.xml" Id="Rf6b3f752704f4d47" /><Relationship Type="http://schemas.openxmlformats.org/officeDocument/2006/relationships/slide" Target="/ppt/slides/slide36.xml" Id="Rdfdb16b6577447b3" /><Relationship Type="http://schemas.openxmlformats.org/officeDocument/2006/relationships/slide" Target="/ppt/slides/slide37.xml" Id="R4d0732f5fa864baa" /><Relationship Type="http://schemas.openxmlformats.org/officeDocument/2006/relationships/slide" Target="/ppt/slides/slide38.xml" Id="R3d50555d737e40f6" /><Relationship Type="http://schemas.openxmlformats.org/officeDocument/2006/relationships/slide" Target="/ppt/slides/slide39.xml" Id="R4f44da2f3a8442d3" /><Relationship Type="http://schemas.openxmlformats.org/officeDocument/2006/relationships/slide" Target="/ppt/slides/slide40.xml" Id="Rbe2135bacd5f47cc" /><Relationship Type="http://schemas.openxmlformats.org/officeDocument/2006/relationships/slide" Target="/ppt/slides/slide41.xml" Id="Rf4549ebaf6414b62" /><Relationship Type="http://schemas.openxmlformats.org/officeDocument/2006/relationships/slide" Target="/ppt/slides/slide42.xml" Id="Rd0778a5034b04a5a" /><Relationship Type="http://schemas.openxmlformats.org/officeDocument/2006/relationships/slide" Target="/ppt/slides/slide43.xml" Id="R2fe42a727ddc4efb" /><Relationship Type="http://schemas.openxmlformats.org/officeDocument/2006/relationships/slide" Target="/ppt/slides/slide44.xml" Id="R504cb3af536746b4" /><Relationship Type="http://schemas.openxmlformats.org/officeDocument/2006/relationships/slide" Target="/ppt/slides/slide45.xml" Id="Rcd5f96db4ed14b53" /><Relationship Type="http://schemas.openxmlformats.org/officeDocument/2006/relationships/slide" Target="/ppt/slides/slide46.xml" Id="Rc7102f54178e46cc" /><Relationship Type="http://schemas.openxmlformats.org/officeDocument/2006/relationships/slide" Target="/ppt/slides/slide47.xml" Id="R90ae38735e6744ad" /><Relationship Type="http://schemas.openxmlformats.org/officeDocument/2006/relationships/slide" Target="/ppt/slides/slide48.xml" Id="R12ddb7c7fbd74fa4" /><Relationship Type="http://schemas.openxmlformats.org/officeDocument/2006/relationships/slide" Target="/ppt/slides/slide49.xml" Id="Rba74b6e665d24e84" /><Relationship Type="http://schemas.openxmlformats.org/officeDocument/2006/relationships/slide" Target="/ppt/slides/slide50.xml" Id="Rb6d61514386f4095" /><Relationship Type="http://schemas.openxmlformats.org/officeDocument/2006/relationships/slide" Target="/ppt/slides/slide51.xml" Id="Rb8d81bdf6ca64352" /><Relationship Type="http://schemas.openxmlformats.org/officeDocument/2006/relationships/slide" Target="/ppt/slides/slide52.xml" Id="R5e6da967f3be4a3d" /><Relationship Type="http://schemas.openxmlformats.org/officeDocument/2006/relationships/slide" Target="/ppt/slides/slide53.xml" Id="R7a60a69a95284dc7" /><Relationship Type="http://schemas.openxmlformats.org/officeDocument/2006/relationships/slide" Target="/ppt/slides/slide54.xml" Id="R88be023670a345d3" /><Relationship Type="http://schemas.openxmlformats.org/officeDocument/2006/relationships/slide" Target="/ppt/slides/slide55.xml" Id="R956bda3e595b40e6" /><Relationship Type="http://schemas.openxmlformats.org/officeDocument/2006/relationships/slide" Target="/ppt/slides/slide56.xml" Id="Rad40470b2e7a4b5a" /><Relationship Type="http://schemas.openxmlformats.org/officeDocument/2006/relationships/slide" Target="/ppt/slides/slide57.xml" Id="Rfc6d025d720d48fe" /><Relationship Type="http://schemas.openxmlformats.org/officeDocument/2006/relationships/slide" Target="/ppt/slides/slide58.xml" Id="Rba0819a3a9b04cec" /><Relationship Type="http://schemas.openxmlformats.org/officeDocument/2006/relationships/slide" Target="/ppt/slides/slide59.xml" Id="Rdec96ccb2b2244c7" /><Relationship Type="http://schemas.openxmlformats.org/officeDocument/2006/relationships/slide" Target="/ppt/slides/slide60.xml" Id="R3faf6bc0a5b94a6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30d6643ca7f473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ee72cf0a21c4eaa" /><Relationship Type="http://schemas.openxmlformats.org/officeDocument/2006/relationships/notesMaster" Target="/ppt/notesMasters/notesMaster1.xml" Id="Rd8f0b2b5cb684060" /></Relationships>
</file>

<file path=ppt/notesSlides/_rels/notesSlide2.xml.rels>&#65279;<?xml version="1.0" encoding="utf-8"?><Relationships xmlns="http://schemas.openxmlformats.org/package/2006/relationships"><Relationship Type="http://schemas.openxmlformats.org/officeDocument/2006/relationships/slide" Target="/ppt/slides/slide2.xml" Id="R04ae70395f1e4328" /><Relationship Type="http://schemas.openxmlformats.org/officeDocument/2006/relationships/notesMaster" Target="/ppt/notesMasters/notesMaster1.xml" Id="R3493c1a5be1b40c7" /></Relationships>
</file>

<file path=ppt/notesSlides/_rels/notesSlide3.xml.rels>&#65279;<?xml version="1.0" encoding="utf-8"?><Relationships xmlns="http://schemas.openxmlformats.org/package/2006/relationships"><Relationship Type="http://schemas.openxmlformats.org/officeDocument/2006/relationships/slide" Target="/ppt/slides/slide3.xml" Id="Rb6bf144e7ca64743" /><Relationship Type="http://schemas.openxmlformats.org/officeDocument/2006/relationships/notesMaster" Target="/ppt/notesMasters/notesMaster1.xml" Id="R2f7d3d9c971f45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cad5d67a175e4bce" /><Relationship Type="http://schemas.openxmlformats.org/officeDocument/2006/relationships/notesMaster" Target="/ppt/notesMasters/notesMaster1.xml" Id="R8f0a91cfe4fd4a91" /></Relationships>
</file>

<file path=ppt/notesSlides/_rels/notesSlide5.xml.rels>&#65279;<?xml version="1.0" encoding="utf-8"?><Relationships xmlns="http://schemas.openxmlformats.org/package/2006/relationships"><Relationship Type="http://schemas.openxmlformats.org/officeDocument/2006/relationships/slide" Target="/ppt/slides/slide5.xml" Id="R1dcb83c1d90b4872" /><Relationship Type="http://schemas.openxmlformats.org/officeDocument/2006/relationships/notesMaster" Target="/ppt/notesMasters/notesMaster1.xml" Id="R693a9e88c64a4bc8" /></Relationships>
</file>

<file path=ppt/notesSlides/_rels/notesSlide6.xml.rels>&#65279;<?xml version="1.0" encoding="utf-8"?><Relationships xmlns="http://schemas.openxmlformats.org/package/2006/relationships"><Relationship Type="http://schemas.openxmlformats.org/officeDocument/2006/relationships/slide" Target="/ppt/slides/slide6.xml" Id="Rec1eaf1c3475449d" /><Relationship Type="http://schemas.openxmlformats.org/officeDocument/2006/relationships/notesMaster" Target="/ppt/notesMasters/notesMaster1.xml" Id="R205c7274f5cb49ec" /></Relationships>
</file>

<file path=ppt/notesSlides/_rels/notesSlide7.xml.rels>&#65279;<?xml version="1.0" encoding="utf-8"?><Relationships xmlns="http://schemas.openxmlformats.org/package/2006/relationships"><Relationship Type="http://schemas.openxmlformats.org/officeDocument/2006/relationships/slide" Target="/ppt/slides/slide7.xml" Id="R8015f10f205a4ba4" /><Relationship Type="http://schemas.openxmlformats.org/officeDocument/2006/relationships/notesMaster" Target="/ppt/notesMasters/notesMaster1.xml" Id="Rc43a8b00054c48ec" /></Relationships>
</file>

<file path=ppt/notesSlides/_rels/notesSlide8.xml.rels>&#65279;<?xml version="1.0" encoding="utf-8"?><Relationships xmlns="http://schemas.openxmlformats.org/package/2006/relationships"><Relationship Type="http://schemas.openxmlformats.org/officeDocument/2006/relationships/slide" Target="/ppt/slides/slide8.xml" Id="R3d45761ff524484c" /><Relationship Type="http://schemas.openxmlformats.org/officeDocument/2006/relationships/notesMaster" Target="/ppt/notesMasters/notesMaster1.xml" Id="Ra1ad3c355ef848a0" /></Relationships>
</file>

<file path=ppt/notesSlides/_rels/notesSlide9.xml.rels>&#65279;<?xml version="1.0" encoding="utf-8"?><Relationships xmlns="http://schemas.openxmlformats.org/package/2006/relationships"><Relationship Type="http://schemas.openxmlformats.org/officeDocument/2006/relationships/slide" Target="/ppt/slides/slide9.xml" Id="Rcecaf12f505b40fc" /><Relationship Type="http://schemas.openxmlformats.org/officeDocument/2006/relationships/notesMaster" Target="/ppt/notesMasters/notesMaster1.xml" Id="Rc41cacdb7e0e47e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d1ae66e4c154ffb" /><Relationship Type="http://schemas.openxmlformats.org/officeDocument/2006/relationships/notesMaster" Target="/ppt/notesMasters/notesMaster1.xml" Id="Rc758e51d66f2409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669b53dfc1747d0" /><Relationship Type="http://schemas.openxmlformats.org/officeDocument/2006/relationships/notesMaster" Target="/ppt/notesMasters/notesMaster1.xml" Id="R1ccd73c2010c48d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c91d230ab71423f" /><Relationship Type="http://schemas.openxmlformats.org/officeDocument/2006/relationships/notesMaster" Target="/ppt/notesMasters/notesMaster1.xml" Id="Rea5e4db428f145f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8779780a1324209" /><Relationship Type="http://schemas.openxmlformats.org/officeDocument/2006/relationships/notesMaster" Target="/ppt/notesMasters/notesMaster1.xml" Id="R2a5f0211e0bf4f6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5876d6e45164ee1" /><Relationship Type="http://schemas.openxmlformats.org/officeDocument/2006/relationships/notesMaster" Target="/ppt/notesMasters/notesMaster1.xml" Id="R68c2e9d6f0e747a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3eccf97a6d84bc4" /><Relationship Type="http://schemas.openxmlformats.org/officeDocument/2006/relationships/notesMaster" Target="/ppt/notesMasters/notesMaster1.xml" Id="R5b64ec005904482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4cdef3b374e428b" /><Relationship Type="http://schemas.openxmlformats.org/officeDocument/2006/relationships/notesMaster" Target="/ppt/notesMasters/notesMaster1.xml" Id="Rf7434e8d60a1453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9006c30a8a54d8e" /><Relationship Type="http://schemas.openxmlformats.org/officeDocument/2006/relationships/notesMaster" Target="/ppt/notesMasters/notesMaster1.xml" Id="Rf23e284f705b47c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57f86f718284f9a" /><Relationship Type="http://schemas.openxmlformats.org/officeDocument/2006/relationships/notesMaster" Target="/ppt/notesMasters/notesMaster1.xml" Id="R72d8f1ce7439472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530db61418f40f1" /><Relationship Type="http://schemas.openxmlformats.org/officeDocument/2006/relationships/notesMaster" Target="/ppt/notesMasters/notesMaster1.xml" Id="Rcb8c9f60e82247d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eaaa1fdd6114c66" /><Relationship Type="http://schemas.openxmlformats.org/officeDocument/2006/relationships/notesMaster" Target="/ppt/notesMasters/notesMaster1.xml" Id="Rb8e35f647f78441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b95816a48ad4115" /><Relationship Type="http://schemas.openxmlformats.org/officeDocument/2006/relationships/notesMaster" Target="/ppt/notesMasters/notesMaster1.xml" Id="Rebfe613fd30e48d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94e354281304beb" /><Relationship Type="http://schemas.openxmlformats.org/officeDocument/2006/relationships/notesMaster" Target="/ppt/notesMasters/notesMaster1.xml" Id="R0013c512ddba483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154896ef57545cf" /><Relationship Type="http://schemas.openxmlformats.org/officeDocument/2006/relationships/notesMaster" Target="/ppt/notesMasters/notesMaster1.xml" Id="R57586a2616d84ac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8a2c941e9784ad5" /><Relationship Type="http://schemas.openxmlformats.org/officeDocument/2006/relationships/notesMaster" Target="/ppt/notesMasters/notesMaster1.xml" Id="R223841bddfc1414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3005f4cc8604f93" /><Relationship Type="http://schemas.openxmlformats.org/officeDocument/2006/relationships/notesMaster" Target="/ppt/notesMasters/notesMaster1.xml" Id="Re40cf2493b374e0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a1bed2ff7ff43b1" /><Relationship Type="http://schemas.openxmlformats.org/officeDocument/2006/relationships/notesMaster" Target="/ppt/notesMasters/notesMaster1.xml" Id="R51f2ba4d0931432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d8d3cb7ba1d48a4" /><Relationship Type="http://schemas.openxmlformats.org/officeDocument/2006/relationships/notesMaster" Target="/ppt/notesMasters/notesMaster1.xml" Id="R58d2176eefbf4f4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2318008cee54eb6" /><Relationship Type="http://schemas.openxmlformats.org/officeDocument/2006/relationships/notesMaster" Target="/ppt/notesMasters/notesMaster1.xml" Id="R7bc2c90bb08343d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bebad9029ad4846" /><Relationship Type="http://schemas.openxmlformats.org/officeDocument/2006/relationships/notesMaster" Target="/ppt/notesMasters/notesMaster1.xml" Id="R6aa56d5d5c4741a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0a143e5dc24406c" /><Relationship Type="http://schemas.openxmlformats.org/officeDocument/2006/relationships/notesMaster" Target="/ppt/notesMasters/notesMaster1.xml" Id="R04ff852c01a14e0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31d240617a541a0" /><Relationship Type="http://schemas.openxmlformats.org/officeDocument/2006/relationships/notesMaster" Target="/ppt/notesMasters/notesMaster1.xml" Id="R6c6817af7d25410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6d5a49a3bfe4157" /><Relationship Type="http://schemas.openxmlformats.org/officeDocument/2006/relationships/notesMaster" Target="/ppt/notesMasters/notesMaster1.xml" Id="R8f5d1280682c454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0c85dab05c742cd" /><Relationship Type="http://schemas.openxmlformats.org/officeDocument/2006/relationships/notesMaster" Target="/ppt/notesMasters/notesMaster1.xml" Id="Rdfe4e514d226418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a1ecfdbe6284644" /><Relationship Type="http://schemas.openxmlformats.org/officeDocument/2006/relationships/notesMaster" Target="/ppt/notesMasters/notesMaster1.xml" Id="R26a291e0e15148a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8960f38855a4e6d" /><Relationship Type="http://schemas.openxmlformats.org/officeDocument/2006/relationships/notesMaster" Target="/ppt/notesMasters/notesMaster1.xml" Id="R08f346794d784f3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86a971cfb88474f" /><Relationship Type="http://schemas.openxmlformats.org/officeDocument/2006/relationships/notesMaster" Target="/ppt/notesMasters/notesMaster1.xml" Id="R5838e728b41d4b4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5a52331f4d64525" /><Relationship Type="http://schemas.openxmlformats.org/officeDocument/2006/relationships/notesMaster" Target="/ppt/notesMasters/notesMaster1.xml" Id="Rf0526a741b0f461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c41111cc99e488e" /><Relationship Type="http://schemas.openxmlformats.org/officeDocument/2006/relationships/notesMaster" Target="/ppt/notesMasters/notesMaster1.xml" Id="R1d0d9becfa104c8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211dd05404204131" /><Relationship Type="http://schemas.openxmlformats.org/officeDocument/2006/relationships/notesMaster" Target="/ppt/notesMasters/notesMaster1.xml" Id="R48a0a46fdd844fd4"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f7b8b5e641342d8" /><Relationship Type="http://schemas.openxmlformats.org/officeDocument/2006/relationships/notesMaster" Target="/ppt/notesMasters/notesMaster1.xml" Id="Ra90984ffbeb0444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9178b2416794bac" /><Relationship Type="http://schemas.openxmlformats.org/officeDocument/2006/relationships/notesMaster" Target="/ppt/notesMasters/notesMaster1.xml" Id="R5a80992ff11949b6"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7fa8fadf57504d4a" /><Relationship Type="http://schemas.openxmlformats.org/officeDocument/2006/relationships/notesMaster" Target="/ppt/notesMasters/notesMaster1.xml" Id="Re9082bd839f5478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5b46d489ac6742e1" /><Relationship Type="http://schemas.openxmlformats.org/officeDocument/2006/relationships/notesMaster" Target="/ppt/notesMasters/notesMaster1.xml" Id="Rfead1021fd8e4f10"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075eff42c4ee4933" /><Relationship Type="http://schemas.openxmlformats.org/officeDocument/2006/relationships/notesMaster" Target="/ppt/notesMasters/notesMaster1.xml" Id="Rfdf992f78c96400a"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710447dfe935402c" /><Relationship Type="http://schemas.openxmlformats.org/officeDocument/2006/relationships/notesMaster" Target="/ppt/notesMasters/notesMaster1.xml" Id="R2bc78d2b99044b04"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f80dc502cb9e4d92" /><Relationship Type="http://schemas.openxmlformats.org/officeDocument/2006/relationships/notesMaster" Target="/ppt/notesMasters/notesMaster1.xml" Id="Rdfb47f8a5c8840f3"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04d3141aedca4e62" /><Relationship Type="http://schemas.openxmlformats.org/officeDocument/2006/relationships/notesMaster" Target="/ppt/notesMasters/notesMaster1.xml" Id="R6b3b2aa6a4e74542"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b3a4a2f149724959" /><Relationship Type="http://schemas.openxmlformats.org/officeDocument/2006/relationships/notesMaster" Target="/ppt/notesMasters/notesMaster1.xml" Id="Rb61e63075738425f"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55cf12f935af4817" /><Relationship Type="http://schemas.openxmlformats.org/officeDocument/2006/relationships/notesMaster" Target="/ppt/notesMasters/notesMaster1.xml" Id="Rb629524fbf444ccb"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5fa7b7614c0a4f04" /><Relationship Type="http://schemas.openxmlformats.org/officeDocument/2006/relationships/notesMaster" Target="/ppt/notesMasters/notesMaster1.xml" Id="R7ad81a38125148ea"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c8b9b9a9fa00434a" /><Relationship Type="http://schemas.openxmlformats.org/officeDocument/2006/relationships/notesMaster" Target="/ppt/notesMasters/notesMaster1.xml" Id="Rde3ccddda1de4a7e"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2ea88fa5be714472" /><Relationship Type="http://schemas.openxmlformats.org/officeDocument/2006/relationships/notesMaster" Target="/ppt/notesMasters/notesMaster1.xml" Id="R0ce0bbe07fab4d0d"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28239db166c1423a" /><Relationship Type="http://schemas.openxmlformats.org/officeDocument/2006/relationships/notesMaster" Target="/ppt/notesMasters/notesMaster1.xml" Id="Rcaf5ca0660154cae"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e6a2c36b302040af" /><Relationship Type="http://schemas.openxmlformats.org/officeDocument/2006/relationships/notesMaster" Target="/ppt/notesMasters/notesMaster1.xml" Id="Rd366d7c5adcd42e5"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543ef7129cc34a5f" /><Relationship Type="http://schemas.openxmlformats.org/officeDocument/2006/relationships/notesMaster" Target="/ppt/notesMasters/notesMaster1.xml" Id="Rca33e692c98e4b19"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673bf5793dfc49df" /><Relationship Type="http://schemas.openxmlformats.org/officeDocument/2006/relationships/notesMaster" Target="/ppt/notesMasters/notesMaster1.xml" Id="R37373c9241b44353"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ee3fc7318d6a43c1" /><Relationship Type="http://schemas.openxmlformats.org/officeDocument/2006/relationships/notesMaster" Target="/ppt/notesMasters/notesMaster1.xml" Id="R0d89b078f58948bf"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0b6f6561e8bb4693" /><Relationship Type="http://schemas.openxmlformats.org/officeDocument/2006/relationships/notesMaster" Target="/ppt/notesMasters/notesMaster1.xml" Id="Rbc3b9d4dbfd34bcc"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a29c33a2466b4de4" /><Relationship Type="http://schemas.openxmlformats.org/officeDocument/2006/relationships/notesMaster" Target="/ppt/notesMasters/notesMaster1.xml" Id="R1014ca29915c4f1e"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d30386d715c64d61" /><Relationship Type="http://schemas.openxmlformats.org/officeDocument/2006/relationships/notesMaster" Target="/ppt/notesMasters/notesMaster1.xml" Id="Rdd9c20f3507b420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learners. Tell them the course follows one retail example from raw Python data to a governed Delta table. Menu labels may differ slightly by tenant.</a:t>
            </a:r>
          </a:p>
          <a:p xmlns:a="http://schemas.openxmlformats.org/drawingml/2006/main">
            <a:r>
              <a:t/>
            </a:r>
          </a:p>
          <a:p xmlns:a="http://schemas.openxmlformats.org/drawingml/2006/main">
            <a:r>
              <a:t>Sources:</a:t>
            </a:r>
          </a:p>
          <a:p xmlns:a="http://schemas.openxmlformats.org/drawingml/2006/main">
            <a:r>
              <a:t>https://learn.microsoft.com/azure/databricks/admin/workspace/create-workspace</a:t>
            </a:r>
          </a:p>
          <a:p xmlns:a="http://schemas.openxmlformats.org/drawingml/2006/main">
            <a:r>
              <a:t>https://learn.microsoft.com/azure/databricks/notebooks/notebooks-manage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simple idea first. Use the example exactly as shown, then ask one learner to restate it. Each concept follows the same learning rhythm.</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process from left to right. Pause before the final step and ask learners to predict it. The learner should be able to explain every arrow, not only run the code.</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simple idea first. Use the example exactly as shown, then ask one learner to restate it. A retailer receives orders from several systems and needs one trusted table.</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table as a comparison, not as a script. Ask for one example from the learner's experience. Final evidence is a rerunnable notebook plus a governed Delta table.</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simple idea first. Use the example exactly as shown, then ask one learner to restate it. Azure Databricks is a cloud platform for processing, analysing and governing data.</a:t>
            </a:r>
          </a:p>
          <a:p xmlns:a="http://schemas.openxmlformats.org/drawingml/2006/main">
            <a:r>
              <a:t/>
            </a:r>
          </a:p>
          <a:p xmlns:a="http://schemas.openxmlformats.org/drawingml/2006/main">
            <a:r>
              <a:t>Sources:</a:t>
            </a:r>
          </a:p>
          <a:p xmlns:a="http://schemas.openxmlformats.org/drawingml/2006/main">
            <a:r>
              <a:t>https://learn.microsoft.com/azure/databricks/admin/workspace/create-workspace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simple idea first. Use the example exactly as shown, then ask one learner to restate it. Databricks brings data work into one managed environment.</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simple idea first. Use the example exactly as shown, then ask one learner to restate it. Business systems produce data with different formats, rules and quality levels.</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process from left to right. Pause before the final step and ask learners to predict it. Databricks supplies the workspace and execution capabilities for this journey.</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table as a comparison, not as a script. Ask for one example from the learner's experience. ADLS stores; Spark processes; Delta records; Unity Catalog governs.</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simple idea first. Use the example exactly as shown, then ask one learner to restate it. Business data normally lives in cloud storage such as Azure Data Lake Storage.</a:t>
            </a:r>
          </a:p>
          <a:p xmlns:a="http://schemas.openxmlformats.org/drawingml/2006/main">
            <a:r>
              <a:t/>
            </a:r>
          </a:p>
          <a:p xmlns:a="http://schemas.openxmlformats.org/drawingml/2006/main">
            <a:r>
              <a:t>Sources:</a:t>
            </a:r>
          </a:p>
          <a:p xmlns:a="http://schemas.openxmlformats.org/drawingml/2006/main">
            <a:r>
              <a:t>https://learn.microsoft.com/azure/databricks/delta/tutorial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the two sides. Ask learners to give one difference before revealing the closing sentence: A lakehouse brings reliable table management to data held in lake storage.</a:t>
            </a:r>
          </a:p>
          <a:p xmlns:a="http://schemas.openxmlformats.org/drawingml/2006/main">
            <a:r>
              <a:t/>
            </a:r>
          </a:p>
          <a:p xmlns:a="http://schemas.openxmlformats.org/drawingml/2006/main">
            <a:r>
              <a:t>Sources:</a:t>
            </a:r>
          </a:p>
          <a:p xmlns:a="http://schemas.openxmlformats.org/drawingml/2006/main">
            <a:r>
              <a:t>https://learn.microsoft.com/azure/databricks/delta/tutorial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table as a comparison, not as a script. Ask for one example from the learner's experience. Do not confuse the document, the machine, the storage and the permission system.</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simple idea first. Use the example exactly as shown, then ask one learner to restate it. Spark divides large work into tasks that can run across executor processes.</a:t>
            </a:r>
          </a:p>
          <a:p xmlns:a="http://schemas.openxmlformats.org/drawingml/2006/main">
            <a:r>
              <a:t/>
            </a:r>
          </a:p>
          <a:p xmlns:a="http://schemas.openxmlformats.org/drawingml/2006/main">
            <a:r>
              <a:t>Sources:</a:t>
            </a:r>
          </a:p>
          <a:p xmlns:a="http://schemas.openxmlformats.org/drawingml/2006/main">
            <a:r>
              <a:t>https://spark.apache.org/docs/latest/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process from left to right. Pause before the final step and ask learners to predict it. A DataFrame describes distributed work; it is not one local Java List in driver memory.</a:t>
            </a:r>
          </a:p>
          <a:p xmlns:a="http://schemas.openxmlformats.org/drawingml/2006/main">
            <a:r>
              <a:t/>
            </a:r>
          </a:p>
          <a:p xmlns:a="http://schemas.openxmlformats.org/drawingml/2006/main">
            <a:r>
              <a:t>Sources:</a:t>
            </a:r>
          </a:p>
          <a:p xmlns:a="http://schemas.openxmlformats.org/drawingml/2006/main">
            <a:r>
              <a:t>https://spark.apache.org/docs/latest/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the two sides. Ask learners to give one difference before revealing the closing sentence: Spark can optimize the complete plan before an action requests execution.</a:t>
            </a:r>
          </a:p>
          <a:p xmlns:a="http://schemas.openxmlformats.org/drawingml/2006/main">
            <a:r>
              <a:t/>
            </a:r>
          </a:p>
          <a:p xmlns:a="http://schemas.openxmlformats.org/drawingml/2006/main">
            <a:r>
              <a:t>Sources:</a:t>
            </a:r>
          </a:p>
          <a:p xmlns:a="http://schemas.openxmlformats.org/drawingml/2006/main">
            <a:r>
              <a:t>https://spark.apache.org/docs/latest/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simple idea first. Use the example exactly as shown, then ask one learner to restate it. Spark usually delays full processing until an action requests a result.</a:t>
            </a:r>
          </a:p>
          <a:p xmlns:a="http://schemas.openxmlformats.org/drawingml/2006/main">
            <a:r>
              <a:t/>
            </a:r>
          </a:p>
          <a:p xmlns:a="http://schemas.openxmlformats.org/drawingml/2006/main">
            <a:r>
              <a:t>Sources:</a:t>
            </a:r>
          </a:p>
          <a:p xmlns:a="http://schemas.openxmlformats.org/drawingml/2006/main">
            <a:r>
              <a:t>https://spark.apache.org/docs/latest/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table as a comparison, not as a script. Ask for one example from the learner's experience. Prediction: the three totals should be 60000.0, 1600.0 and 4500.0.</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paste and immediately run. Read each line, ask what it creates, and ask learners to predict the output. Expected result: A DataFrame with 3 rows and 4 named columns.</a:t>
            </a:r>
          </a:p>
          <a:p xmlns:a="http://schemas.openxmlformats.org/drawingml/2006/main">
            <a:r>
              <a:t/>
            </a:r>
          </a:p>
          <a:p xmlns:a="http://schemas.openxmlformats.org/drawingml/2006/main">
            <a:r>
              <a:t>Sources:</a:t>
            </a:r>
          </a:p>
          <a:p xmlns:a="http://schemas.openxmlformats.org/drawingml/2006/main">
            <a:r>
              <a:t>https://spark.apache.org/docs/latest/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paste and immediately run. Read each line, ask what it creates, and ask learners to predict the output. Expected result: O101 has total_amount 60000.0.</a:t>
            </a:r>
          </a:p>
          <a:p xmlns:a="http://schemas.openxmlformats.org/drawingml/2006/main">
            <a:r>
              <a:t/>
            </a:r>
          </a:p>
          <a:p xmlns:a="http://schemas.openxmlformats.org/drawingml/2006/main">
            <a:r>
              <a:t>Sources:</a:t>
            </a:r>
          </a:p>
          <a:p xmlns:a="http://schemas.openxmlformats.org/drawingml/2006/main">
            <a:r>
              <a:t>https://spark.apache.org/docs/latest/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table as a comparison, not as a script. Ask for one example from the learner's experience. If the result differs, inspect the schema and multiplication expression before writing.</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simple idea first. Use the example exactly as shown, then ask one learner to restate it. Every line creates data, describes work or requests execution.</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simple idea first. Use the example exactly as shown, then ask one learner to restate it. A Delta table combines Parquet data with a transaction log.</a:t>
            </a:r>
          </a:p>
          <a:p xmlns:a="http://schemas.openxmlformats.org/drawingml/2006/main">
            <a:r>
              <a:t/>
            </a:r>
          </a:p>
          <a:p xmlns:a="http://schemas.openxmlformats.org/drawingml/2006/main">
            <a:r>
              <a:t>Sources:</a:t>
            </a:r>
          </a:p>
          <a:p xmlns:a="http://schemas.openxmlformats.org/drawingml/2006/main">
            <a:r>
              <a:t>https://learn.microsoft.com/azure/databricks/delta/tutorial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paste and immediately run. Read each line, ask what it creates, and ask learners to predict the output. Expected result: training_lab.student_01.orders exists.</a:t>
            </a:r>
          </a:p>
          <a:p xmlns:a="http://schemas.openxmlformats.org/drawingml/2006/main">
            <a:r>
              <a:t/>
            </a:r>
          </a:p>
          <a:p xmlns:a="http://schemas.openxmlformats.org/drawingml/2006/main">
            <a:r>
              <a:t>Sources:</a:t>
            </a:r>
          </a:p>
          <a:p xmlns:a="http://schemas.openxmlformats.org/drawingml/2006/main">
            <a:r>
              <a:t>https://learn.microsoft.com/azure/databricks/delta/tutorial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process from left to right. Pause before the final step and ask learners to predict it. Authorized users and jobs can now discover and query the governed table.</a:t>
            </a:r>
          </a:p>
          <a:p xmlns:a="http://schemas.openxmlformats.org/drawingml/2006/main">
            <a:r>
              <a:t/>
            </a:r>
          </a:p>
          <a:p xmlns:a="http://schemas.openxmlformats.org/drawingml/2006/main">
            <a:r>
              <a:t>Sources:</a:t>
            </a:r>
          </a:p>
          <a:p xmlns:a="http://schemas.openxmlformats.org/drawingml/2006/main">
            <a:r>
              <a:t>https://learn.microsoft.com/azure/databricks/delta/tutorial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table as a comparison, not as a script. Ask for one example from the learner's experience. Always replace student_01 with the schema assigned to the learner.</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simple idea first. Use the example exactly as shown, then ask one learner to restate it. The platform pieces now have clear responsibilities.</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simple idea first. Use the example exactly as shown, then ask one learner to restate it. A Databricks workspace is where users organize data and AI work.</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the two sides. Ask learners to give one difference before revealing the closing sentence: Azure creates and manages the service; Databricks is where data work happens.</a:t>
            </a:r>
          </a:p>
          <a:p xmlns:a="http://schemas.openxmlformats.org/drawingml/2006/main">
            <a:r>
              <a:t/>
            </a:r>
          </a:p>
          <a:p xmlns:a="http://schemas.openxmlformats.org/drawingml/2006/main">
            <a:r>
              <a:t>Sources:</a:t>
            </a:r>
          </a:p>
          <a:p xmlns:a="http://schemas.openxmlformats.org/drawingml/2006/main">
            <a:r>
              <a:t>https://learn.microsoft.com/azure/databricks/admin/workspace/create-workspace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table as a comparison, not as a script. Ask for one example from the learner's experience. Menu order can change; the purpose of each area remains the anchor.</a:t>
            </a:r>
          </a:p>
          <a:p xmlns:a="http://schemas.openxmlformats.org/drawingml/2006/main">
            <a:r>
              <a:t/>
            </a:r>
          </a:p>
          <a:p xmlns:a="http://schemas.openxmlformats.org/drawingml/2006/main">
            <a:r>
              <a:t>Sources:</a:t>
            </a:r>
          </a:p>
          <a:p xmlns:a="http://schemas.openxmlformats.org/drawingml/2006/main">
            <a:r>
              <a:t>https://learn.microsoft.com/azure/databricks/notebooks/notebooks-manage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simple idea first. Use the example exactly as shown, then ask one learner to restate it. Use the analogy to separate organization from execution.</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to the screenshot rather than reading every label. Explain the three numbered items and remind learners that labels can vary slightly by tenant and permissions. Recent Databricks New menu with Notebook selected.</a:t>
            </a:r>
          </a:p>
          <a:p xmlns:a="http://schemas.openxmlformats.org/drawingml/2006/main">
            <a:r>
              <a:t/>
            </a:r>
          </a:p>
          <a:p xmlns:a="http://schemas.openxmlformats.org/drawingml/2006/main">
            <a:r>
              <a:t>Sources:</a:t>
            </a:r>
          </a:p>
          <a:p xmlns:a="http://schemas.openxmlformats.org/drawingml/2006/main">
            <a:r>
              <a:t>https://learn.microsoft.com/azure/databricks/notebooks/notebooks-manage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simple idea first. Use the example exactly as shown, then ask one learner to restate it. A notebook is an interactive document containing executable cells and their outputs.</a:t>
            </a:r>
          </a:p>
          <a:p xmlns:a="http://schemas.openxmlformats.org/drawingml/2006/main">
            <a:r>
              <a:t/>
            </a:r>
          </a:p>
          <a:p xmlns:a="http://schemas.openxmlformats.org/drawingml/2006/main">
            <a:r>
              <a:t>Sources:</a:t>
            </a:r>
          </a:p>
          <a:p xmlns:a="http://schemas.openxmlformats.org/drawingml/2006/main">
            <a:r>
              <a:t>https://learn.microsoft.com/azure/databricks/notebooks/notebooks-manage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table as a comparison, not as a script. Ask for one example from the learner's experience. A language magic command must begin the cell.</a:t>
            </a:r>
          </a:p>
          <a:p xmlns:a="http://schemas.openxmlformats.org/drawingml/2006/main">
            <a:r>
              <a:t/>
            </a:r>
          </a:p>
          <a:p xmlns:a="http://schemas.openxmlformats.org/drawingml/2006/main">
            <a:r>
              <a:t>Sources:</a:t>
            </a:r>
          </a:p>
          <a:p xmlns:a="http://schemas.openxmlformats.org/drawingml/2006/main">
            <a:r>
              <a:t>https://learn.microsoft.com/azure/databricks/notebooks/notebooks-manage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simple idea first. Use the example exactly as shown, then ask one learner to restate it. A magic command such as %sql changes the language for that cell.</a:t>
            </a:r>
          </a:p>
          <a:p xmlns:a="http://schemas.openxmlformats.org/drawingml/2006/main">
            <a:r>
              <a:t/>
            </a:r>
          </a:p>
          <a:p xmlns:a="http://schemas.openxmlformats.org/drawingml/2006/main">
            <a:r>
              <a:t>Sources:</a:t>
            </a:r>
          </a:p>
          <a:p xmlns:a="http://schemas.openxmlformats.org/drawingml/2006/main">
            <a:r>
              <a:t>https://learn.microsoft.com/azure/databricks/notebooks/notebooks-manage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process from left to right. Pause before the final step and ask learners to predict it. Separate destructive publishing from exploration so learners know exactly what a rerun will change.</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simple idea first. Use the example exactly as shown, then ask one learner to restate it. Compute executes notebook commands and Spark tasks.</a:t>
            </a:r>
          </a:p>
          <a:p xmlns:a="http://schemas.openxmlformats.org/drawingml/2006/main">
            <a:r>
              <a:t/>
            </a:r>
          </a:p>
          <a:p xmlns:a="http://schemas.openxmlformats.org/drawingml/2006/main">
            <a:r>
              <a:t>Sources:</a:t>
            </a:r>
          </a:p>
          <a:p xmlns:a="http://schemas.openxmlformats.org/drawingml/2006/main">
            <a:r>
              <a:t>https://learn.microsoft.com/azure/databricks/compute/configure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table as a comparison, not as a script. Ask for one example from the learner's experience. Serverless reduces infrastructure work, but usage still has a cost.</a:t>
            </a:r>
          </a:p>
          <a:p xmlns:a="http://schemas.openxmlformats.org/drawingml/2006/main">
            <a:r>
              <a:t/>
            </a:r>
          </a:p>
          <a:p xmlns:a="http://schemas.openxmlformats.org/drawingml/2006/main">
            <a:r>
              <a:t>Sources:</a:t>
            </a:r>
          </a:p>
          <a:p xmlns:a="http://schemas.openxmlformats.org/drawingml/2006/main">
            <a:r>
              <a:t>https://learn.microsoft.com/azure/databricks/compute/configure</a:t>
            </a:r>
          </a:p>
          <a:p xmlns:a="http://schemas.openxmlformats.org/drawingml/2006/main">
            <a:r>
              <a:t>https://learn.microsoft.com/azure/databricks/compute/serverless/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simple idea first. Use the example exactly as shown, then ask one learner to restate it. Databricks manages the infrastructure and allocates compute when needed.</a:t>
            </a:r>
          </a:p>
          <a:p xmlns:a="http://schemas.openxmlformats.org/drawingml/2006/main">
            <a:r>
              <a:t/>
            </a:r>
          </a:p>
          <a:p xmlns:a="http://schemas.openxmlformats.org/drawingml/2006/main">
            <a:r>
              <a:t>Sources:</a:t>
            </a:r>
          </a:p>
          <a:p xmlns:a="http://schemas.openxmlformats.org/drawingml/2006/main">
            <a:r>
              <a:t>https://learn.microsoft.com/azure/databricks/compute/serverless/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to the screenshot rather than reading every label. Explain the three numbered items and remind learners that labels can vary slightly by tenant and permissions. Recent simple compute configuration form.</a:t>
            </a:r>
          </a:p>
          <a:p xmlns:a="http://schemas.openxmlformats.org/drawingml/2006/main">
            <a:r>
              <a:t/>
            </a:r>
          </a:p>
          <a:p xmlns:a="http://schemas.openxmlformats.org/drawingml/2006/main">
            <a:r>
              <a:t>Sources:</a:t>
            </a:r>
          </a:p>
          <a:p xmlns:a="http://schemas.openxmlformats.org/drawingml/2006/main">
            <a:r>
              <a:t>https://learn.microsoft.com/azure/databricks/compute/configure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simple idea first. Use the example exactly as shown, then ask one learner to restate it. Use one Premium workspace with one learner group and one schema per learner.</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table as a comparison, not as a script. Ask for one example from the learner's experience. Test one real learner account before class—not only the trainer account.</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to the screenshot rather than reading every label. Explain the three numbered items and remind learners that labels can vary slightly by tenant and permissions. Recent notebook toolbar and compute selector.</a:t>
            </a:r>
          </a:p>
          <a:p xmlns:a="http://schemas.openxmlformats.org/drawingml/2006/main">
            <a:r>
              <a:t/>
            </a:r>
          </a:p>
          <a:p xmlns:a="http://schemas.openxmlformats.org/drawingml/2006/main">
            <a:r>
              <a:t>Sources:</a:t>
            </a:r>
          </a:p>
          <a:p xmlns:a="http://schemas.openxmlformats.org/drawingml/2006/main">
            <a:r>
              <a:t>https://learn.microsoft.com/azure/databricks/notebooks/notebooks-manage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paste and immediately run. Read each line, ask what it creates, and ask learners to predict the output. Expected result: Greeting and a Spark version are displayed.</a:t>
            </a:r>
          </a:p>
          <a:p xmlns:a="http://schemas.openxmlformats.org/drawingml/2006/main">
            <a:r>
              <a:t/>
            </a:r>
          </a:p>
          <a:p xmlns:a="http://schemas.openxmlformats.org/drawingml/2006/main">
            <a:r>
              <a:t>Sources:</a:t>
            </a:r>
          </a:p>
          <a:p xmlns:a="http://schemas.openxmlformats.org/drawingml/2006/main">
            <a:r>
              <a:t>https://learn.microsoft.com/azure/databricks/notebooks/notebooks-manage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paste and immediately run. Read each line, ask what it creates, and ask learners to predict the output. Expected result: Five rows: 0, 1, 2, 3 and 4.</a:t>
            </a:r>
          </a:p>
          <a:p xmlns:a="http://schemas.openxmlformats.org/drawingml/2006/main">
            <a:r>
              <a:t/>
            </a:r>
          </a:p>
          <a:p xmlns:a="http://schemas.openxmlformats.org/drawingml/2006/main">
            <a:r>
              <a:t>Sources:</a:t>
            </a:r>
          </a:p>
          <a:p xmlns:a="http://schemas.openxmlformats.org/drawingml/2006/main">
            <a:r>
              <a:t>https://spark.apache.org/docs/latest/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paste and immediately run. Read each line, ask what it creates, and ask learners to predict the output. Expected result: Four students appear.</a:t>
            </a:r>
          </a:p>
          <a:p xmlns:a="http://schemas.openxmlformats.org/drawingml/2006/main">
            <a:r>
              <a:t/>
            </a:r>
          </a:p>
          <a:p xmlns:a="http://schemas.openxmlformats.org/drawingml/2006/main">
            <a:r>
              <a:t>Sources:</a:t>
            </a:r>
          </a:p>
          <a:p xmlns:a="http://schemas.openxmlformats.org/drawingml/2006/main">
            <a:r>
              <a:t>https://spark.apache.org/docs/latest/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paste and immediately run. Read each line, ask what it creates, and ask learners to predict the output. Expected result: Asha 85 and Meena 91 remain.</a:t>
            </a:r>
          </a:p>
          <a:p xmlns:a="http://schemas.openxmlformats.org/drawingml/2006/main">
            <a:r>
              <a:t/>
            </a:r>
          </a:p>
          <a:p xmlns:a="http://schemas.openxmlformats.org/drawingml/2006/main">
            <a:r>
              <a:t>Sources:</a:t>
            </a:r>
          </a:p>
          <a:p xmlns:a="http://schemas.openxmlformats.org/drawingml/2006/main">
            <a:r>
              <a:t>https://spark.apache.org/docs/latest/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paste and immediately run. Read each line, ask what it creates, and ask learners to predict the output. Expected result: Meena appears before Asha.</a:t>
            </a:r>
          </a:p>
          <a:p xmlns:a="http://schemas.openxmlformats.org/drawingml/2006/main">
            <a:r>
              <a:t/>
            </a:r>
          </a:p>
          <a:p xmlns:a="http://schemas.openxmlformats.org/drawingml/2006/main">
            <a:r>
              <a:t>Sources:</a:t>
            </a:r>
          </a:p>
          <a:p xmlns:a="http://schemas.openxmlformats.org/drawingml/2006/main">
            <a:r>
              <a:t>https://learn.microsoft.com/azure/databricks/notebooks/notebooks-manage</a:t>
            </a:r>
          </a:p>
          <a:p xmlns:a="http://schemas.openxmlformats.org/drawingml/2006/main">
            <a:r>
              <a:t>https://spark.apache.org/docs/latest/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simple idea first. Use the example exactly as shown, then ask one learner to restate it. Use SQL to confirm the user and namespace, then document the lab.</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paste and immediately run. Read each line, ask what it creates, and ask learners to predict the output. Expected result: orders_df contains 3 rows.</a:t>
            </a:r>
          </a:p>
          <a:p xmlns:a="http://schemas.openxmlformats.org/drawingml/2006/main">
            <a:r>
              <a:t/>
            </a:r>
          </a:p>
          <a:p xmlns:a="http://schemas.openxmlformats.org/drawingml/2006/main">
            <a:r>
              <a:t>Sources:</a:t>
            </a:r>
          </a:p>
          <a:p xmlns:a="http://schemas.openxmlformats.org/drawingml/2006/main">
            <a:r>
              <a:t>https://spark.apache.org/docs/latest/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paste and immediately run. Read each line, ask what it creates, and ask learners to predict the output. Expected result: O101 appears first with 60000.0.</a:t>
            </a:r>
          </a:p>
          <a:p xmlns:a="http://schemas.openxmlformats.org/drawingml/2006/main">
            <a:r>
              <a:t/>
            </a:r>
          </a:p>
          <a:p xmlns:a="http://schemas.openxmlformats.org/drawingml/2006/main">
            <a:r>
              <a:t>Sources:</a:t>
            </a:r>
          </a:p>
          <a:p xmlns:a="http://schemas.openxmlformats.org/drawingml/2006/main">
            <a:r>
              <a:t>https://spark.apache.org/docs/latest/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paste and immediately run. Read each line, ask what it creates, and ask learners to predict the output. Expected result: The orders table is registered and queryable.</a:t>
            </a:r>
          </a:p>
          <a:p xmlns:a="http://schemas.openxmlformats.org/drawingml/2006/main">
            <a:r>
              <a:t/>
            </a:r>
          </a:p>
          <a:p xmlns:a="http://schemas.openxmlformats.org/drawingml/2006/main">
            <a:r>
              <a:t>Sources:</a:t>
            </a:r>
          </a:p>
          <a:p xmlns:a="http://schemas.openxmlformats.org/drawingml/2006/main">
            <a:r>
              <a:t>https://learn.microsoft.com/azure/databricks/delta/tutorial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paste and immediately run. Read each line, ask what it creates, and ask learners to predict the output. Expected result: Three rows, Delta format and a WRITE operation.</a:t>
            </a:r>
          </a:p>
          <a:p xmlns:a="http://schemas.openxmlformats.org/drawingml/2006/main">
            <a:r>
              <a:t/>
            </a:r>
          </a:p>
          <a:p xmlns:a="http://schemas.openxmlformats.org/drawingml/2006/main">
            <a:r>
              <a:t>Sources:</a:t>
            </a:r>
          </a:p>
          <a:p xmlns:a="http://schemas.openxmlformats.org/drawingml/2006/main">
            <a:r>
              <a:t>https://learn.microsoft.com/azure/databricks/delta/tutorial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simple idea first. Use the example exactly as shown, then ask one learner to restate it. Add one new order with append, then inspect history again.</a:t>
            </a:r>
          </a:p>
          <a:p xmlns:a="http://schemas.openxmlformats.org/drawingml/2006/main">
            <a:r>
              <a:t/>
            </a:r>
          </a:p>
          <a:p xmlns:a="http://schemas.openxmlformats.org/drawingml/2006/main">
            <a:r>
              <a:t>Sources:</a:t>
            </a:r>
          </a:p>
          <a:p xmlns:a="http://schemas.openxmlformats.org/drawingml/2006/main">
            <a:r>
              <a:t>https://learn.microsoft.com/azure/databricks/delta/tutorial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the two sides. Ask learners to give one difference before revealing the closing sentence: Never guess a version number in a reused classroom workspace.</a:t>
            </a:r>
          </a:p>
          <a:p xmlns:a="http://schemas.openxmlformats.org/drawingml/2006/main">
            <a:r>
              <a:t/>
            </a:r>
          </a:p>
          <a:p xmlns:a="http://schemas.openxmlformats.org/drawingml/2006/main">
            <a:r>
              <a:t>Sources:</a:t>
            </a:r>
          </a:p>
          <a:p xmlns:a="http://schemas.openxmlformats.org/drawingml/2006/main">
            <a:r>
              <a:t>https://learn.microsoft.com/azure/databricks/delta/tutorial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table as a comparison, not as a script. Ask for one example from the learner's experience. Use the narrowest correction; do not grant administrator rights to bypass an error.</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process from left to right. Pause before the final step and ask learners to predict it. Pass: correct table, correct history, safe target, and a clear verbal explanation.</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e9876eef7e249f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e6d404927c84332" /><Relationship Type="http://schemas.openxmlformats.org/officeDocument/2006/relationships/slideLayout" Target="/ppt/slideLayouts/slideLayout1.xml" Id="R1e5e2bb2267b437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e5e2bb2267b437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132fd07679545ed" /><Relationship Type="http://schemas.openxmlformats.org/officeDocument/2006/relationships/image" Target="/ppt/media/image.png" Id="Rd02bf455962d4ea3" /><Relationship Type="http://schemas.openxmlformats.org/officeDocument/2006/relationships/notesSlide" Target="/ppt/notesSlides/notesSlide1.xml" Id="R82eb8ac5919442c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5959157b4e74632" /><Relationship Type="http://schemas.openxmlformats.org/officeDocument/2006/relationships/notesSlide" Target="/ppt/notesSlides/notesSlide2.xml" Id="Rd699b9e625af480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a90b349051c476f" /><Relationship Type="http://schemas.openxmlformats.org/officeDocument/2006/relationships/notesSlide" Target="/ppt/notesSlides/notesSlide3.xml" Id="R0bc4fb2f0119425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23ef48da34c4521" /><Relationship Type="http://schemas.openxmlformats.org/officeDocument/2006/relationships/notesSlide" Target="/ppt/notesSlides/notesSlide4.xml" Id="R5fb828cc15c2445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ceb76747b254eec" /><Relationship Type="http://schemas.openxmlformats.org/officeDocument/2006/relationships/notesSlide" Target="/ppt/notesSlides/notesSlide5.xml" Id="R1e7793b1d53f495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864a192488d4c0b" /><Relationship Type="http://schemas.openxmlformats.org/officeDocument/2006/relationships/notesSlide" Target="/ppt/notesSlides/notesSlide6.xml" Id="Rb3131b721e6d439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4ed5a0ddc3b4813" /><Relationship Type="http://schemas.openxmlformats.org/officeDocument/2006/relationships/notesSlide" Target="/ppt/notesSlides/notesSlide7.xml" Id="R28594fd424c74fb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853b385db3b4e8d" /><Relationship Type="http://schemas.openxmlformats.org/officeDocument/2006/relationships/notesSlide" Target="/ppt/notesSlides/notesSlide8.xml" Id="R29f16a4a0bc143e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d97844042d3400f" /><Relationship Type="http://schemas.openxmlformats.org/officeDocument/2006/relationships/notesSlide" Target="/ppt/notesSlides/notesSlide9.xml" Id="Redb551884b79484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2c9b6ccb27c48d9" /><Relationship Type="http://schemas.openxmlformats.org/officeDocument/2006/relationships/notesSlide" Target="/ppt/notesSlides/notesSlide10.xml" Id="Rda5f67364f58478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0c3a012e60a44fe" /><Relationship Type="http://schemas.openxmlformats.org/officeDocument/2006/relationships/notesSlide" Target="/ppt/notesSlides/notesSlide11.xml" Id="R72ff029667e3428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2f00db65eca459b" /><Relationship Type="http://schemas.openxmlformats.org/officeDocument/2006/relationships/notesSlide" Target="/ppt/notesSlides/notesSlide12.xml" Id="R7b31b58693d8440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6173b5e84294833" /><Relationship Type="http://schemas.openxmlformats.org/officeDocument/2006/relationships/notesSlide" Target="/ppt/notesSlides/notesSlide13.xml" Id="Rce14b10defc7462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976a73e00214057" /><Relationship Type="http://schemas.openxmlformats.org/officeDocument/2006/relationships/notesSlide" Target="/ppt/notesSlides/notesSlide14.xml" Id="R9e6a920ad06441f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f582514a8a04c9e" /><Relationship Type="http://schemas.openxmlformats.org/officeDocument/2006/relationships/notesSlide" Target="/ppt/notesSlides/notesSlide15.xml" Id="R0b7215d43a7d41d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dfdd9b4a37848ac" /><Relationship Type="http://schemas.openxmlformats.org/officeDocument/2006/relationships/notesSlide" Target="/ppt/notesSlides/notesSlide16.xml" Id="R13d18bd093154f8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17bce8c97c54f09" /><Relationship Type="http://schemas.openxmlformats.org/officeDocument/2006/relationships/notesSlide" Target="/ppt/notesSlides/notesSlide17.xml" Id="R022814c50eae40a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381b972ce0c490c" /><Relationship Type="http://schemas.openxmlformats.org/officeDocument/2006/relationships/notesSlide" Target="/ppt/notesSlides/notesSlide18.xml" Id="R223bb5d184834d0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9b681a6c77a4a57" /><Relationship Type="http://schemas.openxmlformats.org/officeDocument/2006/relationships/notesSlide" Target="/ppt/notesSlides/notesSlide19.xml" Id="Ra615c569870f4aa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12c2c1b9f584d09" /><Relationship Type="http://schemas.openxmlformats.org/officeDocument/2006/relationships/notesSlide" Target="/ppt/notesSlides/notesSlide20.xml" Id="R9008dc17fbff4a4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cd2a1eae6bb4ad8" /><Relationship Type="http://schemas.openxmlformats.org/officeDocument/2006/relationships/notesSlide" Target="/ppt/notesSlides/notesSlide21.xml" Id="R9b6eac34a41243d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d4bb5c0b3cd4c5c" /><Relationship Type="http://schemas.openxmlformats.org/officeDocument/2006/relationships/notesSlide" Target="/ppt/notesSlides/notesSlide22.xml" Id="R7fe46143b6c840b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37a2fd279e54e48" /><Relationship Type="http://schemas.openxmlformats.org/officeDocument/2006/relationships/notesSlide" Target="/ppt/notesSlides/notesSlide23.xml" Id="R25805c512b03401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22b2c094d734bee" /><Relationship Type="http://schemas.openxmlformats.org/officeDocument/2006/relationships/notesSlide" Target="/ppt/notesSlides/notesSlide24.xml" Id="R3f5d5a640a9e4ac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3d0bd85fb8c49dd" /><Relationship Type="http://schemas.openxmlformats.org/officeDocument/2006/relationships/notesSlide" Target="/ppt/notesSlides/notesSlide25.xml" Id="R0c16e8c432534de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2ab3429e7a1498f" /><Relationship Type="http://schemas.openxmlformats.org/officeDocument/2006/relationships/notesSlide" Target="/ppt/notesSlides/notesSlide26.xml" Id="Rdeba6ef110874f4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9e4574ae0924529" /><Relationship Type="http://schemas.openxmlformats.org/officeDocument/2006/relationships/notesSlide" Target="/ppt/notesSlides/notesSlide27.xml" Id="Rceeb8d83e2bb438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f7d6a4409b0943c8" /><Relationship Type="http://schemas.openxmlformats.org/officeDocument/2006/relationships/notesSlide" Target="/ppt/notesSlides/notesSlide28.xml" Id="R5de5adc3f5a24cd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c14dbe65e9a74f87" /><Relationship Type="http://schemas.openxmlformats.org/officeDocument/2006/relationships/notesSlide" Target="/ppt/notesSlides/notesSlide29.xml" Id="R3b190fc38eb442f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e340667bdc27497c" /><Relationship Type="http://schemas.openxmlformats.org/officeDocument/2006/relationships/notesSlide" Target="/ppt/notesSlides/notesSlide30.xml" Id="R175f325c28284ca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a9c0f90e500a4c0b" /><Relationship Type="http://schemas.openxmlformats.org/officeDocument/2006/relationships/notesSlide" Target="/ppt/notesSlides/notesSlide31.xml" Id="R5a8824c24bfa46b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5d075a7ffe104f3b" /><Relationship Type="http://schemas.openxmlformats.org/officeDocument/2006/relationships/notesSlide" Target="/ppt/notesSlides/notesSlide32.xml" Id="R7157e5a564b844f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b7dc167f55004712" /><Relationship Type="http://schemas.openxmlformats.org/officeDocument/2006/relationships/notesSlide" Target="/ppt/notesSlides/notesSlide33.xml" Id="R825fcd22a845424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02275effcb58472a" /><Relationship Type="http://schemas.openxmlformats.org/officeDocument/2006/relationships/image" Target="/ppt/media/image2.png" Id="Ra50c48ccc56e4099" /><Relationship Type="http://schemas.openxmlformats.org/officeDocument/2006/relationships/notesSlide" Target="/ppt/notesSlides/notesSlide34.xml" Id="R261c87eccd64436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75675382b16248b1" /><Relationship Type="http://schemas.openxmlformats.org/officeDocument/2006/relationships/notesSlide" Target="/ppt/notesSlides/notesSlide35.xml" Id="Rbda67c45cf9448f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5ac3657f4aea4578" /><Relationship Type="http://schemas.openxmlformats.org/officeDocument/2006/relationships/notesSlide" Target="/ppt/notesSlides/notesSlide36.xml" Id="Red1fb3f94f964f9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ab94397d53ea4ffd" /><Relationship Type="http://schemas.openxmlformats.org/officeDocument/2006/relationships/notesSlide" Target="/ppt/notesSlides/notesSlide37.xml" Id="R4c71632e3a8a411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e298b82d7dd24c09" /><Relationship Type="http://schemas.openxmlformats.org/officeDocument/2006/relationships/notesSlide" Target="/ppt/notesSlides/notesSlide38.xml" Id="Re4b5f7595593431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33849a0f4f5b44ca" /><Relationship Type="http://schemas.openxmlformats.org/officeDocument/2006/relationships/notesSlide" Target="/ppt/notesSlides/notesSlide39.xml" Id="R9a110be9ec394a94"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d353b898b51a49ff" /><Relationship Type="http://schemas.openxmlformats.org/officeDocument/2006/relationships/notesSlide" Target="/ppt/notesSlides/notesSlide40.xml" Id="Re162b9a164054579"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f23ac41e5b454dbb" /><Relationship Type="http://schemas.openxmlformats.org/officeDocument/2006/relationships/notesSlide" Target="/ppt/notesSlides/notesSlide41.xml" Id="R5c2b7e70f9324be2"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5d26ff82bb8f47cd" /><Relationship Type="http://schemas.openxmlformats.org/officeDocument/2006/relationships/image" Target="/ppt/media/image3.png" Id="R0e99edad2dd140d5" /><Relationship Type="http://schemas.openxmlformats.org/officeDocument/2006/relationships/notesSlide" Target="/ppt/notesSlides/notesSlide42.xml" Id="R7eaa7d3d09114aff"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8d20bcc46b624bde" /><Relationship Type="http://schemas.openxmlformats.org/officeDocument/2006/relationships/notesSlide" Target="/ppt/notesSlides/notesSlide43.xml" Id="R9b3c60b0eed84249"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3c0406da704441da" /><Relationship Type="http://schemas.openxmlformats.org/officeDocument/2006/relationships/notesSlide" Target="/ppt/notesSlides/notesSlide44.xml" Id="R61c6e8f274144875"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109b9019b93d467b" /><Relationship Type="http://schemas.openxmlformats.org/officeDocument/2006/relationships/notesSlide" Target="/ppt/notesSlides/notesSlide45.xml" Id="R6982f21968404f69"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6287dfe52cb242b4" /><Relationship Type="http://schemas.openxmlformats.org/officeDocument/2006/relationships/image" Target="/ppt/media/image4.png" Id="R2ea1f307d9da40e9" /><Relationship Type="http://schemas.openxmlformats.org/officeDocument/2006/relationships/notesSlide" Target="/ppt/notesSlides/notesSlide46.xml" Id="R8e0de55e573b4bea"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74833fa21a2c42aa" /><Relationship Type="http://schemas.openxmlformats.org/officeDocument/2006/relationships/notesSlide" Target="/ppt/notesSlides/notesSlide47.xml" Id="R378422976e7d4368"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a344eede1a6f4647" /><Relationship Type="http://schemas.openxmlformats.org/officeDocument/2006/relationships/notesSlide" Target="/ppt/notesSlides/notesSlide48.xml" Id="R0739449c34bd40f3"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53bc4c430e4c463f" /><Relationship Type="http://schemas.openxmlformats.org/officeDocument/2006/relationships/notesSlide" Target="/ppt/notesSlides/notesSlide49.xml" Id="R7618bf7302c1480c"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4c3668e469344c43" /><Relationship Type="http://schemas.openxmlformats.org/officeDocument/2006/relationships/notesSlide" Target="/ppt/notesSlides/notesSlide50.xml" Id="Rc09d703dda4e4cf4"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2bb12718ed4a49ea" /><Relationship Type="http://schemas.openxmlformats.org/officeDocument/2006/relationships/notesSlide" Target="/ppt/notesSlides/notesSlide51.xml" Id="R2448cfba48194a61"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8619c2cbb4a542e1" /><Relationship Type="http://schemas.openxmlformats.org/officeDocument/2006/relationships/notesSlide" Target="/ppt/notesSlides/notesSlide52.xml" Id="R6b652b1782704f75"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2ed9cfc46f234b13" /><Relationship Type="http://schemas.openxmlformats.org/officeDocument/2006/relationships/notesSlide" Target="/ppt/notesSlides/notesSlide53.xml" Id="R648a6d8c15344ef4"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ba9e6a95ffc842f2" /><Relationship Type="http://schemas.openxmlformats.org/officeDocument/2006/relationships/notesSlide" Target="/ppt/notesSlides/notesSlide54.xml" Id="R5e3a98ed4ff041c2"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bff0579a5e284e41" /><Relationship Type="http://schemas.openxmlformats.org/officeDocument/2006/relationships/notesSlide" Target="/ppt/notesSlides/notesSlide55.xml" Id="Reb29fd9bc5264e6f"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71bbf47d45eb4912" /><Relationship Type="http://schemas.openxmlformats.org/officeDocument/2006/relationships/notesSlide" Target="/ppt/notesSlides/notesSlide56.xml" Id="R9d5276fee22040c1"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9129e30245284436" /><Relationship Type="http://schemas.openxmlformats.org/officeDocument/2006/relationships/notesSlide" Target="/ppt/notesSlides/notesSlide57.xml" Id="R46f93713ce9b4597"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6936f00babdf4011" /><Relationship Type="http://schemas.openxmlformats.org/officeDocument/2006/relationships/notesSlide" Target="/ppt/notesSlides/notesSlide58.xml" Id="Rc6b2c5231ca74a26"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d7035b1162774a63" /><Relationship Type="http://schemas.openxmlformats.org/officeDocument/2006/relationships/notesSlide" Target="/ppt/notesSlides/notesSlide59.xml" Id="Race7959d9a454296"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a55007ccc4114e70" /><Relationship Type="http://schemas.openxmlformats.org/officeDocument/2006/relationships/notesSlide" Target="/ppt/notesSlides/notesSlide60.xml" Id="R4482fff9f5ec4cbe" /></Relationships>
</file>

<file path=ppt/slides/slide1.xml><?xml version="1.0" encoding="utf-8"?>
<p:sld xmlns:p="http://schemas.openxmlformats.org/presentationml/2006/main">
  <p:cSld>
    <p:bg>
      <p:bgPr>
        <a:solidFill xmlns:a="http://schemas.openxmlformats.org/drawingml/2006/main">
          <a:srgbClr val="09233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265C76A-20EA-4197-838C-6AEECA967718}"/>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CB4E205-BBDC-4BD5-9915-235EF80B9915}"/>
              </a:ext>
            </a:extLst>
          </p:cNvPr>
          <p:cNvSpPr>
            <a:spLocks xmlns:a="http://schemas.openxmlformats.org/drawingml/2006/main" noGrp="1"/>
          </p:cNvSpPr>
          <p:nvPr/>
        </p:nvSpPr>
        <p:spPr>
          <a:xfrm xmlns:a="http://schemas.openxmlformats.org/drawingml/2006/main">
            <a:off x="685800" y="647700"/>
            <a:ext cx="2476500" cy="304800"/>
          </a:xfrm>
          <a:prstGeom xmlns:a="http://schemas.openxmlformats.org/drawingml/2006/main" prst="roundRect">
            <a:avLst>
              <a:gd name="adj" fmla="val 25000"/>
            </a:avLst>
          </a:prstGeom>
          <a:solidFill xmlns:a="http://schemas.openxmlformats.org/drawingml/2006/main">
            <a:srgbClr val="2E74B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D713ACB-15F4-46F3-AD08-20A13EB7081E}"/>
              </a:ext>
            </a:extLst>
          </p:cNvPr>
          <p:cNvSpPr>
            <a:spLocks xmlns:a="http://schemas.openxmlformats.org/drawingml/2006/main" noGrp="1"/>
          </p:cNvSpPr>
          <p:nvPr/>
        </p:nvSpPr>
        <p:spPr>
          <a:xfrm xmlns:a="http://schemas.openxmlformats.org/drawingml/2006/main">
            <a:off x="762000" y="666750"/>
            <a:ext cx="2324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TRAINER DEMONSTRATION DECK</a:t>
            </a:r>
          </a:p>
        </p:txBody>
      </p:sp>
      <p:sp>
        <p:nvSpPr>
          <p:cNvPr id="4" name="">
            <a:extLst xmlns:a="http://schemas.openxmlformats.org/drawingml/2006/main">
              <a:ext uri="{FF2B5EF4-FFF2-40B4-BE49-F238E27FC236}">
                <a16:creationId xmlns:a16="http://schemas.microsoft.com/office/drawing/2014/main" id="{2DC3B0B5-86DC-4D6F-9182-5769AA7C5616}"/>
              </a:ext>
            </a:extLst>
          </p:cNvPr>
          <p:cNvSpPr>
            <a:spLocks xmlns:a="http://schemas.openxmlformats.org/drawingml/2006/main" noGrp="1"/>
          </p:cNvSpPr>
          <p:nvPr/>
        </p:nvSpPr>
        <p:spPr>
          <a:xfrm xmlns:a="http://schemas.openxmlformats.org/drawingml/2006/main">
            <a:off x="685800" y="1428750"/>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210"/>
          </a:bodyPr>
          <a:lstStyle xmlns:a="http://schemas.openxmlformats.org/drawingml/2006/main"/>
          <a:p xmlns:a="http://schemas.openxmlformats.org/drawingml/2006/main">
            <a:pPr algn="l">
              <a:defRPr sz="4050" b="1">
                <a:solidFill>
                  <a:srgbClr val="FFFFFF"/>
                </a:solidFill>
                <a:latin typeface="Bitstream Charter"/>
                <a:ea typeface="Bitstream Charter"/>
                <a:cs typeface="Bitstream Charter"/>
              </a:defRPr>
            </a:pPr>
            <a:r>
              <a:rPr sz="4050" b="1">
                <a:solidFill>
                  <a:srgbClr val="FFFFFF"/>
                </a:solidFill>
                <a:latin typeface="Bitstream Charter"/>
                <a:ea typeface="Bitstream Charter"/>
                <a:cs typeface="Bitstream Charter"/>
              </a:rPr>
              <a:t>Azure Databricks</a:t>
            </a:r>
          </a:p>
        </p:txBody>
      </p:sp>
      <p:sp>
        <p:nvSpPr>
          <p:cNvPr id="5" name="">
            <a:extLst xmlns:a="http://schemas.openxmlformats.org/drawingml/2006/main">
              <a:ext uri="{FF2B5EF4-FFF2-40B4-BE49-F238E27FC236}">
                <a16:creationId xmlns:a16="http://schemas.microsoft.com/office/drawing/2014/main" id="{A8DADC0E-1074-42E3-9CE2-E66B83C4E94C}"/>
              </a:ext>
            </a:extLst>
          </p:cNvPr>
          <p:cNvSpPr>
            <a:spLocks xmlns:a="http://schemas.openxmlformats.org/drawingml/2006/main" noGrp="1"/>
          </p:cNvSpPr>
          <p:nvPr/>
        </p:nvSpPr>
        <p:spPr>
          <a:xfrm xmlns:a="http://schemas.openxmlformats.org/drawingml/2006/main">
            <a:off x="685800" y="2133600"/>
            <a:ext cx="619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242"/>
          </a:bodyPr>
          <a:lstStyle xmlns:a="http://schemas.openxmlformats.org/drawingml/2006/main"/>
          <a:p xmlns:a="http://schemas.openxmlformats.org/drawingml/2006/main">
            <a:pPr algn="l">
              <a:defRPr sz="3300" b="1">
                <a:solidFill>
                  <a:srgbClr val="37AFA7"/>
                </a:solidFill>
                <a:latin typeface="Bitstream Charter"/>
                <a:ea typeface="Bitstream Charter"/>
                <a:cs typeface="Bitstream Charter"/>
              </a:defRPr>
            </a:pPr>
            <a:r>
              <a:rPr sz="3300" b="1">
                <a:solidFill>
                  <a:srgbClr val="37AFA7"/>
                </a:solidFill>
                <a:latin typeface="Bitstream Charter"/>
                <a:ea typeface="Bitstream Charter"/>
                <a:cs typeface="Bitstream Charter"/>
              </a:rPr>
              <a:t>Lessons 1 and 2</a:t>
            </a:r>
          </a:p>
        </p:txBody>
      </p:sp>
      <p:sp>
        <p:nvSpPr>
          <p:cNvPr id="6" name="">
            <a:extLst xmlns:a="http://schemas.openxmlformats.org/drawingml/2006/main">
              <a:ext uri="{FF2B5EF4-FFF2-40B4-BE49-F238E27FC236}">
                <a16:creationId xmlns:a16="http://schemas.microsoft.com/office/drawing/2014/main" id="{A9BA91B4-014A-45DC-A660-F589AE822DA0}"/>
              </a:ext>
            </a:extLst>
          </p:cNvPr>
          <p:cNvSpPr>
            <a:spLocks xmlns:a="http://schemas.openxmlformats.org/drawingml/2006/main" noGrp="1"/>
          </p:cNvSpPr>
          <p:nvPr/>
        </p:nvSpPr>
        <p:spPr>
          <a:xfrm xmlns:a="http://schemas.openxmlformats.org/drawingml/2006/main">
            <a:off x="723900" y="3095625"/>
            <a:ext cx="590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D6E2EA"/>
                </a:solidFill>
                <a:latin typeface="Bitstream Charter"/>
                <a:ea typeface="Bitstream Charter"/>
                <a:cs typeface="Bitstream Charter"/>
              </a:defRPr>
            </a:pPr>
            <a:r>
              <a:rPr sz="1725" b="0">
                <a:solidFill>
                  <a:srgbClr val="D6E2EA"/>
                </a:solidFill>
                <a:latin typeface="Bitstream Charter"/>
                <a:ea typeface="Bitstream Charter"/>
                <a:cs typeface="Bitstream Charter"/>
              </a:rPr>
              <a:t>Simple explanations • visible examples • guided demonstration</a:t>
            </a:r>
          </a:p>
        </p:txBody>
      </p:sp>
      <p:sp>
        <p:nvSpPr>
          <p:cNvPr id="7" name="">
            <a:extLst xmlns:a="http://schemas.openxmlformats.org/drawingml/2006/main">
              <a:ext uri="{FF2B5EF4-FFF2-40B4-BE49-F238E27FC236}">
                <a16:creationId xmlns:a16="http://schemas.microsoft.com/office/drawing/2014/main" id="{E0A750F6-0032-4597-BB89-6FEDAFAC728E}"/>
              </a:ext>
            </a:extLst>
          </p:cNvPr>
          <p:cNvSpPr>
            <a:spLocks xmlns:a="http://schemas.openxmlformats.org/drawingml/2006/main" noGrp="1"/>
          </p:cNvSpPr>
          <p:nvPr/>
        </p:nvSpPr>
        <p:spPr>
          <a:xfrm xmlns:a="http://schemas.openxmlformats.org/drawingml/2006/main">
            <a:off x="723900" y="4095750"/>
            <a:ext cx="581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FFFFF"/>
                </a:solidFill>
                <a:latin typeface="Bitstream Charter"/>
                <a:ea typeface="Bitstream Charter"/>
                <a:cs typeface="Bitstream Charter"/>
              </a:defRPr>
            </a:pPr>
            <a:r>
              <a:rPr sz="1500" b="1">
                <a:solidFill>
                  <a:srgbClr val="FFFFFF"/>
                </a:solidFill>
                <a:latin typeface="Bitstream Charter"/>
                <a:ea typeface="Bitstream Charter"/>
                <a:cs typeface="Bitstream Charter"/>
              </a:rPr>
              <a:t>Outcome: training_lab.student_XX.orders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02bf455962d4ea3"/>
          <a:srcRect xmlns:a="http://schemas.openxmlformats.org/drawingml/2006/main" l="35842" t="0" r="35842" b="0"/>
          <a:stretch xmlns:a="http://schemas.openxmlformats.org/drawingml/2006/main">
            <a:fillRect l="0" t="0" r="0" b="0"/>
          </a:stretch>
        </p:blipFill>
        <p:spPr>
          <a:xfrm xmlns:a="http://schemas.openxmlformats.org/drawingml/2006/main">
            <a:off x="7000875" y="809625"/>
            <a:ext cx="4524375" cy="5095875"/>
          </a:xfrm>
          <a:prstGeom xmlns:a="http://schemas.openxmlformats.org/drawingml/2006/main" prst="roundRect">
            <a:avLst>
              <a:gd name="adj" fmla="val 2526"/>
            </a:avLst>
          </a:prstGeom>
        </p:spPr>
      </p:pic>
    </p:spTree>
    <p:extLst>
      <p:ext uri="{BB962C8B-B14F-4D97-AF65-F5344CB8AC3E}">
        <p14:creationId xmlns:p14="http://schemas.microsoft.com/office/powerpoint/2010/main" val="33888809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F7734DC-937D-4BE4-93AD-95B8695C562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37219E-D6FC-4310-8C51-2A638229EAA8}"/>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How to use this deck</a:t>
            </a:r>
          </a:p>
        </p:txBody>
      </p:sp>
      <p:sp>
        <p:nvSpPr>
          <p:cNvPr id="3" name="">
            <a:extLst xmlns:a="http://schemas.openxmlformats.org/drawingml/2006/main">
              <a:ext uri="{FF2B5EF4-FFF2-40B4-BE49-F238E27FC236}">
                <a16:creationId xmlns:a16="http://schemas.microsoft.com/office/drawing/2014/main" id="{E0656C36-9603-4E0D-8AE1-4CCC1E9D67DA}"/>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Teach one idea at a time</a:t>
            </a:r>
          </a:p>
        </p:txBody>
      </p:sp>
      <p:sp>
        <p:nvSpPr>
          <p:cNvPr id="4" name="">
            <a:extLst xmlns:a="http://schemas.openxmlformats.org/drawingml/2006/main">
              <a:ext uri="{FF2B5EF4-FFF2-40B4-BE49-F238E27FC236}">
                <a16:creationId xmlns:a16="http://schemas.microsoft.com/office/drawing/2014/main" id="{5B36890E-880A-40B4-8D36-49618BCE0A12}"/>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9FA9516-C4E7-4EBF-B07F-26C2D4523DA0}"/>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8A37D8C2-99E8-437F-8EF5-9B69C1F2499B}"/>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02</a:t>
            </a:r>
          </a:p>
        </p:txBody>
      </p:sp>
      <p:sp>
        <p:nvSpPr>
          <p:cNvPr id="7" name="">
            <a:extLst xmlns:a="http://schemas.openxmlformats.org/drawingml/2006/main">
              <a:ext uri="{FF2B5EF4-FFF2-40B4-BE49-F238E27FC236}">
                <a16:creationId xmlns:a16="http://schemas.microsoft.com/office/drawing/2014/main" id="{84D7D424-D5D5-4B84-90F3-AB286007FD45}"/>
              </a:ext>
            </a:extLst>
          </p:cNvPr>
          <p:cNvSpPr>
            <a:spLocks xmlns:a="http://schemas.openxmlformats.org/drawingml/2006/main" noGrp="1"/>
          </p:cNvSpPr>
          <p:nvPr/>
        </p:nvSpPr>
        <p:spPr>
          <a:xfrm xmlns:a="http://schemas.openxmlformats.org/drawingml/2006/main">
            <a:off x="704850" y="1581150"/>
            <a:ext cx="1428750" cy="304800"/>
          </a:xfrm>
          <a:prstGeom xmlns:a="http://schemas.openxmlformats.org/drawingml/2006/main" prst="roundRect">
            <a:avLst>
              <a:gd name="adj" fmla="val 25000"/>
            </a:avLst>
          </a:prstGeom>
          <a:solidFill xmlns:a="http://schemas.openxmlformats.org/drawingml/2006/main">
            <a:srgbClr val="2E74B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10FC47B-A06E-486B-A9D0-74225AF983E3}"/>
              </a:ext>
            </a:extLst>
          </p:cNvPr>
          <p:cNvSpPr>
            <a:spLocks xmlns:a="http://schemas.openxmlformats.org/drawingml/2006/main" noGrp="1"/>
          </p:cNvSpPr>
          <p:nvPr/>
        </p:nvSpPr>
        <p:spPr>
          <a:xfrm xmlns:a="http://schemas.openxmlformats.org/drawingml/2006/main">
            <a:off x="781050" y="1600200"/>
            <a:ext cx="1276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SIMPLE IDEA</a:t>
            </a:r>
          </a:p>
        </p:txBody>
      </p:sp>
      <p:sp>
        <p:nvSpPr>
          <p:cNvPr id="9" name="">
            <a:extLst xmlns:a="http://schemas.openxmlformats.org/drawingml/2006/main">
              <a:ext uri="{FF2B5EF4-FFF2-40B4-BE49-F238E27FC236}">
                <a16:creationId xmlns:a16="http://schemas.microsoft.com/office/drawing/2014/main" id="{15CA2976-DA69-4EFE-9846-623DB92B8167}"/>
              </a:ext>
            </a:extLst>
          </p:cNvPr>
          <p:cNvSpPr>
            <a:spLocks xmlns:a="http://schemas.openxmlformats.org/drawingml/2006/main" noGrp="1"/>
          </p:cNvSpPr>
          <p:nvPr/>
        </p:nvSpPr>
        <p:spPr>
          <a:xfrm xmlns:a="http://schemas.openxmlformats.org/drawingml/2006/main">
            <a:off x="704850" y="1952625"/>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09233B"/>
                </a:solidFill>
                <a:latin typeface="Bitstream Charter"/>
                <a:ea typeface="Bitstream Charter"/>
                <a:cs typeface="Bitstream Charter"/>
              </a:defRPr>
            </a:pPr>
            <a:r>
              <a:rPr sz="2175" b="1">
                <a:solidFill>
                  <a:srgbClr val="09233B"/>
                </a:solidFill>
                <a:latin typeface="Bitstream Charter"/>
                <a:ea typeface="Bitstream Charter"/>
                <a:cs typeface="Bitstream Charter"/>
              </a:rPr>
              <a:t>Each concept follows the same learning rhythm.</a:t>
            </a:r>
          </a:p>
        </p:txBody>
      </p:sp>
      <p:sp>
        <p:nvSpPr>
          <p:cNvPr id="10" name="">
            <a:extLst xmlns:a="http://schemas.openxmlformats.org/drawingml/2006/main">
              <a:ext uri="{FF2B5EF4-FFF2-40B4-BE49-F238E27FC236}">
                <a16:creationId xmlns:a16="http://schemas.microsoft.com/office/drawing/2014/main" id="{30A8321E-E23A-44FE-96A4-21232B0D2101}"/>
              </a:ext>
            </a:extLst>
          </p:cNvPr>
          <p:cNvSpPr>
            <a:spLocks xmlns:a="http://schemas.openxmlformats.org/drawingml/2006/main" noGrp="1"/>
          </p:cNvSpPr>
          <p:nvPr/>
        </p:nvSpPr>
        <p:spPr>
          <a:xfrm xmlns:a="http://schemas.openxmlformats.org/drawingml/2006/main">
            <a:off x="800100" y="3267075"/>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589D162-4306-466C-8934-FD5DC4CC6C63}"/>
              </a:ext>
            </a:extLst>
          </p:cNvPr>
          <p:cNvSpPr>
            <a:spLocks xmlns:a="http://schemas.openxmlformats.org/drawingml/2006/main" noGrp="1"/>
          </p:cNvSpPr>
          <p:nvPr/>
        </p:nvSpPr>
        <p:spPr>
          <a:xfrm xmlns:a="http://schemas.openxmlformats.org/drawingml/2006/main">
            <a:off x="1095375" y="31908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Explain the idea in ordinary language.</a:t>
            </a:r>
          </a:p>
        </p:txBody>
      </p:sp>
      <p:sp>
        <p:nvSpPr>
          <p:cNvPr id="12" name="">
            <a:extLst xmlns:a="http://schemas.openxmlformats.org/drawingml/2006/main">
              <a:ext uri="{FF2B5EF4-FFF2-40B4-BE49-F238E27FC236}">
                <a16:creationId xmlns:a16="http://schemas.microsoft.com/office/drawing/2014/main" id="{111149BC-86EB-4CD3-BF62-79C0F3A48A09}"/>
              </a:ext>
            </a:extLst>
          </p:cNvPr>
          <p:cNvSpPr>
            <a:spLocks xmlns:a="http://schemas.openxmlformats.org/drawingml/2006/main" noGrp="1"/>
          </p:cNvSpPr>
          <p:nvPr/>
        </p:nvSpPr>
        <p:spPr>
          <a:xfrm xmlns:a="http://schemas.openxmlformats.org/drawingml/2006/main">
            <a:off x="800100" y="3848100"/>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7F2DF24-1699-4356-B8B2-4D0FD3CEFFAE}"/>
              </a:ext>
            </a:extLst>
          </p:cNvPr>
          <p:cNvSpPr>
            <a:spLocks xmlns:a="http://schemas.openxmlformats.org/drawingml/2006/main" noGrp="1"/>
          </p:cNvSpPr>
          <p:nvPr/>
        </p:nvSpPr>
        <p:spPr>
          <a:xfrm xmlns:a="http://schemas.openxmlformats.org/drawingml/2006/main">
            <a:off x="1095375" y="37719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Show the idea in the UI or in code.</a:t>
            </a:r>
          </a:p>
        </p:txBody>
      </p:sp>
      <p:sp>
        <p:nvSpPr>
          <p:cNvPr id="14" name="">
            <a:extLst xmlns:a="http://schemas.openxmlformats.org/drawingml/2006/main">
              <a:ext uri="{FF2B5EF4-FFF2-40B4-BE49-F238E27FC236}">
                <a16:creationId xmlns:a16="http://schemas.microsoft.com/office/drawing/2014/main" id="{59646436-AE8C-4F10-BCD5-38CACA941CF5}"/>
              </a:ext>
            </a:extLst>
          </p:cNvPr>
          <p:cNvSpPr>
            <a:spLocks xmlns:a="http://schemas.openxmlformats.org/drawingml/2006/main" noGrp="1"/>
          </p:cNvSpPr>
          <p:nvPr/>
        </p:nvSpPr>
        <p:spPr>
          <a:xfrm xmlns:a="http://schemas.openxmlformats.org/drawingml/2006/main">
            <a:off x="800100" y="4429125"/>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38D5BF1-22DE-4A23-9851-F2E21EA30C81}"/>
              </a:ext>
            </a:extLst>
          </p:cNvPr>
          <p:cNvSpPr>
            <a:spLocks xmlns:a="http://schemas.openxmlformats.org/drawingml/2006/main" noGrp="1"/>
          </p:cNvSpPr>
          <p:nvPr/>
        </p:nvSpPr>
        <p:spPr>
          <a:xfrm xmlns:a="http://schemas.openxmlformats.org/drawingml/2006/main">
            <a:off x="1095375" y="43529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Ask learners to predict the result.</a:t>
            </a:r>
          </a:p>
        </p:txBody>
      </p:sp>
      <p:sp>
        <p:nvSpPr>
          <p:cNvPr id="16" name="">
            <a:extLst xmlns:a="http://schemas.openxmlformats.org/drawingml/2006/main">
              <a:ext uri="{FF2B5EF4-FFF2-40B4-BE49-F238E27FC236}">
                <a16:creationId xmlns:a16="http://schemas.microsoft.com/office/drawing/2014/main" id="{2AE62AFC-58B4-480B-9FBC-6AA5F0B27B1B}"/>
              </a:ext>
            </a:extLst>
          </p:cNvPr>
          <p:cNvSpPr>
            <a:spLocks xmlns:a="http://schemas.openxmlformats.org/drawingml/2006/main" noGrp="1"/>
          </p:cNvSpPr>
          <p:nvPr/>
        </p:nvSpPr>
        <p:spPr>
          <a:xfrm xmlns:a="http://schemas.openxmlformats.org/drawingml/2006/main">
            <a:off x="800100" y="5010150"/>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64D0D1F-1E21-4E66-9DAB-C092EE721C90}"/>
              </a:ext>
            </a:extLst>
          </p:cNvPr>
          <p:cNvSpPr>
            <a:spLocks xmlns:a="http://schemas.openxmlformats.org/drawingml/2006/main" noGrp="1"/>
          </p:cNvSpPr>
          <p:nvPr/>
        </p:nvSpPr>
        <p:spPr>
          <a:xfrm xmlns:a="http://schemas.openxmlformats.org/drawingml/2006/main">
            <a:off x="1095375" y="49339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Let learners reproduce it in the lab.</a:t>
            </a:r>
          </a:p>
        </p:txBody>
      </p:sp>
      <p:sp>
        <p:nvSpPr>
          <p:cNvPr id="18" name="">
            <a:extLst xmlns:a="http://schemas.openxmlformats.org/drawingml/2006/main">
              <a:ext uri="{FF2B5EF4-FFF2-40B4-BE49-F238E27FC236}">
                <a16:creationId xmlns:a16="http://schemas.microsoft.com/office/drawing/2014/main" id="{5D0D4A51-A2AC-4756-B899-0B148DBA1CF6}"/>
              </a:ext>
            </a:extLst>
          </p:cNvPr>
          <p:cNvSpPr>
            <a:spLocks xmlns:a="http://schemas.openxmlformats.org/drawingml/2006/main" noGrp="1"/>
          </p:cNvSpPr>
          <p:nvPr/>
        </p:nvSpPr>
        <p:spPr>
          <a:xfrm xmlns:a="http://schemas.openxmlformats.org/drawingml/2006/main">
            <a:off x="7667625" y="1714500"/>
            <a:ext cx="3714750" cy="3238500"/>
          </a:xfrm>
          <a:prstGeom xmlns:a="http://schemas.openxmlformats.org/drawingml/2006/main" prst="roundRect">
            <a:avLst>
              <a:gd name="adj" fmla="val 2353"/>
            </a:avLst>
          </a:prstGeom>
          <a:solidFill xmlns:a="http://schemas.openxmlformats.org/drawingml/2006/main">
            <a:srgbClr val="F5F8FA"/>
          </a:solidFill>
          <a:ln xmlns:a="http://schemas.openxmlformats.org/drawingml/2006/main" w="9525">
            <a:solidFill>
              <a:srgbClr val="D5DEE6"/>
            </a:solidFill>
          </a:ln>
        </p:spPr>
      </p:sp>
      <p:sp>
        <p:nvSpPr>
          <p:cNvPr id="19" name="">
            <a:extLst xmlns:a="http://schemas.openxmlformats.org/drawingml/2006/main">
              <a:ext uri="{FF2B5EF4-FFF2-40B4-BE49-F238E27FC236}">
                <a16:creationId xmlns:a16="http://schemas.microsoft.com/office/drawing/2014/main" id="{2A0ED7F7-FC14-40E0-A879-DBA1C78CCCE8}"/>
              </a:ext>
            </a:extLst>
          </p:cNvPr>
          <p:cNvSpPr>
            <a:spLocks xmlns:a="http://schemas.openxmlformats.org/drawingml/2006/main" noGrp="1"/>
          </p:cNvSpPr>
          <p:nvPr/>
        </p:nvSpPr>
        <p:spPr>
          <a:xfrm xmlns:a="http://schemas.openxmlformats.org/drawingml/2006/main">
            <a:off x="7667625" y="1714500"/>
            <a:ext cx="85725" cy="3238500"/>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65414F6-CF6B-4FCD-9377-26396A018193}"/>
              </a:ext>
            </a:extLst>
          </p:cNvPr>
          <p:cNvSpPr>
            <a:spLocks xmlns:a="http://schemas.openxmlformats.org/drawingml/2006/main" noGrp="1"/>
          </p:cNvSpPr>
          <p:nvPr/>
        </p:nvSpPr>
        <p:spPr>
          <a:xfrm xmlns:a="http://schemas.openxmlformats.org/drawingml/2006/main">
            <a:off x="7905750" y="1847850"/>
            <a:ext cx="328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Example</a:t>
            </a:r>
          </a:p>
        </p:txBody>
      </p:sp>
      <p:sp>
        <p:nvSpPr>
          <p:cNvPr id="21" name="">
            <a:extLst xmlns:a="http://schemas.openxmlformats.org/drawingml/2006/main">
              <a:ext uri="{FF2B5EF4-FFF2-40B4-BE49-F238E27FC236}">
                <a16:creationId xmlns:a16="http://schemas.microsoft.com/office/drawing/2014/main" id="{63B6B8C2-E397-45F0-B535-7871720F0C50}"/>
              </a:ext>
            </a:extLst>
          </p:cNvPr>
          <p:cNvSpPr>
            <a:spLocks xmlns:a="http://schemas.openxmlformats.org/drawingml/2006/main" noGrp="1"/>
          </p:cNvSpPr>
          <p:nvPr/>
        </p:nvSpPr>
        <p:spPr>
          <a:xfrm xmlns:a="http://schemas.openxmlformats.org/drawingml/2006/main">
            <a:off x="7905750" y="2219325"/>
            <a:ext cx="3286125" cy="2609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Do not rush through slides. Pause after each example and ask: What changed? What executed? What was saved?</a:t>
            </a:r>
          </a:p>
        </p:txBody>
      </p:sp>
      <p:sp>
        <p:nvSpPr>
          <p:cNvPr id="22" name="">
            <a:extLst xmlns:a="http://schemas.openxmlformats.org/drawingml/2006/main">
              <a:ext uri="{FF2B5EF4-FFF2-40B4-BE49-F238E27FC236}">
                <a16:creationId xmlns:a16="http://schemas.microsoft.com/office/drawing/2014/main" id="{2BF5775D-FBB1-498E-95AF-EF0BF657455A}"/>
              </a:ext>
            </a:extLst>
          </p:cNvPr>
          <p:cNvSpPr>
            <a:spLocks xmlns:a="http://schemas.openxmlformats.org/drawingml/2006/main" noGrp="1"/>
          </p:cNvSpPr>
          <p:nvPr/>
        </p:nvSpPr>
        <p:spPr>
          <a:xfrm xmlns:a="http://schemas.openxmlformats.org/drawingml/2006/main">
            <a:off x="7810500" y="5238750"/>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5D6A76"/>
                </a:solidFill>
                <a:latin typeface="Bitstream Charter"/>
                <a:ea typeface="Bitstream Charter"/>
                <a:cs typeface="Bitstream Charter"/>
              </a:defRPr>
            </a:pPr>
            <a:r>
              <a:rPr sz="1200" b="1">
                <a:solidFill>
                  <a:srgbClr val="5D6A76"/>
                </a:solidFill>
                <a:latin typeface="Bitstream Charter"/>
                <a:ea typeface="Bitstream Charter"/>
                <a:cs typeface="Bitstream Charter"/>
              </a:rPr>
              <a:t>Ask learners to explain this in their own words.</a:t>
            </a:r>
          </a:p>
        </p:txBody>
      </p:sp>
    </p:spTree>
    <p:extLst>
      <p:ext uri="{BB962C8B-B14F-4D97-AF65-F5344CB8AC3E}">
        <p14:creationId xmlns:p14="http://schemas.microsoft.com/office/powerpoint/2010/main" val="11058382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D6AF5121-C2E5-4233-9660-AD4F687F9F5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12B049A-63A7-4034-847F-EAF92F5E5BA2}"/>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Learning path</a:t>
            </a:r>
          </a:p>
        </p:txBody>
      </p:sp>
      <p:sp>
        <p:nvSpPr>
          <p:cNvPr id="3" name="">
            <a:extLst xmlns:a="http://schemas.openxmlformats.org/drawingml/2006/main">
              <a:ext uri="{FF2B5EF4-FFF2-40B4-BE49-F238E27FC236}">
                <a16:creationId xmlns:a16="http://schemas.microsoft.com/office/drawing/2014/main" id="{A506FD05-FAA3-41C3-8788-74AD6A5855DC}"/>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Two lessons form one complete story</a:t>
            </a:r>
          </a:p>
        </p:txBody>
      </p:sp>
      <p:sp>
        <p:nvSpPr>
          <p:cNvPr id="4" name="">
            <a:extLst xmlns:a="http://schemas.openxmlformats.org/drawingml/2006/main">
              <a:ext uri="{FF2B5EF4-FFF2-40B4-BE49-F238E27FC236}">
                <a16:creationId xmlns:a16="http://schemas.microsoft.com/office/drawing/2014/main" id="{47E4CA9A-BBBE-4164-BFC8-15660D84C00E}"/>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9E66808-176D-4E11-8F7F-B813DBA19C11}"/>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0690595A-D518-4C20-BEB0-8AAD66667C61}"/>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03</a:t>
            </a:r>
          </a:p>
        </p:txBody>
      </p:sp>
      <p:sp>
        <p:nvSpPr>
          <p:cNvPr id="7" name="">
            <a:extLst xmlns:a="http://schemas.openxmlformats.org/drawingml/2006/main">
              <a:ext uri="{FF2B5EF4-FFF2-40B4-BE49-F238E27FC236}">
                <a16:creationId xmlns:a16="http://schemas.microsoft.com/office/drawing/2014/main" id="{4208C034-FC43-4A70-89BA-EA45C63CD184}"/>
              </a:ext>
            </a:extLst>
          </p:cNvPr>
          <p:cNvSpPr>
            <a:spLocks xmlns:a="http://schemas.openxmlformats.org/drawingml/2006/main" noGrp="1"/>
          </p:cNvSpPr>
          <p:nvPr/>
        </p:nvSpPr>
        <p:spPr>
          <a:xfrm xmlns:a="http://schemas.openxmlformats.org/drawingml/2006/main">
            <a:off x="428625" y="2000250"/>
            <a:ext cx="2000250" cy="1809750"/>
          </a:xfrm>
          <a:prstGeom xmlns:a="http://schemas.openxmlformats.org/drawingml/2006/main" prst="roundRect">
            <a:avLst>
              <a:gd name="adj" fmla="val 4211"/>
            </a:avLst>
          </a:prstGeom>
          <a:solidFill xmlns:a="http://schemas.openxmlformats.org/drawingml/2006/main">
            <a:srgbClr val="F5F8FA"/>
          </a:solidFill>
          <a:ln xmlns:a="http://schemas.openxmlformats.org/drawingml/2006/main" w="9525">
            <a:solidFill>
              <a:srgbClr val="D5DEE6"/>
            </a:solidFill>
          </a:ln>
        </p:spPr>
      </p:sp>
      <p:sp>
        <p:nvSpPr>
          <p:cNvPr id="8" name="">
            <a:extLst xmlns:a="http://schemas.openxmlformats.org/drawingml/2006/main">
              <a:ext uri="{FF2B5EF4-FFF2-40B4-BE49-F238E27FC236}">
                <a16:creationId xmlns:a16="http://schemas.microsoft.com/office/drawing/2014/main" id="{21F8ADC5-F7A4-4EF3-92B7-9BC2C4C3829D}"/>
              </a:ext>
            </a:extLst>
          </p:cNvPr>
          <p:cNvSpPr>
            <a:spLocks xmlns:a="http://schemas.openxmlformats.org/drawingml/2006/main" noGrp="1"/>
          </p:cNvSpPr>
          <p:nvPr/>
        </p:nvSpPr>
        <p:spPr>
          <a:xfrm xmlns:a="http://schemas.openxmlformats.org/drawingml/2006/main">
            <a:off x="600075" y="21717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615"/>
          </a:bodyPr>
          <a:lstStyle xmlns:a="http://schemas.openxmlformats.org/drawingml/2006/main"/>
          <a:p xmlns:a="http://schemas.openxmlformats.org/drawingml/2006/main">
            <a:pPr algn="l">
              <a:defRPr sz="1950" b="1">
                <a:solidFill>
                  <a:srgbClr val="2E74B5"/>
                </a:solidFill>
                <a:latin typeface="Bitstream Charter"/>
                <a:ea typeface="Bitstream Charter"/>
                <a:cs typeface="Bitstream Charter"/>
              </a:defRPr>
            </a:pPr>
            <a:r>
              <a:rPr sz="1950" b="1">
                <a:solidFill>
                  <a:srgbClr val="2E74B5"/>
                </a:solidFill>
                <a:latin typeface="Bitstream Charter"/>
                <a:ea typeface="Bitstream Charter"/>
                <a:cs typeface="Bitstream Charter"/>
              </a:rPr>
              <a:t>1</a:t>
            </a:r>
          </a:p>
        </p:txBody>
      </p:sp>
      <p:sp>
        <p:nvSpPr>
          <p:cNvPr id="9" name="">
            <a:extLst xmlns:a="http://schemas.openxmlformats.org/drawingml/2006/main">
              <a:ext uri="{FF2B5EF4-FFF2-40B4-BE49-F238E27FC236}">
                <a16:creationId xmlns:a16="http://schemas.microsoft.com/office/drawing/2014/main" id="{B2FEDAD0-92C5-4967-8A59-5F511755E1B2}"/>
              </a:ext>
            </a:extLst>
          </p:cNvPr>
          <p:cNvSpPr>
            <a:spLocks xmlns:a="http://schemas.openxmlformats.org/drawingml/2006/main" noGrp="1"/>
          </p:cNvSpPr>
          <p:nvPr/>
        </p:nvSpPr>
        <p:spPr>
          <a:xfrm xmlns:a="http://schemas.openxmlformats.org/drawingml/2006/main">
            <a:off x="638175" y="2686050"/>
            <a:ext cx="158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Understand</a:t>
            </a:r>
          </a:p>
        </p:txBody>
      </p:sp>
      <p:sp>
        <p:nvSpPr>
          <p:cNvPr id="10" name="">
            <a:extLst xmlns:a="http://schemas.openxmlformats.org/drawingml/2006/main">
              <a:ext uri="{FF2B5EF4-FFF2-40B4-BE49-F238E27FC236}">
                <a16:creationId xmlns:a16="http://schemas.microsoft.com/office/drawing/2014/main" id="{78BE044E-F7CB-4FD2-AE7A-231460D07C36}"/>
              </a:ext>
            </a:extLst>
          </p:cNvPr>
          <p:cNvSpPr>
            <a:spLocks xmlns:a="http://schemas.openxmlformats.org/drawingml/2006/main" noGrp="1"/>
          </p:cNvSpPr>
          <p:nvPr/>
        </p:nvSpPr>
        <p:spPr>
          <a:xfrm xmlns:a="http://schemas.openxmlformats.org/drawingml/2006/main">
            <a:off x="638175" y="3181350"/>
            <a:ext cx="1581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17212B"/>
                </a:solidFill>
                <a:latin typeface="Bitstream Charter"/>
                <a:ea typeface="Bitstream Charter"/>
                <a:cs typeface="Bitstream Charter"/>
              </a:defRPr>
            </a:pPr>
            <a:r>
              <a:rPr sz="1125" b="0">
                <a:solidFill>
                  <a:srgbClr val="17212B"/>
                </a:solidFill>
                <a:latin typeface="Bitstream Charter"/>
                <a:ea typeface="Bitstream Charter"/>
                <a:cs typeface="Bitstream Charter"/>
              </a:rPr>
              <a:t>platform pieces</a:t>
            </a:r>
          </a:p>
        </p:txBody>
      </p:sp>
      <p:sp>
        <p:nvSpPr>
          <p:cNvPr id="11" name="">
            <a:extLst xmlns:a="http://schemas.openxmlformats.org/drawingml/2006/main">
              <a:ext uri="{FF2B5EF4-FFF2-40B4-BE49-F238E27FC236}">
                <a16:creationId xmlns:a16="http://schemas.microsoft.com/office/drawing/2014/main" id="{8720CBF4-583A-4CD5-ADA1-79AB7FAD5721}"/>
              </a:ext>
            </a:extLst>
          </p:cNvPr>
          <p:cNvSpPr>
            <a:spLocks xmlns:a="http://schemas.openxmlformats.org/drawingml/2006/main" noGrp="1"/>
          </p:cNvSpPr>
          <p:nvPr/>
        </p:nvSpPr>
        <p:spPr>
          <a:xfrm xmlns:a="http://schemas.openxmlformats.org/drawingml/2006/main">
            <a:off x="2438400" y="2619375"/>
            <a:ext cx="247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4109"/>
          </a:bodyPr>
          <a:lstStyle xmlns:a="http://schemas.openxmlformats.org/drawingml/2006/main"/>
          <a:p xmlns:a="http://schemas.openxmlformats.org/drawingml/2006/main">
            <a:pPr algn="ctr">
              <a:defRPr sz="2100" b="1">
                <a:solidFill>
                  <a:srgbClr val="2E74B5"/>
                </a:solidFill>
                <a:latin typeface="Bitstream Charter"/>
                <a:ea typeface="Bitstream Charter"/>
                <a:cs typeface="Bitstream Charter"/>
              </a:defRPr>
            </a:pPr>
            <a:r>
              <a:rPr sz="2100" b="1">
                <a:solidFill>
                  <a:srgbClr val="2E74B5"/>
                </a:solidFill>
                <a:latin typeface="Bitstream Charter"/>
                <a:ea typeface="Bitstream Charter"/>
                <a:cs typeface="Bitstream Charter"/>
              </a:rPr>
              <a:t>→</a:t>
            </a:r>
          </a:p>
        </p:txBody>
      </p:sp>
      <p:sp>
        <p:nvSpPr>
          <p:cNvPr id="12" name="">
            <a:extLst xmlns:a="http://schemas.openxmlformats.org/drawingml/2006/main">
              <a:ext uri="{FF2B5EF4-FFF2-40B4-BE49-F238E27FC236}">
                <a16:creationId xmlns:a16="http://schemas.microsoft.com/office/drawing/2014/main" id="{5A534FC5-E9B2-4967-B832-7B8F71F5B26E}"/>
              </a:ext>
            </a:extLst>
          </p:cNvPr>
          <p:cNvSpPr>
            <a:spLocks xmlns:a="http://schemas.openxmlformats.org/drawingml/2006/main" noGrp="1"/>
          </p:cNvSpPr>
          <p:nvPr/>
        </p:nvSpPr>
        <p:spPr>
          <a:xfrm xmlns:a="http://schemas.openxmlformats.org/drawingml/2006/main">
            <a:off x="2695575" y="2000250"/>
            <a:ext cx="2000250" cy="1809750"/>
          </a:xfrm>
          <a:prstGeom xmlns:a="http://schemas.openxmlformats.org/drawingml/2006/main" prst="roundRect">
            <a:avLst>
              <a:gd name="adj" fmla="val 4211"/>
            </a:avLst>
          </a:prstGeom>
          <a:solidFill xmlns:a="http://schemas.openxmlformats.org/drawingml/2006/main">
            <a:srgbClr val="F5F8FA"/>
          </a:solidFill>
          <a:ln xmlns:a="http://schemas.openxmlformats.org/drawingml/2006/main" w="9525">
            <a:solidFill>
              <a:srgbClr val="D5DEE6"/>
            </a:solidFill>
          </a:ln>
        </p:spPr>
      </p:sp>
      <p:sp>
        <p:nvSpPr>
          <p:cNvPr id="13" name="">
            <a:extLst xmlns:a="http://schemas.openxmlformats.org/drawingml/2006/main">
              <a:ext uri="{FF2B5EF4-FFF2-40B4-BE49-F238E27FC236}">
                <a16:creationId xmlns:a16="http://schemas.microsoft.com/office/drawing/2014/main" id="{0A5E8ADF-1636-4B5C-A522-F895C5376ADA}"/>
              </a:ext>
            </a:extLst>
          </p:cNvPr>
          <p:cNvSpPr>
            <a:spLocks xmlns:a="http://schemas.openxmlformats.org/drawingml/2006/main" noGrp="1"/>
          </p:cNvSpPr>
          <p:nvPr/>
        </p:nvSpPr>
        <p:spPr>
          <a:xfrm xmlns:a="http://schemas.openxmlformats.org/drawingml/2006/main">
            <a:off x="2867025" y="21717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615"/>
          </a:bodyPr>
          <a:lstStyle xmlns:a="http://schemas.openxmlformats.org/drawingml/2006/main"/>
          <a:p xmlns:a="http://schemas.openxmlformats.org/drawingml/2006/main">
            <a:pPr algn="l">
              <a:defRPr sz="1950" b="1">
                <a:solidFill>
                  <a:srgbClr val="2E74B5"/>
                </a:solidFill>
                <a:latin typeface="Bitstream Charter"/>
                <a:ea typeface="Bitstream Charter"/>
                <a:cs typeface="Bitstream Charter"/>
              </a:defRPr>
            </a:pPr>
            <a:r>
              <a:rPr sz="1950" b="1">
                <a:solidFill>
                  <a:srgbClr val="2E74B5"/>
                </a:solidFill>
                <a:latin typeface="Bitstream Charter"/>
                <a:ea typeface="Bitstream Charter"/>
                <a:cs typeface="Bitstream Charter"/>
              </a:rPr>
              <a:t>2</a:t>
            </a:r>
          </a:p>
        </p:txBody>
      </p:sp>
      <p:sp>
        <p:nvSpPr>
          <p:cNvPr id="14" name="">
            <a:extLst xmlns:a="http://schemas.openxmlformats.org/drawingml/2006/main">
              <a:ext uri="{FF2B5EF4-FFF2-40B4-BE49-F238E27FC236}">
                <a16:creationId xmlns:a16="http://schemas.microsoft.com/office/drawing/2014/main" id="{7CFFC45A-4570-4600-BD19-AF85E0DA33FD}"/>
              </a:ext>
            </a:extLst>
          </p:cNvPr>
          <p:cNvSpPr>
            <a:spLocks xmlns:a="http://schemas.openxmlformats.org/drawingml/2006/main" noGrp="1"/>
          </p:cNvSpPr>
          <p:nvPr/>
        </p:nvSpPr>
        <p:spPr>
          <a:xfrm xmlns:a="http://schemas.openxmlformats.org/drawingml/2006/main">
            <a:off x="2905125" y="2686050"/>
            <a:ext cx="158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Create</a:t>
            </a:r>
          </a:p>
        </p:txBody>
      </p:sp>
      <p:sp>
        <p:nvSpPr>
          <p:cNvPr id="15" name="">
            <a:extLst xmlns:a="http://schemas.openxmlformats.org/drawingml/2006/main">
              <a:ext uri="{FF2B5EF4-FFF2-40B4-BE49-F238E27FC236}">
                <a16:creationId xmlns:a16="http://schemas.microsoft.com/office/drawing/2014/main" id="{76B5AC01-0189-4F43-A4E1-265DD2E35A53}"/>
              </a:ext>
            </a:extLst>
          </p:cNvPr>
          <p:cNvSpPr>
            <a:spLocks xmlns:a="http://schemas.openxmlformats.org/drawingml/2006/main" noGrp="1"/>
          </p:cNvSpPr>
          <p:nvPr/>
        </p:nvSpPr>
        <p:spPr>
          <a:xfrm xmlns:a="http://schemas.openxmlformats.org/drawingml/2006/main">
            <a:off x="2905125" y="3181350"/>
            <a:ext cx="1581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17212B"/>
                </a:solidFill>
                <a:latin typeface="Bitstream Charter"/>
                <a:ea typeface="Bitstream Charter"/>
                <a:cs typeface="Bitstream Charter"/>
              </a:defRPr>
            </a:pPr>
            <a:r>
              <a:rPr sz="1125" b="0">
                <a:solidFill>
                  <a:srgbClr val="17212B"/>
                </a:solidFill>
                <a:latin typeface="Bitstream Charter"/>
                <a:ea typeface="Bitstream Charter"/>
                <a:cs typeface="Bitstream Charter"/>
              </a:rPr>
              <a:t>notebook and data</a:t>
            </a:r>
          </a:p>
        </p:txBody>
      </p:sp>
      <p:sp>
        <p:nvSpPr>
          <p:cNvPr id="16" name="">
            <a:extLst xmlns:a="http://schemas.openxmlformats.org/drawingml/2006/main">
              <a:ext uri="{FF2B5EF4-FFF2-40B4-BE49-F238E27FC236}">
                <a16:creationId xmlns:a16="http://schemas.microsoft.com/office/drawing/2014/main" id="{27FEE3E2-2F02-43A5-A413-BC8E559D2D9C}"/>
              </a:ext>
            </a:extLst>
          </p:cNvPr>
          <p:cNvSpPr>
            <a:spLocks xmlns:a="http://schemas.openxmlformats.org/drawingml/2006/main" noGrp="1"/>
          </p:cNvSpPr>
          <p:nvPr/>
        </p:nvSpPr>
        <p:spPr>
          <a:xfrm xmlns:a="http://schemas.openxmlformats.org/drawingml/2006/main">
            <a:off x="4705350" y="2619375"/>
            <a:ext cx="247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4109"/>
          </a:bodyPr>
          <a:lstStyle xmlns:a="http://schemas.openxmlformats.org/drawingml/2006/main"/>
          <a:p xmlns:a="http://schemas.openxmlformats.org/drawingml/2006/main">
            <a:pPr algn="ctr">
              <a:defRPr sz="2100" b="1">
                <a:solidFill>
                  <a:srgbClr val="2E74B5"/>
                </a:solidFill>
                <a:latin typeface="Bitstream Charter"/>
                <a:ea typeface="Bitstream Charter"/>
                <a:cs typeface="Bitstream Charter"/>
              </a:defRPr>
            </a:pPr>
            <a:r>
              <a:rPr sz="2100" b="1">
                <a:solidFill>
                  <a:srgbClr val="2E74B5"/>
                </a:solidFill>
                <a:latin typeface="Bitstream Charter"/>
                <a:ea typeface="Bitstream Charter"/>
                <a:cs typeface="Bitstream Charter"/>
              </a:rPr>
              <a:t>→</a:t>
            </a:r>
          </a:p>
        </p:txBody>
      </p:sp>
      <p:sp>
        <p:nvSpPr>
          <p:cNvPr id="17" name="">
            <a:extLst xmlns:a="http://schemas.openxmlformats.org/drawingml/2006/main">
              <a:ext uri="{FF2B5EF4-FFF2-40B4-BE49-F238E27FC236}">
                <a16:creationId xmlns:a16="http://schemas.microsoft.com/office/drawing/2014/main" id="{96898897-D519-43B4-9633-D7BF5E557BCE}"/>
              </a:ext>
            </a:extLst>
          </p:cNvPr>
          <p:cNvSpPr>
            <a:spLocks xmlns:a="http://schemas.openxmlformats.org/drawingml/2006/main" noGrp="1"/>
          </p:cNvSpPr>
          <p:nvPr/>
        </p:nvSpPr>
        <p:spPr>
          <a:xfrm xmlns:a="http://schemas.openxmlformats.org/drawingml/2006/main">
            <a:off x="4962525" y="2000250"/>
            <a:ext cx="2000250" cy="1809750"/>
          </a:xfrm>
          <a:prstGeom xmlns:a="http://schemas.openxmlformats.org/drawingml/2006/main" prst="roundRect">
            <a:avLst>
              <a:gd name="adj" fmla="val 4211"/>
            </a:avLst>
          </a:prstGeom>
          <a:solidFill xmlns:a="http://schemas.openxmlformats.org/drawingml/2006/main">
            <a:srgbClr val="F5F8FA"/>
          </a:solidFill>
          <a:ln xmlns:a="http://schemas.openxmlformats.org/drawingml/2006/main" w="9525">
            <a:solidFill>
              <a:srgbClr val="D5DEE6"/>
            </a:solidFill>
          </a:ln>
        </p:spPr>
      </p:sp>
      <p:sp>
        <p:nvSpPr>
          <p:cNvPr id="18" name="">
            <a:extLst xmlns:a="http://schemas.openxmlformats.org/drawingml/2006/main">
              <a:ext uri="{FF2B5EF4-FFF2-40B4-BE49-F238E27FC236}">
                <a16:creationId xmlns:a16="http://schemas.microsoft.com/office/drawing/2014/main" id="{726F81B2-DA39-4781-98A1-77BD87521527}"/>
              </a:ext>
            </a:extLst>
          </p:cNvPr>
          <p:cNvSpPr>
            <a:spLocks xmlns:a="http://schemas.openxmlformats.org/drawingml/2006/main" noGrp="1"/>
          </p:cNvSpPr>
          <p:nvPr/>
        </p:nvSpPr>
        <p:spPr>
          <a:xfrm xmlns:a="http://schemas.openxmlformats.org/drawingml/2006/main">
            <a:off x="5133975" y="21717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615"/>
          </a:bodyPr>
          <a:lstStyle xmlns:a="http://schemas.openxmlformats.org/drawingml/2006/main"/>
          <a:p xmlns:a="http://schemas.openxmlformats.org/drawingml/2006/main">
            <a:pPr algn="l">
              <a:defRPr sz="1950" b="1">
                <a:solidFill>
                  <a:srgbClr val="2E74B5"/>
                </a:solidFill>
                <a:latin typeface="Bitstream Charter"/>
                <a:ea typeface="Bitstream Charter"/>
                <a:cs typeface="Bitstream Charter"/>
              </a:defRPr>
            </a:pPr>
            <a:r>
              <a:rPr sz="1950" b="1">
                <a:solidFill>
                  <a:srgbClr val="2E74B5"/>
                </a:solidFill>
                <a:latin typeface="Bitstream Charter"/>
                <a:ea typeface="Bitstream Charter"/>
                <a:cs typeface="Bitstream Charter"/>
              </a:rPr>
              <a:t>3</a:t>
            </a:r>
          </a:p>
        </p:txBody>
      </p:sp>
      <p:sp>
        <p:nvSpPr>
          <p:cNvPr id="19" name="">
            <a:extLst xmlns:a="http://schemas.openxmlformats.org/drawingml/2006/main">
              <a:ext uri="{FF2B5EF4-FFF2-40B4-BE49-F238E27FC236}">
                <a16:creationId xmlns:a16="http://schemas.microsoft.com/office/drawing/2014/main" id="{6B831340-8FB4-4B1B-A497-2051EC858818}"/>
              </a:ext>
            </a:extLst>
          </p:cNvPr>
          <p:cNvSpPr>
            <a:spLocks xmlns:a="http://schemas.openxmlformats.org/drawingml/2006/main" noGrp="1"/>
          </p:cNvSpPr>
          <p:nvPr/>
        </p:nvSpPr>
        <p:spPr>
          <a:xfrm xmlns:a="http://schemas.openxmlformats.org/drawingml/2006/main">
            <a:off x="5172075" y="2686050"/>
            <a:ext cx="158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Transform</a:t>
            </a:r>
          </a:p>
        </p:txBody>
      </p:sp>
      <p:sp>
        <p:nvSpPr>
          <p:cNvPr id="20" name="">
            <a:extLst xmlns:a="http://schemas.openxmlformats.org/drawingml/2006/main">
              <a:ext uri="{FF2B5EF4-FFF2-40B4-BE49-F238E27FC236}">
                <a16:creationId xmlns:a16="http://schemas.microsoft.com/office/drawing/2014/main" id="{FBB1357C-D2EF-4BA9-A8EB-B6A4D7B06C38}"/>
              </a:ext>
            </a:extLst>
          </p:cNvPr>
          <p:cNvSpPr>
            <a:spLocks xmlns:a="http://schemas.openxmlformats.org/drawingml/2006/main" noGrp="1"/>
          </p:cNvSpPr>
          <p:nvPr/>
        </p:nvSpPr>
        <p:spPr>
          <a:xfrm xmlns:a="http://schemas.openxmlformats.org/drawingml/2006/main">
            <a:off x="5172075" y="3181350"/>
            <a:ext cx="1581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17212B"/>
                </a:solidFill>
                <a:latin typeface="Bitstream Charter"/>
                <a:ea typeface="Bitstream Charter"/>
                <a:cs typeface="Bitstream Charter"/>
              </a:defRPr>
            </a:pPr>
            <a:r>
              <a:rPr sz="1125" b="0">
                <a:solidFill>
                  <a:srgbClr val="17212B"/>
                </a:solidFill>
                <a:latin typeface="Bitstream Charter"/>
                <a:ea typeface="Bitstream Charter"/>
                <a:cs typeface="Bitstream Charter"/>
              </a:rPr>
              <a:t>with Spark</a:t>
            </a:r>
          </a:p>
        </p:txBody>
      </p:sp>
      <p:sp>
        <p:nvSpPr>
          <p:cNvPr id="21" name="">
            <a:extLst xmlns:a="http://schemas.openxmlformats.org/drawingml/2006/main">
              <a:ext uri="{FF2B5EF4-FFF2-40B4-BE49-F238E27FC236}">
                <a16:creationId xmlns:a16="http://schemas.microsoft.com/office/drawing/2014/main" id="{59767A5B-286A-45C2-A4AD-21D4EAAFBFE0}"/>
              </a:ext>
            </a:extLst>
          </p:cNvPr>
          <p:cNvSpPr>
            <a:spLocks xmlns:a="http://schemas.openxmlformats.org/drawingml/2006/main" noGrp="1"/>
          </p:cNvSpPr>
          <p:nvPr/>
        </p:nvSpPr>
        <p:spPr>
          <a:xfrm xmlns:a="http://schemas.openxmlformats.org/drawingml/2006/main">
            <a:off x="6972300" y="2619375"/>
            <a:ext cx="247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4109"/>
          </a:bodyPr>
          <a:lstStyle xmlns:a="http://schemas.openxmlformats.org/drawingml/2006/main"/>
          <a:p xmlns:a="http://schemas.openxmlformats.org/drawingml/2006/main">
            <a:pPr algn="ctr">
              <a:defRPr sz="2100" b="1">
                <a:solidFill>
                  <a:srgbClr val="2E74B5"/>
                </a:solidFill>
                <a:latin typeface="Bitstream Charter"/>
                <a:ea typeface="Bitstream Charter"/>
                <a:cs typeface="Bitstream Charter"/>
              </a:defRPr>
            </a:pPr>
            <a:r>
              <a:rPr sz="2100" b="1">
                <a:solidFill>
                  <a:srgbClr val="2E74B5"/>
                </a:solidFill>
                <a:latin typeface="Bitstream Charter"/>
                <a:ea typeface="Bitstream Charter"/>
                <a:cs typeface="Bitstream Charter"/>
              </a:rPr>
              <a:t>→</a:t>
            </a:r>
          </a:p>
        </p:txBody>
      </p:sp>
      <p:sp>
        <p:nvSpPr>
          <p:cNvPr id="22" name="">
            <a:extLst xmlns:a="http://schemas.openxmlformats.org/drawingml/2006/main">
              <a:ext uri="{FF2B5EF4-FFF2-40B4-BE49-F238E27FC236}">
                <a16:creationId xmlns:a16="http://schemas.microsoft.com/office/drawing/2014/main" id="{EBB74579-F197-455E-A68F-9401ABE49126}"/>
              </a:ext>
            </a:extLst>
          </p:cNvPr>
          <p:cNvSpPr>
            <a:spLocks xmlns:a="http://schemas.openxmlformats.org/drawingml/2006/main" noGrp="1"/>
          </p:cNvSpPr>
          <p:nvPr/>
        </p:nvSpPr>
        <p:spPr>
          <a:xfrm xmlns:a="http://schemas.openxmlformats.org/drawingml/2006/main">
            <a:off x="7229475" y="2000250"/>
            <a:ext cx="2000250" cy="1809750"/>
          </a:xfrm>
          <a:prstGeom xmlns:a="http://schemas.openxmlformats.org/drawingml/2006/main" prst="roundRect">
            <a:avLst>
              <a:gd name="adj" fmla="val 4211"/>
            </a:avLst>
          </a:prstGeom>
          <a:solidFill xmlns:a="http://schemas.openxmlformats.org/drawingml/2006/main">
            <a:srgbClr val="F5F8FA"/>
          </a:solidFill>
          <a:ln xmlns:a="http://schemas.openxmlformats.org/drawingml/2006/main" w="9525">
            <a:solidFill>
              <a:srgbClr val="D5DEE6"/>
            </a:solidFill>
          </a:ln>
        </p:spPr>
      </p:sp>
      <p:sp>
        <p:nvSpPr>
          <p:cNvPr id="23" name="">
            <a:extLst xmlns:a="http://schemas.openxmlformats.org/drawingml/2006/main">
              <a:ext uri="{FF2B5EF4-FFF2-40B4-BE49-F238E27FC236}">
                <a16:creationId xmlns:a16="http://schemas.microsoft.com/office/drawing/2014/main" id="{BD2A3DDC-258F-49AD-A68C-81E88A5FD3BB}"/>
              </a:ext>
            </a:extLst>
          </p:cNvPr>
          <p:cNvSpPr>
            <a:spLocks xmlns:a="http://schemas.openxmlformats.org/drawingml/2006/main" noGrp="1"/>
          </p:cNvSpPr>
          <p:nvPr/>
        </p:nvSpPr>
        <p:spPr>
          <a:xfrm xmlns:a="http://schemas.openxmlformats.org/drawingml/2006/main">
            <a:off x="7400925" y="21717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615"/>
          </a:bodyPr>
          <a:lstStyle xmlns:a="http://schemas.openxmlformats.org/drawingml/2006/main"/>
          <a:p xmlns:a="http://schemas.openxmlformats.org/drawingml/2006/main">
            <a:pPr algn="l">
              <a:defRPr sz="1950" b="1">
                <a:solidFill>
                  <a:srgbClr val="2E74B5"/>
                </a:solidFill>
                <a:latin typeface="Bitstream Charter"/>
                <a:ea typeface="Bitstream Charter"/>
                <a:cs typeface="Bitstream Charter"/>
              </a:defRPr>
            </a:pPr>
            <a:r>
              <a:rPr sz="1950" b="1">
                <a:solidFill>
                  <a:srgbClr val="2E74B5"/>
                </a:solidFill>
                <a:latin typeface="Bitstream Charter"/>
                <a:ea typeface="Bitstream Charter"/>
                <a:cs typeface="Bitstream Charter"/>
              </a:rPr>
              <a:t>4</a:t>
            </a:r>
          </a:p>
        </p:txBody>
      </p:sp>
      <p:sp>
        <p:nvSpPr>
          <p:cNvPr id="24" name="">
            <a:extLst xmlns:a="http://schemas.openxmlformats.org/drawingml/2006/main">
              <a:ext uri="{FF2B5EF4-FFF2-40B4-BE49-F238E27FC236}">
                <a16:creationId xmlns:a16="http://schemas.microsoft.com/office/drawing/2014/main" id="{68EE9D7E-7059-4C1E-84E6-AC1C187E99D4}"/>
              </a:ext>
            </a:extLst>
          </p:cNvPr>
          <p:cNvSpPr>
            <a:spLocks xmlns:a="http://schemas.openxmlformats.org/drawingml/2006/main" noGrp="1"/>
          </p:cNvSpPr>
          <p:nvPr/>
        </p:nvSpPr>
        <p:spPr>
          <a:xfrm xmlns:a="http://schemas.openxmlformats.org/drawingml/2006/main">
            <a:off x="7439025" y="2686050"/>
            <a:ext cx="158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Publish</a:t>
            </a:r>
          </a:p>
        </p:txBody>
      </p:sp>
      <p:sp>
        <p:nvSpPr>
          <p:cNvPr id="25" name="">
            <a:extLst xmlns:a="http://schemas.openxmlformats.org/drawingml/2006/main">
              <a:ext uri="{FF2B5EF4-FFF2-40B4-BE49-F238E27FC236}">
                <a16:creationId xmlns:a16="http://schemas.microsoft.com/office/drawing/2014/main" id="{C6545746-1966-4540-BB5C-FBBB989C0A3B}"/>
              </a:ext>
            </a:extLst>
          </p:cNvPr>
          <p:cNvSpPr>
            <a:spLocks xmlns:a="http://schemas.openxmlformats.org/drawingml/2006/main" noGrp="1"/>
          </p:cNvSpPr>
          <p:nvPr/>
        </p:nvSpPr>
        <p:spPr>
          <a:xfrm xmlns:a="http://schemas.openxmlformats.org/drawingml/2006/main">
            <a:off x="7439025" y="3181350"/>
            <a:ext cx="1581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17212B"/>
                </a:solidFill>
                <a:latin typeface="Bitstream Charter"/>
                <a:ea typeface="Bitstream Charter"/>
                <a:cs typeface="Bitstream Charter"/>
              </a:defRPr>
            </a:pPr>
            <a:r>
              <a:rPr sz="1125" b="0">
                <a:solidFill>
                  <a:srgbClr val="17212B"/>
                </a:solidFill>
                <a:latin typeface="Bitstream Charter"/>
                <a:ea typeface="Bitstream Charter"/>
                <a:cs typeface="Bitstream Charter"/>
              </a:rPr>
              <a:t>as Delta</a:t>
            </a:r>
          </a:p>
        </p:txBody>
      </p:sp>
      <p:sp>
        <p:nvSpPr>
          <p:cNvPr id="26" name="">
            <a:extLst xmlns:a="http://schemas.openxmlformats.org/drawingml/2006/main">
              <a:ext uri="{FF2B5EF4-FFF2-40B4-BE49-F238E27FC236}">
                <a16:creationId xmlns:a16="http://schemas.microsoft.com/office/drawing/2014/main" id="{1F51C984-4008-4E82-B747-695F8DC5D896}"/>
              </a:ext>
            </a:extLst>
          </p:cNvPr>
          <p:cNvSpPr>
            <a:spLocks xmlns:a="http://schemas.openxmlformats.org/drawingml/2006/main" noGrp="1"/>
          </p:cNvSpPr>
          <p:nvPr/>
        </p:nvSpPr>
        <p:spPr>
          <a:xfrm xmlns:a="http://schemas.openxmlformats.org/drawingml/2006/main">
            <a:off x="9239250" y="2619375"/>
            <a:ext cx="247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4109"/>
          </a:bodyPr>
          <a:lstStyle xmlns:a="http://schemas.openxmlformats.org/drawingml/2006/main"/>
          <a:p xmlns:a="http://schemas.openxmlformats.org/drawingml/2006/main">
            <a:pPr algn="ctr">
              <a:defRPr sz="2100" b="1">
                <a:solidFill>
                  <a:srgbClr val="2E74B5"/>
                </a:solidFill>
                <a:latin typeface="Bitstream Charter"/>
                <a:ea typeface="Bitstream Charter"/>
                <a:cs typeface="Bitstream Charter"/>
              </a:defRPr>
            </a:pPr>
            <a:r>
              <a:rPr sz="2100" b="1">
                <a:solidFill>
                  <a:srgbClr val="2E74B5"/>
                </a:solidFill>
                <a:latin typeface="Bitstream Charter"/>
                <a:ea typeface="Bitstream Charter"/>
                <a:cs typeface="Bitstream Charter"/>
              </a:rPr>
              <a:t>→</a:t>
            </a:r>
          </a:p>
        </p:txBody>
      </p:sp>
      <p:sp>
        <p:nvSpPr>
          <p:cNvPr id="27" name="">
            <a:extLst xmlns:a="http://schemas.openxmlformats.org/drawingml/2006/main">
              <a:ext uri="{FF2B5EF4-FFF2-40B4-BE49-F238E27FC236}">
                <a16:creationId xmlns:a16="http://schemas.microsoft.com/office/drawing/2014/main" id="{9AB8852B-5C19-4B12-9FDE-94BFE1AF0CDA}"/>
              </a:ext>
            </a:extLst>
          </p:cNvPr>
          <p:cNvSpPr>
            <a:spLocks xmlns:a="http://schemas.openxmlformats.org/drawingml/2006/main" noGrp="1"/>
          </p:cNvSpPr>
          <p:nvPr/>
        </p:nvSpPr>
        <p:spPr>
          <a:xfrm xmlns:a="http://schemas.openxmlformats.org/drawingml/2006/main">
            <a:off x="9496425" y="2000250"/>
            <a:ext cx="2000250" cy="1809750"/>
          </a:xfrm>
          <a:prstGeom xmlns:a="http://schemas.openxmlformats.org/drawingml/2006/main" prst="roundRect">
            <a:avLst>
              <a:gd name="adj" fmla="val 4211"/>
            </a:avLst>
          </a:prstGeom>
          <a:solidFill xmlns:a="http://schemas.openxmlformats.org/drawingml/2006/main">
            <a:srgbClr val="ECF7F1"/>
          </a:solidFill>
          <a:ln xmlns:a="http://schemas.openxmlformats.org/drawingml/2006/main" w="9525">
            <a:solidFill>
              <a:srgbClr val="D5DEE6"/>
            </a:solidFill>
          </a:ln>
        </p:spPr>
      </p:sp>
      <p:sp>
        <p:nvSpPr>
          <p:cNvPr id="28" name="">
            <a:extLst xmlns:a="http://schemas.openxmlformats.org/drawingml/2006/main">
              <a:ext uri="{FF2B5EF4-FFF2-40B4-BE49-F238E27FC236}">
                <a16:creationId xmlns:a16="http://schemas.microsoft.com/office/drawing/2014/main" id="{FC88D1C3-FD59-42BA-96D2-316F4C7AD92E}"/>
              </a:ext>
            </a:extLst>
          </p:cNvPr>
          <p:cNvSpPr>
            <a:spLocks xmlns:a="http://schemas.openxmlformats.org/drawingml/2006/main" noGrp="1"/>
          </p:cNvSpPr>
          <p:nvPr/>
        </p:nvSpPr>
        <p:spPr>
          <a:xfrm xmlns:a="http://schemas.openxmlformats.org/drawingml/2006/main">
            <a:off x="9667875" y="21717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615"/>
          </a:bodyPr>
          <a:lstStyle xmlns:a="http://schemas.openxmlformats.org/drawingml/2006/main"/>
          <a:p xmlns:a="http://schemas.openxmlformats.org/drawingml/2006/main">
            <a:pPr algn="l">
              <a:defRPr sz="1950" b="1">
                <a:solidFill>
                  <a:srgbClr val="2F7D5A"/>
                </a:solidFill>
                <a:latin typeface="Bitstream Charter"/>
                <a:ea typeface="Bitstream Charter"/>
                <a:cs typeface="Bitstream Charter"/>
              </a:defRPr>
            </a:pPr>
            <a:r>
              <a:rPr sz="1950" b="1">
                <a:solidFill>
                  <a:srgbClr val="2F7D5A"/>
                </a:solidFill>
                <a:latin typeface="Bitstream Charter"/>
                <a:ea typeface="Bitstream Charter"/>
                <a:cs typeface="Bitstream Charter"/>
              </a:rPr>
              <a:t>5</a:t>
            </a:r>
          </a:p>
        </p:txBody>
      </p:sp>
      <p:sp>
        <p:nvSpPr>
          <p:cNvPr id="29" name="">
            <a:extLst xmlns:a="http://schemas.openxmlformats.org/drawingml/2006/main">
              <a:ext uri="{FF2B5EF4-FFF2-40B4-BE49-F238E27FC236}">
                <a16:creationId xmlns:a16="http://schemas.microsoft.com/office/drawing/2014/main" id="{1A83E128-287A-4013-8AF6-C9B2470BF0B6}"/>
              </a:ext>
            </a:extLst>
          </p:cNvPr>
          <p:cNvSpPr>
            <a:spLocks xmlns:a="http://schemas.openxmlformats.org/drawingml/2006/main" noGrp="1"/>
          </p:cNvSpPr>
          <p:nvPr/>
        </p:nvSpPr>
        <p:spPr>
          <a:xfrm xmlns:a="http://schemas.openxmlformats.org/drawingml/2006/main">
            <a:off x="9705975" y="2686050"/>
            <a:ext cx="158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Prove</a:t>
            </a:r>
          </a:p>
        </p:txBody>
      </p:sp>
      <p:sp>
        <p:nvSpPr>
          <p:cNvPr id="30" name="">
            <a:extLst xmlns:a="http://schemas.openxmlformats.org/drawingml/2006/main">
              <a:ext uri="{FF2B5EF4-FFF2-40B4-BE49-F238E27FC236}">
                <a16:creationId xmlns:a16="http://schemas.microsoft.com/office/drawing/2014/main" id="{58EB4828-7EF3-4439-9434-667E3E04050A}"/>
              </a:ext>
            </a:extLst>
          </p:cNvPr>
          <p:cNvSpPr>
            <a:spLocks xmlns:a="http://schemas.openxmlformats.org/drawingml/2006/main" noGrp="1"/>
          </p:cNvSpPr>
          <p:nvPr/>
        </p:nvSpPr>
        <p:spPr>
          <a:xfrm xmlns:a="http://schemas.openxmlformats.org/drawingml/2006/main">
            <a:off x="9705975" y="3181350"/>
            <a:ext cx="1581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17212B"/>
                </a:solidFill>
                <a:latin typeface="Bitstream Charter"/>
                <a:ea typeface="Bitstream Charter"/>
                <a:cs typeface="Bitstream Charter"/>
              </a:defRPr>
            </a:pPr>
            <a:r>
              <a:rPr sz="1125" b="0">
                <a:solidFill>
                  <a:srgbClr val="17212B"/>
                </a:solidFill>
                <a:latin typeface="Bitstream Charter"/>
                <a:ea typeface="Bitstream Charter"/>
                <a:cs typeface="Bitstream Charter"/>
              </a:rPr>
              <a:t>data and history</a:t>
            </a:r>
          </a:p>
        </p:txBody>
      </p:sp>
      <p:sp>
        <p:nvSpPr>
          <p:cNvPr id="31" name="">
            <a:extLst xmlns:a="http://schemas.openxmlformats.org/drawingml/2006/main">
              <a:ext uri="{FF2B5EF4-FFF2-40B4-BE49-F238E27FC236}">
                <a16:creationId xmlns:a16="http://schemas.microsoft.com/office/drawing/2014/main" id="{8BC16501-B2BD-46A1-A355-558E2C0869F4}"/>
              </a:ext>
            </a:extLst>
          </p:cNvPr>
          <p:cNvSpPr>
            <a:spLocks xmlns:a="http://schemas.openxmlformats.org/drawingml/2006/main" noGrp="1"/>
          </p:cNvSpPr>
          <p:nvPr/>
        </p:nvSpPr>
        <p:spPr>
          <a:xfrm xmlns:a="http://schemas.openxmlformats.org/drawingml/2006/main">
            <a:off x="1381125" y="4572000"/>
            <a:ext cx="9429750" cy="742950"/>
          </a:xfrm>
          <a:prstGeom xmlns:a="http://schemas.openxmlformats.org/drawingml/2006/main" prst="roundRect">
            <a:avLst>
              <a:gd name="adj" fmla="val 10256"/>
            </a:avLst>
          </a:prstGeom>
          <a:solidFill xmlns:a="http://schemas.openxmlformats.org/drawingml/2006/main">
            <a:srgbClr val="09233B"/>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D72D46E1-4235-4840-952B-84CEBD708E9E}"/>
              </a:ext>
            </a:extLst>
          </p:cNvPr>
          <p:cNvSpPr>
            <a:spLocks xmlns:a="http://schemas.openxmlformats.org/drawingml/2006/main" noGrp="1"/>
          </p:cNvSpPr>
          <p:nvPr/>
        </p:nvSpPr>
        <p:spPr>
          <a:xfrm xmlns:a="http://schemas.openxmlformats.org/drawingml/2006/main">
            <a:off x="1666875" y="4714875"/>
            <a:ext cx="885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Bitstream Charter"/>
                <a:ea typeface="Bitstream Charter"/>
                <a:cs typeface="Bitstream Charter"/>
              </a:defRPr>
            </a:pPr>
            <a:r>
              <a:rPr sz="1650" b="1">
                <a:solidFill>
                  <a:srgbClr val="FFFFFF"/>
                </a:solidFill>
                <a:latin typeface="Bitstream Charter"/>
                <a:ea typeface="Bitstream Charter"/>
                <a:cs typeface="Bitstream Charter"/>
              </a:rPr>
              <a:t>The learner should be able to explain every arrow, not only run the code.</a:t>
            </a:r>
          </a:p>
        </p:txBody>
      </p:sp>
    </p:spTree>
    <p:extLst>
      <p:ext uri="{BB962C8B-B14F-4D97-AF65-F5344CB8AC3E}">
        <p14:creationId xmlns:p14="http://schemas.microsoft.com/office/powerpoint/2010/main" val="43771291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F71F36F-F2BB-47DC-B477-76DAC2C715A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A53AF71-274F-4DDC-9C91-338F96B1CE57}"/>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The retail story</a:t>
            </a:r>
          </a:p>
        </p:txBody>
      </p:sp>
      <p:sp>
        <p:nvSpPr>
          <p:cNvPr id="3" name="">
            <a:extLst xmlns:a="http://schemas.openxmlformats.org/drawingml/2006/main">
              <a:ext uri="{FF2B5EF4-FFF2-40B4-BE49-F238E27FC236}">
                <a16:creationId xmlns:a16="http://schemas.microsoft.com/office/drawing/2014/main" id="{9C3DD585-FBCD-4E1A-ADA9-2EE89FEBE911}"/>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One example used throughout the training</a:t>
            </a:r>
          </a:p>
        </p:txBody>
      </p:sp>
      <p:sp>
        <p:nvSpPr>
          <p:cNvPr id="4" name="">
            <a:extLst xmlns:a="http://schemas.openxmlformats.org/drawingml/2006/main">
              <a:ext uri="{FF2B5EF4-FFF2-40B4-BE49-F238E27FC236}">
                <a16:creationId xmlns:a16="http://schemas.microsoft.com/office/drawing/2014/main" id="{005F4868-7C0D-40F9-8448-C136FCA6A601}"/>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F07E0F5-99A5-495A-94BE-50B0F8EC10B9}"/>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95A9C2E1-EB35-4590-8870-A2A1919B9B79}"/>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04</a:t>
            </a:r>
          </a:p>
        </p:txBody>
      </p:sp>
      <p:sp>
        <p:nvSpPr>
          <p:cNvPr id="7" name="">
            <a:extLst xmlns:a="http://schemas.openxmlformats.org/drawingml/2006/main">
              <a:ext uri="{FF2B5EF4-FFF2-40B4-BE49-F238E27FC236}">
                <a16:creationId xmlns:a16="http://schemas.microsoft.com/office/drawing/2014/main" id="{8116F4E9-A3B3-4B04-8E35-883ECD0DD7D0}"/>
              </a:ext>
            </a:extLst>
          </p:cNvPr>
          <p:cNvSpPr>
            <a:spLocks xmlns:a="http://schemas.openxmlformats.org/drawingml/2006/main" noGrp="1"/>
          </p:cNvSpPr>
          <p:nvPr/>
        </p:nvSpPr>
        <p:spPr>
          <a:xfrm xmlns:a="http://schemas.openxmlformats.org/drawingml/2006/main">
            <a:off x="704850" y="1581150"/>
            <a:ext cx="1428750" cy="304800"/>
          </a:xfrm>
          <a:prstGeom xmlns:a="http://schemas.openxmlformats.org/drawingml/2006/main" prst="roundRect">
            <a:avLst>
              <a:gd name="adj" fmla="val 25000"/>
            </a:avLst>
          </a:prstGeom>
          <a:solidFill xmlns:a="http://schemas.openxmlformats.org/drawingml/2006/main">
            <a:srgbClr val="2E74B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1F02F96-3550-4E2D-85AA-996C62FF03CC}"/>
              </a:ext>
            </a:extLst>
          </p:cNvPr>
          <p:cNvSpPr>
            <a:spLocks xmlns:a="http://schemas.openxmlformats.org/drawingml/2006/main" noGrp="1"/>
          </p:cNvSpPr>
          <p:nvPr/>
        </p:nvSpPr>
        <p:spPr>
          <a:xfrm xmlns:a="http://schemas.openxmlformats.org/drawingml/2006/main">
            <a:off x="781050" y="1600200"/>
            <a:ext cx="1276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SIMPLE IDEA</a:t>
            </a:r>
          </a:p>
        </p:txBody>
      </p:sp>
      <p:sp>
        <p:nvSpPr>
          <p:cNvPr id="9" name="">
            <a:extLst xmlns:a="http://schemas.openxmlformats.org/drawingml/2006/main">
              <a:ext uri="{FF2B5EF4-FFF2-40B4-BE49-F238E27FC236}">
                <a16:creationId xmlns:a16="http://schemas.microsoft.com/office/drawing/2014/main" id="{F207AE14-8252-4835-83A6-9ABDD937BD69}"/>
              </a:ext>
            </a:extLst>
          </p:cNvPr>
          <p:cNvSpPr>
            <a:spLocks xmlns:a="http://schemas.openxmlformats.org/drawingml/2006/main" noGrp="1"/>
          </p:cNvSpPr>
          <p:nvPr/>
        </p:nvSpPr>
        <p:spPr>
          <a:xfrm xmlns:a="http://schemas.openxmlformats.org/drawingml/2006/main">
            <a:off x="704850" y="1952625"/>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09233B"/>
                </a:solidFill>
                <a:latin typeface="Bitstream Charter"/>
                <a:ea typeface="Bitstream Charter"/>
                <a:cs typeface="Bitstream Charter"/>
              </a:defRPr>
            </a:pPr>
            <a:r>
              <a:rPr sz="2175" b="1">
                <a:solidFill>
                  <a:srgbClr val="09233B"/>
                </a:solidFill>
                <a:latin typeface="Bitstream Charter"/>
                <a:ea typeface="Bitstream Charter"/>
                <a:cs typeface="Bitstream Charter"/>
              </a:rPr>
              <a:t>A retailer receives orders from several systems and needs one trusted table.</a:t>
            </a:r>
          </a:p>
        </p:txBody>
      </p:sp>
      <p:sp>
        <p:nvSpPr>
          <p:cNvPr id="10" name="">
            <a:extLst xmlns:a="http://schemas.openxmlformats.org/drawingml/2006/main">
              <a:ext uri="{FF2B5EF4-FFF2-40B4-BE49-F238E27FC236}">
                <a16:creationId xmlns:a16="http://schemas.microsoft.com/office/drawing/2014/main" id="{097EDE4A-3BC7-4821-A8E7-61CC1033A686}"/>
              </a:ext>
            </a:extLst>
          </p:cNvPr>
          <p:cNvSpPr>
            <a:spLocks xmlns:a="http://schemas.openxmlformats.org/drawingml/2006/main" noGrp="1"/>
          </p:cNvSpPr>
          <p:nvPr/>
        </p:nvSpPr>
        <p:spPr>
          <a:xfrm xmlns:a="http://schemas.openxmlformats.org/drawingml/2006/main">
            <a:off x="800100" y="3267075"/>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ECBF66D-3E1C-4315-AC1B-11502222FE9C}"/>
              </a:ext>
            </a:extLst>
          </p:cNvPr>
          <p:cNvSpPr>
            <a:spLocks xmlns:a="http://schemas.openxmlformats.org/drawingml/2006/main" noGrp="1"/>
          </p:cNvSpPr>
          <p:nvPr/>
        </p:nvSpPr>
        <p:spPr>
          <a:xfrm xmlns:a="http://schemas.openxmlformats.org/drawingml/2006/main">
            <a:off x="1095375" y="31908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Raw events may contain missing or inconsistent values.</a:t>
            </a:r>
          </a:p>
        </p:txBody>
      </p:sp>
      <p:sp>
        <p:nvSpPr>
          <p:cNvPr id="12" name="">
            <a:extLst xmlns:a="http://schemas.openxmlformats.org/drawingml/2006/main">
              <a:ext uri="{FF2B5EF4-FFF2-40B4-BE49-F238E27FC236}">
                <a16:creationId xmlns:a16="http://schemas.microsoft.com/office/drawing/2014/main" id="{92106C14-2640-411C-A87B-87ADE33CBD07}"/>
              </a:ext>
            </a:extLst>
          </p:cNvPr>
          <p:cNvSpPr>
            <a:spLocks xmlns:a="http://schemas.openxmlformats.org/drawingml/2006/main" noGrp="1"/>
          </p:cNvSpPr>
          <p:nvPr/>
        </p:nvSpPr>
        <p:spPr>
          <a:xfrm xmlns:a="http://schemas.openxmlformats.org/drawingml/2006/main">
            <a:off x="800100" y="3848100"/>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3BC2C19-7743-4205-BB91-523EEBAA05F1}"/>
              </a:ext>
            </a:extLst>
          </p:cNvPr>
          <p:cNvSpPr>
            <a:spLocks xmlns:a="http://schemas.openxmlformats.org/drawingml/2006/main" noGrp="1"/>
          </p:cNvSpPr>
          <p:nvPr/>
        </p:nvSpPr>
        <p:spPr>
          <a:xfrm xmlns:a="http://schemas.openxmlformats.org/drawingml/2006/main">
            <a:off x="1095375" y="37719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Spark cleans and transforms the records.</a:t>
            </a:r>
          </a:p>
        </p:txBody>
      </p:sp>
      <p:sp>
        <p:nvSpPr>
          <p:cNvPr id="14" name="">
            <a:extLst xmlns:a="http://schemas.openxmlformats.org/drawingml/2006/main">
              <a:ext uri="{FF2B5EF4-FFF2-40B4-BE49-F238E27FC236}">
                <a16:creationId xmlns:a16="http://schemas.microsoft.com/office/drawing/2014/main" id="{9E371BC7-133F-4F78-A36D-0475B8E6933D}"/>
              </a:ext>
            </a:extLst>
          </p:cNvPr>
          <p:cNvSpPr>
            <a:spLocks xmlns:a="http://schemas.openxmlformats.org/drawingml/2006/main" noGrp="1"/>
          </p:cNvSpPr>
          <p:nvPr/>
        </p:nvSpPr>
        <p:spPr>
          <a:xfrm xmlns:a="http://schemas.openxmlformats.org/drawingml/2006/main">
            <a:off x="800100" y="4429125"/>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1664CB0-47AE-408E-9FDC-9CB7F400DC72}"/>
              </a:ext>
            </a:extLst>
          </p:cNvPr>
          <p:cNvSpPr>
            <a:spLocks xmlns:a="http://schemas.openxmlformats.org/drawingml/2006/main" noGrp="1"/>
          </p:cNvSpPr>
          <p:nvPr/>
        </p:nvSpPr>
        <p:spPr>
          <a:xfrm xmlns:a="http://schemas.openxmlformats.org/drawingml/2006/main">
            <a:off x="1095375" y="43529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Delta stores reliable committed versions.</a:t>
            </a:r>
          </a:p>
        </p:txBody>
      </p:sp>
      <p:sp>
        <p:nvSpPr>
          <p:cNvPr id="16" name="">
            <a:extLst xmlns:a="http://schemas.openxmlformats.org/drawingml/2006/main">
              <a:ext uri="{FF2B5EF4-FFF2-40B4-BE49-F238E27FC236}">
                <a16:creationId xmlns:a16="http://schemas.microsoft.com/office/drawing/2014/main" id="{46DC8841-DDAA-4E04-AF0A-96721E7F29D3}"/>
              </a:ext>
            </a:extLst>
          </p:cNvPr>
          <p:cNvSpPr>
            <a:spLocks xmlns:a="http://schemas.openxmlformats.org/drawingml/2006/main" noGrp="1"/>
          </p:cNvSpPr>
          <p:nvPr/>
        </p:nvSpPr>
        <p:spPr>
          <a:xfrm xmlns:a="http://schemas.openxmlformats.org/drawingml/2006/main">
            <a:off x="800100" y="5010150"/>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3633DB2-C5C9-43FE-84AF-A85D0E71CC3C}"/>
              </a:ext>
            </a:extLst>
          </p:cNvPr>
          <p:cNvSpPr>
            <a:spLocks xmlns:a="http://schemas.openxmlformats.org/drawingml/2006/main" noGrp="1"/>
          </p:cNvSpPr>
          <p:nvPr/>
        </p:nvSpPr>
        <p:spPr>
          <a:xfrm xmlns:a="http://schemas.openxmlformats.org/drawingml/2006/main">
            <a:off x="1095375" y="49339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Unity Catalog provides the governed name and access.</a:t>
            </a:r>
          </a:p>
        </p:txBody>
      </p:sp>
      <p:sp>
        <p:nvSpPr>
          <p:cNvPr id="18" name="">
            <a:extLst xmlns:a="http://schemas.openxmlformats.org/drawingml/2006/main">
              <a:ext uri="{FF2B5EF4-FFF2-40B4-BE49-F238E27FC236}">
                <a16:creationId xmlns:a16="http://schemas.microsoft.com/office/drawing/2014/main" id="{D4705026-6DAC-4040-8C56-E9CE25BC1390}"/>
              </a:ext>
            </a:extLst>
          </p:cNvPr>
          <p:cNvSpPr>
            <a:spLocks xmlns:a="http://schemas.openxmlformats.org/drawingml/2006/main" noGrp="1"/>
          </p:cNvSpPr>
          <p:nvPr/>
        </p:nvSpPr>
        <p:spPr>
          <a:xfrm xmlns:a="http://schemas.openxmlformats.org/drawingml/2006/main">
            <a:off x="7667625" y="1714500"/>
            <a:ext cx="3714750" cy="3238500"/>
          </a:xfrm>
          <a:prstGeom xmlns:a="http://schemas.openxmlformats.org/drawingml/2006/main" prst="roundRect">
            <a:avLst>
              <a:gd name="adj" fmla="val 2353"/>
            </a:avLst>
          </a:prstGeom>
          <a:solidFill xmlns:a="http://schemas.openxmlformats.org/drawingml/2006/main">
            <a:srgbClr val="F5F8FA"/>
          </a:solidFill>
          <a:ln xmlns:a="http://schemas.openxmlformats.org/drawingml/2006/main" w="9525">
            <a:solidFill>
              <a:srgbClr val="D5DEE6"/>
            </a:solidFill>
          </a:ln>
        </p:spPr>
      </p:sp>
      <p:sp>
        <p:nvSpPr>
          <p:cNvPr id="19" name="">
            <a:extLst xmlns:a="http://schemas.openxmlformats.org/drawingml/2006/main">
              <a:ext uri="{FF2B5EF4-FFF2-40B4-BE49-F238E27FC236}">
                <a16:creationId xmlns:a16="http://schemas.microsoft.com/office/drawing/2014/main" id="{403DB9FE-2B7D-43AA-8D74-6EA8095B532B}"/>
              </a:ext>
            </a:extLst>
          </p:cNvPr>
          <p:cNvSpPr>
            <a:spLocks xmlns:a="http://schemas.openxmlformats.org/drawingml/2006/main" noGrp="1"/>
          </p:cNvSpPr>
          <p:nvPr/>
        </p:nvSpPr>
        <p:spPr>
          <a:xfrm xmlns:a="http://schemas.openxmlformats.org/drawingml/2006/main">
            <a:off x="7667625" y="1714500"/>
            <a:ext cx="85725" cy="3238500"/>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E2E703E-6B98-48D8-BDA1-D98AFAB158D8}"/>
              </a:ext>
            </a:extLst>
          </p:cNvPr>
          <p:cNvSpPr>
            <a:spLocks xmlns:a="http://schemas.openxmlformats.org/drawingml/2006/main" noGrp="1"/>
          </p:cNvSpPr>
          <p:nvPr/>
        </p:nvSpPr>
        <p:spPr>
          <a:xfrm xmlns:a="http://schemas.openxmlformats.org/drawingml/2006/main">
            <a:off x="7905750" y="1847850"/>
            <a:ext cx="328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Example</a:t>
            </a:r>
          </a:p>
        </p:txBody>
      </p:sp>
      <p:sp>
        <p:nvSpPr>
          <p:cNvPr id="21" name="">
            <a:extLst xmlns:a="http://schemas.openxmlformats.org/drawingml/2006/main">
              <a:ext uri="{FF2B5EF4-FFF2-40B4-BE49-F238E27FC236}">
                <a16:creationId xmlns:a16="http://schemas.microsoft.com/office/drawing/2014/main" id="{CC0B43EC-B83F-4EE4-837F-56B2AFED8588}"/>
              </a:ext>
            </a:extLst>
          </p:cNvPr>
          <p:cNvSpPr>
            <a:spLocks xmlns:a="http://schemas.openxmlformats.org/drawingml/2006/main" noGrp="1"/>
          </p:cNvSpPr>
          <p:nvPr/>
        </p:nvSpPr>
        <p:spPr>
          <a:xfrm xmlns:a="http://schemas.openxmlformats.org/drawingml/2006/main">
            <a:off x="7905750" y="2219325"/>
            <a:ext cx="3286125" cy="2609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Three sample orders become training_lab.student_01.orders. The same pattern can scale to millions of rows.</a:t>
            </a:r>
          </a:p>
        </p:txBody>
      </p:sp>
      <p:sp>
        <p:nvSpPr>
          <p:cNvPr id="22" name="">
            <a:extLst xmlns:a="http://schemas.openxmlformats.org/drawingml/2006/main">
              <a:ext uri="{FF2B5EF4-FFF2-40B4-BE49-F238E27FC236}">
                <a16:creationId xmlns:a16="http://schemas.microsoft.com/office/drawing/2014/main" id="{BB47D440-9351-4CF1-86F8-CD9935B86806}"/>
              </a:ext>
            </a:extLst>
          </p:cNvPr>
          <p:cNvSpPr>
            <a:spLocks xmlns:a="http://schemas.openxmlformats.org/drawingml/2006/main" noGrp="1"/>
          </p:cNvSpPr>
          <p:nvPr/>
        </p:nvSpPr>
        <p:spPr>
          <a:xfrm xmlns:a="http://schemas.openxmlformats.org/drawingml/2006/main">
            <a:off x="7810500" y="5238750"/>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5D6A76"/>
                </a:solidFill>
                <a:latin typeface="Bitstream Charter"/>
                <a:ea typeface="Bitstream Charter"/>
                <a:cs typeface="Bitstream Charter"/>
              </a:defRPr>
            </a:pPr>
            <a:r>
              <a:rPr sz="1200" b="1">
                <a:solidFill>
                  <a:srgbClr val="5D6A76"/>
                </a:solidFill>
                <a:latin typeface="Bitstream Charter"/>
                <a:ea typeface="Bitstream Charter"/>
                <a:cs typeface="Bitstream Charter"/>
              </a:rPr>
              <a:t>Ask learners to explain this in their own words.</a:t>
            </a:r>
          </a:p>
        </p:txBody>
      </p:sp>
    </p:spTree>
    <p:extLst>
      <p:ext uri="{BB962C8B-B14F-4D97-AF65-F5344CB8AC3E}">
        <p14:creationId xmlns:p14="http://schemas.microsoft.com/office/powerpoint/2010/main" val="209149203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562DBC9-BEBE-4855-9194-8BF735CAA48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A7526B0-5A6D-4760-90E6-78F028FC25C8}"/>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What learners will achieve</a:t>
            </a:r>
          </a:p>
        </p:txBody>
      </p:sp>
      <p:sp>
        <p:nvSpPr>
          <p:cNvPr id="3" name="">
            <a:extLst xmlns:a="http://schemas.openxmlformats.org/drawingml/2006/main">
              <a:ext uri="{FF2B5EF4-FFF2-40B4-BE49-F238E27FC236}">
                <a16:creationId xmlns:a16="http://schemas.microsoft.com/office/drawing/2014/main" id="{6AB81F60-B1CF-40C5-8015-36AFD9F01460}"/>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Observable outcomes for training delivery</a:t>
            </a:r>
          </a:p>
        </p:txBody>
      </p:sp>
      <p:sp>
        <p:nvSpPr>
          <p:cNvPr id="4" name="">
            <a:extLst xmlns:a="http://schemas.openxmlformats.org/drawingml/2006/main">
              <a:ext uri="{FF2B5EF4-FFF2-40B4-BE49-F238E27FC236}">
                <a16:creationId xmlns:a16="http://schemas.microsoft.com/office/drawing/2014/main" id="{67DA9221-36D3-4953-BC27-5D6E5ECC2C96}"/>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6F56DAE-4410-4143-B237-5183FCF0F343}"/>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93CD216A-3C90-4320-A1F0-5C54329EC27A}"/>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05</a:t>
            </a:r>
          </a:p>
        </p:txBody>
      </p:sp>
      <p:graphicFrame>
        <p:nvGraphicFramePr>
          <p:cNvPr id="16" name=""/>
          <p:cNvGraphicFramePr/>
          <p:nvPr/>
        </p:nvGraphicFramePr>
        <p:xfrm>
          <a:off xmlns:a="http://schemas.openxmlformats.org/drawingml/2006/main" x="666750" y="1666875"/>
          <a:ext xmlns:a="http://schemas.openxmlformats.org/drawingml/2006/main" cx="10858500" cy="3476625"/>
        </p:xfrm>
        <a:graphic xmlns:a="http://schemas.openxmlformats.org/drawingml/2006/main">
          <a:graphicData uri="http://schemas.openxmlformats.org/drawingml/2006/table">
            <a:tbl>
              <a:tblPr firstRow="1" bandRow="1"/>
              <a:tblGrid>
                <a:gridCol w="2857500"/>
                <a:gridCol w="4095750"/>
                <a:gridCol w="3905250"/>
              </a:tblGrid>
              <a:tr h="695325">
                <a:tc>
                  <a:txBody>
                    <a:bodyPr/>
                    <a:lstStyle/>
                    <a:p>
                      <a:r>
                        <a:rPr sz="1125" b="1">
                          <a:solidFill>
                            <a:srgbClr val="FFFFFF"/>
                          </a:solidFill>
                          <a:latin typeface="Bitstream Charter"/>
                          <a:ea typeface="Bitstream Charter"/>
                          <a:cs typeface="Bitstream Charter"/>
                        </a:rPr>
                        <a:t>Outcome</a:t>
                      </a:r>
                    </a:p>
                  </a:txBody>
                  <a:tcPr marL="91440" marR="91440" marT="45720" marB="45720">
                    <a:solidFill>
                      <a:srgbClr val="09233B"/>
                    </a:solidFill>
                  </a:tcPr>
                </a:tc>
                <a:tc>
                  <a:txBody>
                    <a:bodyPr/>
                    <a:lstStyle/>
                    <a:p>
                      <a:r>
                        <a:rPr sz="1125" b="1">
                          <a:solidFill>
                            <a:srgbClr val="FFFFFF"/>
                          </a:solidFill>
                          <a:latin typeface="Bitstream Charter"/>
                          <a:ea typeface="Bitstream Charter"/>
                          <a:cs typeface="Bitstream Charter"/>
                        </a:rPr>
                        <a:t>Learner evidence</a:t>
                      </a:r>
                    </a:p>
                  </a:txBody>
                  <a:tcPr marL="91440" marR="91440" marT="45720" marB="45720">
                    <a:solidFill>
                      <a:srgbClr val="09233B"/>
                    </a:solidFill>
                  </a:tcPr>
                </a:tc>
                <a:tc>
                  <a:txBody>
                    <a:bodyPr/>
                    <a:lstStyle/>
                    <a:p>
                      <a:r>
                        <a:rPr sz="1125" b="1">
                          <a:solidFill>
                            <a:srgbClr val="FFFFFF"/>
                          </a:solidFill>
                          <a:latin typeface="Bitstream Charter"/>
                          <a:ea typeface="Bitstream Charter"/>
                          <a:cs typeface="Bitstream Charter"/>
                        </a:rPr>
                        <a:t>Trainer check</a:t>
                      </a:r>
                    </a:p>
                  </a:txBody>
                  <a:tcPr marL="91440" marR="91440" marT="45720" marB="45720">
                    <a:solidFill>
                      <a:srgbClr val="09233B"/>
                    </a:solidFill>
                  </a:tcPr>
                </a:tc>
              </a:tr>
              <a:tr h="695325">
                <a:tc>
                  <a:txBody>
                    <a:bodyPr/>
                    <a:lstStyle/>
                    <a:p>
                      <a:r>
                        <a:rPr sz="1050">
                          <a:solidFill>
                            <a:srgbClr val="17212B"/>
                          </a:solidFill>
                          <a:latin typeface="Bitstream Charter"/>
                          <a:ea typeface="Bitstream Charter"/>
                          <a:cs typeface="Bitstream Charter"/>
                        </a:rPr>
                        <a:t>Explain the platform</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Names storage, Spark, Delta and governance</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Uses correct responsibility</a:t>
                      </a:r>
                    </a:p>
                  </a:txBody>
                  <a:tcPr marL="91440" marR="91440" marT="45720" marB="45720">
                    <a:solidFill>
                      <a:srgbClr val="FFFFFF"/>
                    </a:solidFill>
                  </a:tcPr>
                </a:tc>
              </a:tr>
              <a:tr h="695325">
                <a:tc>
                  <a:txBody>
                    <a:bodyPr/>
                    <a:lstStyle/>
                    <a:p>
                      <a:r>
                        <a:rPr sz="1050">
                          <a:solidFill>
                            <a:srgbClr val="17212B"/>
                          </a:solidFill>
                          <a:latin typeface="Bitstream Charter"/>
                          <a:ea typeface="Bitstream Charter"/>
                          <a:cs typeface="Bitstream Charter"/>
                        </a:rPr>
                        <a:t>Use a notebook</a:t>
                      </a:r>
                    </a:p>
                  </a:txBody>
                  <a:tcPr marL="91440" marR="91440" marT="45720" marB="45720">
                    <a:solidFill>
                      <a:srgbClr val="F5F8FA"/>
                    </a:solidFill>
                  </a:tcPr>
                </a:tc>
                <a:tc>
                  <a:txBody>
                    <a:bodyPr/>
                    <a:lstStyle/>
                    <a:p>
                      <a:r>
                        <a:rPr sz="1050">
                          <a:solidFill>
                            <a:srgbClr val="17212B"/>
                          </a:solidFill>
                          <a:latin typeface="Bitstream Charter"/>
                          <a:ea typeface="Bitstream Charter"/>
                          <a:cs typeface="Bitstream Charter"/>
                        </a:rPr>
                        <a:t>Runs Python, SQL and Markdown</a:t>
                      </a:r>
                    </a:p>
                  </a:txBody>
                  <a:tcPr marL="91440" marR="91440" marT="45720" marB="45720">
                    <a:solidFill>
                      <a:srgbClr val="F5F8FA"/>
                    </a:solidFill>
                  </a:tcPr>
                </a:tc>
                <a:tc>
                  <a:txBody>
                    <a:bodyPr/>
                    <a:lstStyle/>
                    <a:p>
                      <a:r>
                        <a:rPr sz="1050">
                          <a:solidFill>
                            <a:srgbClr val="17212B"/>
                          </a:solidFill>
                          <a:latin typeface="Bitstream Charter"/>
                          <a:ea typeface="Bitstream Charter"/>
                          <a:cs typeface="Bitstream Charter"/>
                        </a:rPr>
                        <a:t>Cells execute in order</a:t>
                      </a:r>
                    </a:p>
                  </a:txBody>
                  <a:tcPr marL="91440" marR="91440" marT="45720" marB="45720">
                    <a:solidFill>
                      <a:srgbClr val="F5F8FA"/>
                    </a:solidFill>
                  </a:tcPr>
                </a:tc>
              </a:tr>
              <a:tr h="695325">
                <a:tc>
                  <a:txBody>
                    <a:bodyPr/>
                    <a:lstStyle/>
                    <a:p>
                      <a:r>
                        <a:rPr sz="1050">
                          <a:solidFill>
                            <a:srgbClr val="17212B"/>
                          </a:solidFill>
                          <a:latin typeface="Bitstream Charter"/>
                          <a:ea typeface="Bitstream Charter"/>
                          <a:cs typeface="Bitstream Charter"/>
                        </a:rPr>
                        <a:t>Transform data</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Creates and filters a DataFrame</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Expected rows appear</a:t>
                      </a:r>
                    </a:p>
                  </a:txBody>
                  <a:tcPr marL="91440" marR="91440" marT="45720" marB="45720">
                    <a:solidFill>
                      <a:srgbClr val="FFFFFF"/>
                    </a:solidFill>
                  </a:tcPr>
                </a:tc>
              </a:tr>
              <a:tr h="695325">
                <a:tc>
                  <a:txBody>
                    <a:bodyPr/>
                    <a:lstStyle/>
                    <a:p>
                      <a:r>
                        <a:rPr sz="1050">
                          <a:solidFill>
                            <a:srgbClr val="17212B"/>
                          </a:solidFill>
                          <a:latin typeface="Bitstream Charter"/>
                          <a:ea typeface="Bitstream Charter"/>
                          <a:cs typeface="Bitstream Charter"/>
                        </a:rPr>
                        <a:t>Publish a table</a:t>
                      </a:r>
                    </a:p>
                  </a:txBody>
                  <a:tcPr marL="91440" marR="91440" marT="45720" marB="45720">
                    <a:solidFill>
                      <a:srgbClr val="F5F8FA"/>
                    </a:solidFill>
                  </a:tcPr>
                </a:tc>
                <a:tc>
                  <a:txBody>
                    <a:bodyPr/>
                    <a:lstStyle/>
                    <a:p>
                      <a:r>
                        <a:rPr sz="1050">
                          <a:solidFill>
                            <a:srgbClr val="17212B"/>
                          </a:solidFill>
                          <a:latin typeface="Bitstream Charter"/>
                          <a:ea typeface="Bitstream Charter"/>
                          <a:cs typeface="Bitstream Charter"/>
                        </a:rPr>
                        <a:t>Writes catalog.schema.table</a:t>
                      </a:r>
                    </a:p>
                  </a:txBody>
                  <a:tcPr marL="91440" marR="91440" marT="45720" marB="45720">
                    <a:solidFill>
                      <a:srgbClr val="F5F8FA"/>
                    </a:solidFill>
                  </a:tcPr>
                </a:tc>
                <a:tc>
                  <a:txBody>
                    <a:bodyPr/>
                    <a:lstStyle/>
                    <a:p>
                      <a:r>
                        <a:rPr sz="1050">
                          <a:solidFill>
                            <a:srgbClr val="17212B"/>
                          </a:solidFill>
                          <a:latin typeface="Bitstream Charter"/>
                          <a:ea typeface="Bitstream Charter"/>
                          <a:cs typeface="Bitstream Charter"/>
                        </a:rPr>
                        <a:t>Table, detail and history exist</a:t>
                      </a:r>
                    </a:p>
                  </a:txBody>
                  <a:tcPr marL="91440" marR="91440" marT="45720" marB="45720">
                    <a:solidFill>
                      <a:srgbClr val="F5F8FA"/>
                    </a:solidFill>
                  </a:tcPr>
                </a:tc>
              </a:tr>
            </a:tbl>
          </a:graphicData>
        </a:graphic>
      </p:graphicFrame>
      <p:sp>
        <p:nvSpPr>
          <p:cNvPr id="8" name="">
            <a:extLst xmlns:a="http://schemas.openxmlformats.org/drawingml/2006/main">
              <a:ext uri="{FF2B5EF4-FFF2-40B4-BE49-F238E27FC236}">
                <a16:creationId xmlns:a16="http://schemas.microsoft.com/office/drawing/2014/main" id="{55997182-A558-430C-96C1-727D0B8BF021}"/>
              </a:ext>
            </a:extLst>
          </p:cNvPr>
          <p:cNvSpPr>
            <a:spLocks xmlns:a="http://schemas.openxmlformats.org/drawingml/2006/main" noGrp="1"/>
          </p:cNvSpPr>
          <p:nvPr/>
        </p:nvSpPr>
        <p:spPr>
          <a:xfrm xmlns:a="http://schemas.openxmlformats.org/drawingml/2006/main">
            <a:off x="1476375" y="5429250"/>
            <a:ext cx="9239250" cy="523875"/>
          </a:xfrm>
          <a:prstGeom xmlns:a="http://schemas.openxmlformats.org/drawingml/2006/main" prst="roundRect">
            <a:avLst>
              <a:gd name="adj" fmla="val 14545"/>
            </a:avLst>
          </a:prstGeom>
          <a:solidFill xmlns:a="http://schemas.openxmlformats.org/drawingml/2006/main">
            <a:srgbClr val="EAF4FB"/>
          </a:solidFill>
          <a:ln xmlns:a="http://schemas.openxmlformats.org/drawingml/2006/main" w="9525">
            <a:solidFill>
              <a:srgbClr val="D5DEE6"/>
            </a:solidFill>
          </a:ln>
        </p:spPr>
      </p:sp>
      <p:sp>
        <p:nvSpPr>
          <p:cNvPr id="9" name="">
            <a:extLst xmlns:a="http://schemas.openxmlformats.org/drawingml/2006/main">
              <a:ext uri="{FF2B5EF4-FFF2-40B4-BE49-F238E27FC236}">
                <a16:creationId xmlns:a16="http://schemas.microsoft.com/office/drawing/2014/main" id="{2C5049CD-6A7C-4FD1-A89D-40E06657FE7F}"/>
              </a:ext>
            </a:extLst>
          </p:cNvPr>
          <p:cNvSpPr>
            <a:spLocks xmlns:a="http://schemas.openxmlformats.org/drawingml/2006/main" noGrp="1"/>
          </p:cNvSpPr>
          <p:nvPr/>
        </p:nvSpPr>
        <p:spPr>
          <a:xfrm xmlns:a="http://schemas.openxmlformats.org/drawingml/2006/main">
            <a:off x="1666875" y="5505450"/>
            <a:ext cx="885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09233B"/>
                </a:solidFill>
                <a:latin typeface="Bitstream Charter"/>
                <a:ea typeface="Bitstream Charter"/>
                <a:cs typeface="Bitstream Charter"/>
              </a:defRPr>
            </a:pPr>
            <a:r>
              <a:rPr sz="1350" b="1">
                <a:solidFill>
                  <a:srgbClr val="09233B"/>
                </a:solidFill>
                <a:latin typeface="Bitstream Charter"/>
                <a:ea typeface="Bitstream Charter"/>
                <a:cs typeface="Bitstream Charter"/>
              </a:rPr>
              <a:t>Final evidence is a rerunnable notebook plus a governed Delta table.</a:t>
            </a:r>
          </a:p>
        </p:txBody>
      </p:sp>
    </p:spTree>
    <p:extLst>
      <p:ext uri="{BB962C8B-B14F-4D97-AF65-F5344CB8AC3E}">
        <p14:creationId xmlns:p14="http://schemas.microsoft.com/office/powerpoint/2010/main" val="320338411"/>
      </p:ext>
    </p:extLst>
  </p:cSld>
</p:sld>
</file>

<file path=ppt/slides/slide6.xml><?xml version="1.0" encoding="utf-8"?>
<p:sld xmlns:p="http://schemas.openxmlformats.org/presentationml/2006/main">
  <p:cSld>
    <p:bg>
      <p:bgPr>
        <a:solidFill xmlns:a="http://schemas.openxmlformats.org/drawingml/2006/main">
          <a:srgbClr val="09233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5E7FBDF-D933-47F4-8228-B275E0092D58}"/>
              </a:ext>
            </a:extLst>
          </p:cNvPr>
          <p:cNvSpPr>
            <a:spLocks xmlns:a="http://schemas.openxmlformats.org/drawingml/2006/main" noGrp="1"/>
          </p:cNvSpPr>
          <p:nvPr/>
        </p:nvSpPr>
        <p:spPr>
          <a:xfrm xmlns:a="http://schemas.openxmlformats.org/drawingml/2006/main">
            <a:off x="742950" y="74295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37AFA7"/>
                </a:solidFill>
                <a:latin typeface="Bitstream Charter"/>
                <a:ea typeface="Bitstream Charter"/>
                <a:cs typeface="Bitstream Charter"/>
              </a:defRPr>
            </a:pPr>
            <a:r>
              <a:rPr sz="1125" b="1">
                <a:solidFill>
                  <a:srgbClr val="37AFA7"/>
                </a:solidFill>
                <a:latin typeface="Bitstream Charter"/>
                <a:ea typeface="Bitstream Charter"/>
                <a:cs typeface="Bitstream Charter"/>
              </a:rPr>
              <a:t>LESSON 1</a:t>
            </a:r>
          </a:p>
        </p:txBody>
      </p:sp>
      <p:sp>
        <p:nvSpPr>
          <p:cNvPr id="2" name="">
            <a:extLst xmlns:a="http://schemas.openxmlformats.org/drawingml/2006/main">
              <a:ext uri="{FF2B5EF4-FFF2-40B4-BE49-F238E27FC236}">
                <a16:creationId xmlns:a16="http://schemas.microsoft.com/office/drawing/2014/main" id="{F563DB9F-5AB2-4316-9382-1A8232319240}"/>
              </a:ext>
            </a:extLst>
          </p:cNvPr>
          <p:cNvSpPr>
            <a:spLocks xmlns:a="http://schemas.openxmlformats.org/drawingml/2006/main" noGrp="1"/>
          </p:cNvSpPr>
          <p:nvPr/>
        </p:nvSpPr>
        <p:spPr>
          <a:xfrm xmlns:a="http://schemas.openxmlformats.org/drawingml/2006/main">
            <a:off x="742950" y="1524000"/>
            <a:ext cx="990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600" b="1">
                <a:solidFill>
                  <a:srgbClr val="FFFFFF"/>
                </a:solidFill>
                <a:latin typeface="Bitstream Charter"/>
                <a:ea typeface="Bitstream Charter"/>
                <a:cs typeface="Bitstream Charter"/>
              </a:defRPr>
            </a:pPr>
            <a:r>
              <a:rPr sz="3600" b="1">
                <a:solidFill>
                  <a:srgbClr val="FFFFFF"/>
                </a:solidFill>
                <a:latin typeface="Bitstream Charter"/>
                <a:ea typeface="Bitstream Charter"/>
                <a:cs typeface="Bitstream Charter"/>
              </a:rPr>
              <a:t>What is Azure Databricks?</a:t>
            </a:r>
          </a:p>
        </p:txBody>
      </p:sp>
      <p:sp>
        <p:nvSpPr>
          <p:cNvPr id="3" name="">
            <a:extLst xmlns:a="http://schemas.openxmlformats.org/drawingml/2006/main">
              <a:ext uri="{FF2B5EF4-FFF2-40B4-BE49-F238E27FC236}">
                <a16:creationId xmlns:a16="http://schemas.microsoft.com/office/drawing/2014/main" id="{B78CC7DA-E03F-4838-AE58-ECE0A149BC8B}"/>
              </a:ext>
            </a:extLst>
          </p:cNvPr>
          <p:cNvSpPr>
            <a:spLocks xmlns:a="http://schemas.openxmlformats.org/drawingml/2006/main" noGrp="1"/>
          </p:cNvSpPr>
          <p:nvPr/>
        </p:nvSpPr>
        <p:spPr>
          <a:xfrm xmlns:a="http://schemas.openxmlformats.org/drawingml/2006/main">
            <a:off x="781050" y="2428875"/>
            <a:ext cx="9239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D3E0E9"/>
                </a:solidFill>
                <a:latin typeface="Bitstream Charter"/>
                <a:ea typeface="Bitstream Charter"/>
                <a:cs typeface="Bitstream Charter"/>
              </a:defRPr>
            </a:pPr>
            <a:r>
              <a:rPr sz="1725" b="0">
                <a:solidFill>
                  <a:srgbClr val="D3E0E9"/>
                </a:solidFill>
                <a:latin typeface="Bitstream Charter"/>
                <a:ea typeface="Bitstream Charter"/>
                <a:cs typeface="Bitstream Charter"/>
              </a:rPr>
              <a:t>Platform, storage, Spark, DataFrames and Delta foundations</a:t>
            </a:r>
          </a:p>
        </p:txBody>
      </p:sp>
      <p:sp>
        <p:nvSpPr>
          <p:cNvPr id="4" name="">
            <a:extLst xmlns:a="http://schemas.openxmlformats.org/drawingml/2006/main">
              <a:ext uri="{FF2B5EF4-FFF2-40B4-BE49-F238E27FC236}">
                <a16:creationId xmlns:a16="http://schemas.microsoft.com/office/drawing/2014/main" id="{B4530D20-E595-41BD-853D-EF1691487515}"/>
              </a:ext>
            </a:extLst>
          </p:cNvPr>
          <p:cNvSpPr>
            <a:spLocks xmlns:a="http://schemas.openxmlformats.org/drawingml/2006/main" noGrp="1"/>
          </p:cNvSpPr>
          <p:nvPr/>
        </p:nvSpPr>
        <p:spPr>
          <a:xfrm xmlns:a="http://schemas.openxmlformats.org/drawingml/2006/main">
            <a:off x="781050" y="3429000"/>
            <a:ext cx="7048500" cy="47625"/>
          </a:xfrm>
          <a:prstGeom xmlns:a="http://schemas.openxmlformats.org/drawingml/2006/main" prst="rect">
            <a:avLst/>
          </a:prstGeom>
          <a:solidFill xmlns:a="http://schemas.openxmlformats.org/drawingml/2006/main">
            <a:srgbClr val="E6A73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F966292-0136-48BF-B29E-0EF3EEE2256B}"/>
              </a:ext>
            </a:extLst>
          </p:cNvPr>
          <p:cNvSpPr>
            <a:spLocks xmlns:a="http://schemas.openxmlformats.org/drawingml/2006/main" noGrp="1"/>
          </p:cNvSpPr>
          <p:nvPr/>
        </p:nvSpPr>
        <p:spPr>
          <a:xfrm xmlns:a="http://schemas.openxmlformats.org/drawingml/2006/main">
            <a:off x="781050" y="3714750"/>
            <a:ext cx="762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FFFFFF"/>
                </a:solidFill>
                <a:latin typeface="Bitstream Charter"/>
                <a:ea typeface="Bitstream Charter"/>
                <a:cs typeface="Bitstream Charter"/>
              </a:defRPr>
            </a:pPr>
            <a:r>
              <a:rPr sz="1725" b="1">
                <a:solidFill>
                  <a:srgbClr val="FFFFFF"/>
                </a:solidFill>
                <a:latin typeface="Bitstream Charter"/>
                <a:ea typeface="Bitstream Charter"/>
                <a:cs typeface="Bitstream Charter"/>
              </a:rPr>
              <a:t>Explain → show → ask → practise</a:t>
            </a:r>
          </a:p>
        </p:txBody>
      </p:sp>
      <p:sp>
        <p:nvSpPr>
          <p:cNvPr id="6" name="">
            <a:extLst xmlns:a="http://schemas.openxmlformats.org/drawingml/2006/main">
              <a:ext uri="{FF2B5EF4-FFF2-40B4-BE49-F238E27FC236}">
                <a16:creationId xmlns:a16="http://schemas.microsoft.com/office/drawing/2014/main" id="{1E9954BF-6547-4219-97B9-AA3E83E3BDA3}"/>
              </a:ext>
            </a:extLst>
          </p:cNvPr>
          <p:cNvSpPr>
            <a:spLocks xmlns:a="http://schemas.openxmlformats.org/drawingml/2006/main" noGrp="1"/>
          </p:cNvSpPr>
          <p:nvPr/>
        </p:nvSpPr>
        <p:spPr>
          <a:xfrm xmlns:a="http://schemas.openxmlformats.org/drawingml/2006/main">
            <a:off x="11049000" y="64389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A8B8C5"/>
                </a:solidFill>
                <a:latin typeface="Bitstream Charter"/>
                <a:ea typeface="Bitstream Charter"/>
                <a:cs typeface="Bitstream Charter"/>
              </a:defRPr>
            </a:pPr>
            <a:r>
              <a:rPr sz="825" b="1">
                <a:solidFill>
                  <a:srgbClr val="A8B8C5"/>
                </a:solidFill>
                <a:latin typeface="Bitstream Charter"/>
                <a:ea typeface="Bitstream Charter"/>
                <a:cs typeface="Bitstream Charter"/>
              </a:rPr>
              <a:t>06</a:t>
            </a:r>
          </a:p>
        </p:txBody>
      </p:sp>
    </p:spTree>
    <p:extLst>
      <p:ext uri="{BB962C8B-B14F-4D97-AF65-F5344CB8AC3E}">
        <p14:creationId xmlns:p14="http://schemas.microsoft.com/office/powerpoint/2010/main" val="176417460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4115EBD-B7F1-4C4D-9C04-2ABAFF4D076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D5C0C-7857-4D32-A06F-4A792805F8BF}"/>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Azure Databricks in one sentence</a:t>
            </a:r>
          </a:p>
        </p:txBody>
      </p:sp>
      <p:sp>
        <p:nvSpPr>
          <p:cNvPr id="3" name="">
            <a:extLst xmlns:a="http://schemas.openxmlformats.org/drawingml/2006/main">
              <a:ext uri="{FF2B5EF4-FFF2-40B4-BE49-F238E27FC236}">
                <a16:creationId xmlns:a16="http://schemas.microsoft.com/office/drawing/2014/main" id="{EE30508F-46A2-41B5-A28D-3CF416B3DACD}"/>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Start with plain language</a:t>
            </a:r>
          </a:p>
        </p:txBody>
      </p:sp>
      <p:sp>
        <p:nvSpPr>
          <p:cNvPr id="4" name="">
            <a:extLst xmlns:a="http://schemas.openxmlformats.org/drawingml/2006/main">
              <a:ext uri="{FF2B5EF4-FFF2-40B4-BE49-F238E27FC236}">
                <a16:creationId xmlns:a16="http://schemas.microsoft.com/office/drawing/2014/main" id="{B67819E0-42DE-4506-A020-D422FBDBE136}"/>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E062DA2-58C2-4221-A457-B3EC4B1813A6}"/>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FBF9B2DB-9AA5-4B58-8898-3673B22CDFF2}"/>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07</a:t>
            </a:r>
          </a:p>
        </p:txBody>
      </p:sp>
      <p:sp>
        <p:nvSpPr>
          <p:cNvPr id="7" name="">
            <a:extLst xmlns:a="http://schemas.openxmlformats.org/drawingml/2006/main">
              <a:ext uri="{FF2B5EF4-FFF2-40B4-BE49-F238E27FC236}">
                <a16:creationId xmlns:a16="http://schemas.microsoft.com/office/drawing/2014/main" id="{68AEF123-57F3-409F-8483-921BCC696C07}"/>
              </a:ext>
            </a:extLst>
          </p:cNvPr>
          <p:cNvSpPr>
            <a:spLocks xmlns:a="http://schemas.openxmlformats.org/drawingml/2006/main" noGrp="1"/>
          </p:cNvSpPr>
          <p:nvPr/>
        </p:nvSpPr>
        <p:spPr>
          <a:xfrm xmlns:a="http://schemas.openxmlformats.org/drawingml/2006/main">
            <a:off x="704850" y="1581150"/>
            <a:ext cx="1428750" cy="304800"/>
          </a:xfrm>
          <a:prstGeom xmlns:a="http://schemas.openxmlformats.org/drawingml/2006/main" prst="roundRect">
            <a:avLst>
              <a:gd name="adj" fmla="val 25000"/>
            </a:avLst>
          </a:prstGeom>
          <a:solidFill xmlns:a="http://schemas.openxmlformats.org/drawingml/2006/main">
            <a:srgbClr val="2E74B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B7DA5BF-675A-4EA3-BFA8-87E88166EA11}"/>
              </a:ext>
            </a:extLst>
          </p:cNvPr>
          <p:cNvSpPr>
            <a:spLocks xmlns:a="http://schemas.openxmlformats.org/drawingml/2006/main" noGrp="1"/>
          </p:cNvSpPr>
          <p:nvPr/>
        </p:nvSpPr>
        <p:spPr>
          <a:xfrm xmlns:a="http://schemas.openxmlformats.org/drawingml/2006/main">
            <a:off x="781050" y="1600200"/>
            <a:ext cx="1276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SIMPLE IDEA</a:t>
            </a:r>
          </a:p>
        </p:txBody>
      </p:sp>
      <p:sp>
        <p:nvSpPr>
          <p:cNvPr id="9" name="">
            <a:extLst xmlns:a="http://schemas.openxmlformats.org/drawingml/2006/main">
              <a:ext uri="{FF2B5EF4-FFF2-40B4-BE49-F238E27FC236}">
                <a16:creationId xmlns:a16="http://schemas.microsoft.com/office/drawing/2014/main" id="{FBB86C08-28C7-4968-9E92-E0B3064B561D}"/>
              </a:ext>
            </a:extLst>
          </p:cNvPr>
          <p:cNvSpPr>
            <a:spLocks xmlns:a="http://schemas.openxmlformats.org/drawingml/2006/main" noGrp="1"/>
          </p:cNvSpPr>
          <p:nvPr/>
        </p:nvSpPr>
        <p:spPr>
          <a:xfrm xmlns:a="http://schemas.openxmlformats.org/drawingml/2006/main">
            <a:off x="704850" y="1952625"/>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09233B"/>
                </a:solidFill>
                <a:latin typeface="Bitstream Charter"/>
                <a:ea typeface="Bitstream Charter"/>
                <a:cs typeface="Bitstream Charter"/>
              </a:defRPr>
            </a:pPr>
            <a:r>
              <a:rPr sz="2175" b="1">
                <a:solidFill>
                  <a:srgbClr val="09233B"/>
                </a:solidFill>
                <a:latin typeface="Bitstream Charter"/>
                <a:ea typeface="Bitstream Charter"/>
                <a:cs typeface="Bitstream Charter"/>
              </a:rPr>
              <a:t>Azure Databricks is a cloud platform for processing, analysing and governing data.</a:t>
            </a:r>
          </a:p>
        </p:txBody>
      </p:sp>
      <p:sp>
        <p:nvSpPr>
          <p:cNvPr id="10" name="">
            <a:extLst xmlns:a="http://schemas.openxmlformats.org/drawingml/2006/main">
              <a:ext uri="{FF2B5EF4-FFF2-40B4-BE49-F238E27FC236}">
                <a16:creationId xmlns:a16="http://schemas.microsoft.com/office/drawing/2014/main" id="{92A19A3E-264A-4B38-8E58-1B773260360F}"/>
              </a:ext>
            </a:extLst>
          </p:cNvPr>
          <p:cNvSpPr>
            <a:spLocks xmlns:a="http://schemas.openxmlformats.org/drawingml/2006/main" noGrp="1"/>
          </p:cNvSpPr>
          <p:nvPr/>
        </p:nvSpPr>
        <p:spPr>
          <a:xfrm xmlns:a="http://schemas.openxmlformats.org/drawingml/2006/main">
            <a:off x="800100" y="3267075"/>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E0D4469-EDD8-4411-95A5-A6D3CF922069}"/>
              </a:ext>
            </a:extLst>
          </p:cNvPr>
          <p:cNvSpPr>
            <a:spLocks xmlns:a="http://schemas.openxmlformats.org/drawingml/2006/main" noGrp="1"/>
          </p:cNvSpPr>
          <p:nvPr/>
        </p:nvSpPr>
        <p:spPr>
          <a:xfrm xmlns:a="http://schemas.openxmlformats.org/drawingml/2006/main">
            <a:off x="1095375" y="31908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Engineers build data pipelines.</a:t>
            </a:r>
          </a:p>
        </p:txBody>
      </p:sp>
      <p:sp>
        <p:nvSpPr>
          <p:cNvPr id="12" name="">
            <a:extLst xmlns:a="http://schemas.openxmlformats.org/drawingml/2006/main">
              <a:ext uri="{FF2B5EF4-FFF2-40B4-BE49-F238E27FC236}">
                <a16:creationId xmlns:a16="http://schemas.microsoft.com/office/drawing/2014/main" id="{EBA62331-6E38-4FEC-B54B-A0B5762EA42B}"/>
              </a:ext>
            </a:extLst>
          </p:cNvPr>
          <p:cNvSpPr>
            <a:spLocks xmlns:a="http://schemas.openxmlformats.org/drawingml/2006/main" noGrp="1"/>
          </p:cNvSpPr>
          <p:nvPr/>
        </p:nvSpPr>
        <p:spPr>
          <a:xfrm xmlns:a="http://schemas.openxmlformats.org/drawingml/2006/main">
            <a:off x="800100" y="3848100"/>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902B94B-315F-4FBF-9CE8-748B381990FB}"/>
              </a:ext>
            </a:extLst>
          </p:cNvPr>
          <p:cNvSpPr>
            <a:spLocks xmlns:a="http://schemas.openxmlformats.org/drawingml/2006/main" noGrp="1"/>
          </p:cNvSpPr>
          <p:nvPr/>
        </p:nvSpPr>
        <p:spPr>
          <a:xfrm xmlns:a="http://schemas.openxmlformats.org/drawingml/2006/main">
            <a:off x="1095375" y="37719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Analysts run SQL and create trusted datasets.</a:t>
            </a:r>
          </a:p>
        </p:txBody>
      </p:sp>
      <p:sp>
        <p:nvSpPr>
          <p:cNvPr id="14" name="">
            <a:extLst xmlns:a="http://schemas.openxmlformats.org/drawingml/2006/main">
              <a:ext uri="{FF2B5EF4-FFF2-40B4-BE49-F238E27FC236}">
                <a16:creationId xmlns:a16="http://schemas.microsoft.com/office/drawing/2014/main" id="{88D0157E-43C7-4FAD-AB5D-C6796D7F01E9}"/>
              </a:ext>
            </a:extLst>
          </p:cNvPr>
          <p:cNvSpPr>
            <a:spLocks xmlns:a="http://schemas.openxmlformats.org/drawingml/2006/main" noGrp="1"/>
          </p:cNvSpPr>
          <p:nvPr/>
        </p:nvSpPr>
        <p:spPr>
          <a:xfrm xmlns:a="http://schemas.openxmlformats.org/drawingml/2006/main">
            <a:off x="800100" y="4429125"/>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EB83464-89B7-4B06-BAB2-93F41A671674}"/>
              </a:ext>
            </a:extLst>
          </p:cNvPr>
          <p:cNvSpPr>
            <a:spLocks xmlns:a="http://schemas.openxmlformats.org/drawingml/2006/main" noGrp="1"/>
          </p:cNvSpPr>
          <p:nvPr/>
        </p:nvSpPr>
        <p:spPr>
          <a:xfrm xmlns:a="http://schemas.openxmlformats.org/drawingml/2006/main">
            <a:off x="1095375" y="43529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Data scientists prepare data and train models.</a:t>
            </a:r>
          </a:p>
        </p:txBody>
      </p:sp>
      <p:sp>
        <p:nvSpPr>
          <p:cNvPr id="16" name="">
            <a:extLst xmlns:a="http://schemas.openxmlformats.org/drawingml/2006/main">
              <a:ext uri="{FF2B5EF4-FFF2-40B4-BE49-F238E27FC236}">
                <a16:creationId xmlns:a16="http://schemas.microsoft.com/office/drawing/2014/main" id="{609D3B33-58A9-41D3-97CE-1A1CAA2BD986}"/>
              </a:ext>
            </a:extLst>
          </p:cNvPr>
          <p:cNvSpPr>
            <a:spLocks xmlns:a="http://schemas.openxmlformats.org/drawingml/2006/main" noGrp="1"/>
          </p:cNvSpPr>
          <p:nvPr/>
        </p:nvSpPr>
        <p:spPr>
          <a:xfrm xmlns:a="http://schemas.openxmlformats.org/drawingml/2006/main">
            <a:off x="800100" y="5010150"/>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E9BE0C4-5F93-42FC-94DF-C3EADC0E33A5}"/>
              </a:ext>
            </a:extLst>
          </p:cNvPr>
          <p:cNvSpPr>
            <a:spLocks xmlns:a="http://schemas.openxmlformats.org/drawingml/2006/main" noGrp="1"/>
          </p:cNvSpPr>
          <p:nvPr/>
        </p:nvSpPr>
        <p:spPr>
          <a:xfrm xmlns:a="http://schemas.openxmlformats.org/drawingml/2006/main">
            <a:off x="1095375" y="49339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Teams collaborate in one governed environment.</a:t>
            </a:r>
          </a:p>
        </p:txBody>
      </p:sp>
      <p:sp>
        <p:nvSpPr>
          <p:cNvPr id="18" name="">
            <a:extLst xmlns:a="http://schemas.openxmlformats.org/drawingml/2006/main">
              <a:ext uri="{FF2B5EF4-FFF2-40B4-BE49-F238E27FC236}">
                <a16:creationId xmlns:a16="http://schemas.microsoft.com/office/drawing/2014/main" id="{D7ABA4BD-B6BB-4A3F-AA36-D0CB6F64023B}"/>
              </a:ext>
            </a:extLst>
          </p:cNvPr>
          <p:cNvSpPr>
            <a:spLocks xmlns:a="http://schemas.openxmlformats.org/drawingml/2006/main" noGrp="1"/>
          </p:cNvSpPr>
          <p:nvPr/>
        </p:nvSpPr>
        <p:spPr>
          <a:xfrm xmlns:a="http://schemas.openxmlformats.org/drawingml/2006/main">
            <a:off x="7667625" y="1714500"/>
            <a:ext cx="3714750" cy="3238500"/>
          </a:xfrm>
          <a:prstGeom xmlns:a="http://schemas.openxmlformats.org/drawingml/2006/main" prst="roundRect">
            <a:avLst>
              <a:gd name="adj" fmla="val 2353"/>
            </a:avLst>
          </a:prstGeom>
          <a:solidFill xmlns:a="http://schemas.openxmlformats.org/drawingml/2006/main">
            <a:srgbClr val="F5F8FA"/>
          </a:solidFill>
          <a:ln xmlns:a="http://schemas.openxmlformats.org/drawingml/2006/main" w="9525">
            <a:solidFill>
              <a:srgbClr val="D5DEE6"/>
            </a:solidFill>
          </a:ln>
        </p:spPr>
      </p:sp>
      <p:sp>
        <p:nvSpPr>
          <p:cNvPr id="19" name="">
            <a:extLst xmlns:a="http://schemas.openxmlformats.org/drawingml/2006/main">
              <a:ext uri="{FF2B5EF4-FFF2-40B4-BE49-F238E27FC236}">
                <a16:creationId xmlns:a16="http://schemas.microsoft.com/office/drawing/2014/main" id="{021352A9-6C81-4835-9DA7-B91F5DCC4862}"/>
              </a:ext>
            </a:extLst>
          </p:cNvPr>
          <p:cNvSpPr>
            <a:spLocks xmlns:a="http://schemas.openxmlformats.org/drawingml/2006/main" noGrp="1"/>
          </p:cNvSpPr>
          <p:nvPr/>
        </p:nvSpPr>
        <p:spPr>
          <a:xfrm xmlns:a="http://schemas.openxmlformats.org/drawingml/2006/main">
            <a:off x="7667625" y="1714500"/>
            <a:ext cx="85725" cy="3238500"/>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69EEA1C-5C81-4A5D-B590-BFBF84412E24}"/>
              </a:ext>
            </a:extLst>
          </p:cNvPr>
          <p:cNvSpPr>
            <a:spLocks xmlns:a="http://schemas.openxmlformats.org/drawingml/2006/main" noGrp="1"/>
          </p:cNvSpPr>
          <p:nvPr/>
        </p:nvSpPr>
        <p:spPr>
          <a:xfrm xmlns:a="http://schemas.openxmlformats.org/drawingml/2006/main">
            <a:off x="7905750" y="1847850"/>
            <a:ext cx="328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Example</a:t>
            </a:r>
          </a:p>
        </p:txBody>
      </p:sp>
      <p:sp>
        <p:nvSpPr>
          <p:cNvPr id="21" name="">
            <a:extLst xmlns:a="http://schemas.openxmlformats.org/drawingml/2006/main">
              <a:ext uri="{FF2B5EF4-FFF2-40B4-BE49-F238E27FC236}">
                <a16:creationId xmlns:a16="http://schemas.microsoft.com/office/drawing/2014/main" id="{E27C789E-34A1-4E01-96BD-6F2096BC263E}"/>
              </a:ext>
            </a:extLst>
          </p:cNvPr>
          <p:cNvSpPr>
            <a:spLocks xmlns:a="http://schemas.openxmlformats.org/drawingml/2006/main" noGrp="1"/>
          </p:cNvSpPr>
          <p:nvPr/>
        </p:nvSpPr>
        <p:spPr>
          <a:xfrm xmlns:a="http://schemas.openxmlformats.org/drawingml/2006/main">
            <a:off x="7905750" y="2219325"/>
            <a:ext cx="3286125" cy="2609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A notebook reads order data, calculates totals and publishes a table that SQL users can query.</a:t>
            </a:r>
          </a:p>
        </p:txBody>
      </p:sp>
      <p:sp>
        <p:nvSpPr>
          <p:cNvPr id="22" name="">
            <a:extLst xmlns:a="http://schemas.openxmlformats.org/drawingml/2006/main">
              <a:ext uri="{FF2B5EF4-FFF2-40B4-BE49-F238E27FC236}">
                <a16:creationId xmlns:a16="http://schemas.microsoft.com/office/drawing/2014/main" id="{D3ACECAD-00F3-48C6-8DF7-4FB2623CF9E5}"/>
              </a:ext>
            </a:extLst>
          </p:cNvPr>
          <p:cNvSpPr>
            <a:spLocks xmlns:a="http://schemas.openxmlformats.org/drawingml/2006/main" noGrp="1"/>
          </p:cNvSpPr>
          <p:nvPr/>
        </p:nvSpPr>
        <p:spPr>
          <a:xfrm xmlns:a="http://schemas.openxmlformats.org/drawingml/2006/main">
            <a:off x="7810500" y="5238750"/>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5D6A76"/>
                </a:solidFill>
                <a:latin typeface="Bitstream Charter"/>
                <a:ea typeface="Bitstream Charter"/>
                <a:cs typeface="Bitstream Charter"/>
              </a:defRPr>
            </a:pPr>
            <a:r>
              <a:rPr sz="1200" b="1">
                <a:solidFill>
                  <a:srgbClr val="5D6A76"/>
                </a:solidFill>
                <a:latin typeface="Bitstream Charter"/>
                <a:ea typeface="Bitstream Charter"/>
                <a:cs typeface="Bitstream Charter"/>
              </a:rPr>
              <a:t>Ask learners to explain this in their own words.</a:t>
            </a:r>
          </a:p>
        </p:txBody>
      </p:sp>
    </p:spTree>
    <p:extLst>
      <p:ext uri="{BB962C8B-B14F-4D97-AF65-F5344CB8AC3E}">
        <p14:creationId xmlns:p14="http://schemas.microsoft.com/office/powerpoint/2010/main" val="189390133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0E8FA12-5843-430B-8C0B-8F837AB6D50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14C6F93-57EB-48CF-ADD8-B431BE921E40}"/>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What the platform helps us do</a:t>
            </a:r>
          </a:p>
        </p:txBody>
      </p:sp>
      <p:sp>
        <p:nvSpPr>
          <p:cNvPr id="3" name="">
            <a:extLst xmlns:a="http://schemas.openxmlformats.org/drawingml/2006/main">
              <a:ext uri="{FF2B5EF4-FFF2-40B4-BE49-F238E27FC236}">
                <a16:creationId xmlns:a16="http://schemas.microsoft.com/office/drawing/2014/main" id="{179EC521-9E82-4A24-9291-24B65849BBEA}"/>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Capabilities connected to business work</a:t>
            </a:r>
          </a:p>
        </p:txBody>
      </p:sp>
      <p:sp>
        <p:nvSpPr>
          <p:cNvPr id="4" name="">
            <a:extLst xmlns:a="http://schemas.openxmlformats.org/drawingml/2006/main">
              <a:ext uri="{FF2B5EF4-FFF2-40B4-BE49-F238E27FC236}">
                <a16:creationId xmlns:a16="http://schemas.microsoft.com/office/drawing/2014/main" id="{1B8BBCE8-BC53-4CA4-BC4C-A01A50C50AB0}"/>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6376CB2-563C-4853-8CCA-E201F4577EAB}"/>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6AAED76A-B622-4A8F-815F-24380353C912}"/>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08</a:t>
            </a:r>
          </a:p>
        </p:txBody>
      </p:sp>
      <p:sp>
        <p:nvSpPr>
          <p:cNvPr id="7" name="">
            <a:extLst xmlns:a="http://schemas.openxmlformats.org/drawingml/2006/main">
              <a:ext uri="{FF2B5EF4-FFF2-40B4-BE49-F238E27FC236}">
                <a16:creationId xmlns:a16="http://schemas.microsoft.com/office/drawing/2014/main" id="{D23B31CD-FC0A-47C4-92EC-3E73D55FDF46}"/>
              </a:ext>
            </a:extLst>
          </p:cNvPr>
          <p:cNvSpPr>
            <a:spLocks xmlns:a="http://schemas.openxmlformats.org/drawingml/2006/main" noGrp="1"/>
          </p:cNvSpPr>
          <p:nvPr/>
        </p:nvSpPr>
        <p:spPr>
          <a:xfrm xmlns:a="http://schemas.openxmlformats.org/drawingml/2006/main">
            <a:off x="704850" y="1581150"/>
            <a:ext cx="1428750" cy="304800"/>
          </a:xfrm>
          <a:prstGeom xmlns:a="http://schemas.openxmlformats.org/drawingml/2006/main" prst="roundRect">
            <a:avLst>
              <a:gd name="adj" fmla="val 25000"/>
            </a:avLst>
          </a:prstGeom>
          <a:solidFill xmlns:a="http://schemas.openxmlformats.org/drawingml/2006/main">
            <a:srgbClr val="2E74B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E25D599-D6AC-430B-80D4-9805763977B7}"/>
              </a:ext>
            </a:extLst>
          </p:cNvPr>
          <p:cNvSpPr>
            <a:spLocks xmlns:a="http://schemas.openxmlformats.org/drawingml/2006/main" noGrp="1"/>
          </p:cNvSpPr>
          <p:nvPr/>
        </p:nvSpPr>
        <p:spPr>
          <a:xfrm xmlns:a="http://schemas.openxmlformats.org/drawingml/2006/main">
            <a:off x="781050" y="1600200"/>
            <a:ext cx="1276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SIMPLE IDEA</a:t>
            </a:r>
          </a:p>
        </p:txBody>
      </p:sp>
      <p:sp>
        <p:nvSpPr>
          <p:cNvPr id="9" name="">
            <a:extLst xmlns:a="http://schemas.openxmlformats.org/drawingml/2006/main">
              <a:ext uri="{FF2B5EF4-FFF2-40B4-BE49-F238E27FC236}">
                <a16:creationId xmlns:a16="http://schemas.microsoft.com/office/drawing/2014/main" id="{4F6BAFB9-58A1-4145-8872-3466FE122A84}"/>
              </a:ext>
            </a:extLst>
          </p:cNvPr>
          <p:cNvSpPr>
            <a:spLocks xmlns:a="http://schemas.openxmlformats.org/drawingml/2006/main" noGrp="1"/>
          </p:cNvSpPr>
          <p:nvPr/>
        </p:nvSpPr>
        <p:spPr>
          <a:xfrm xmlns:a="http://schemas.openxmlformats.org/drawingml/2006/main">
            <a:off x="704850" y="1952625"/>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09233B"/>
                </a:solidFill>
                <a:latin typeface="Bitstream Charter"/>
                <a:ea typeface="Bitstream Charter"/>
                <a:cs typeface="Bitstream Charter"/>
              </a:defRPr>
            </a:pPr>
            <a:r>
              <a:rPr sz="2175" b="1">
                <a:solidFill>
                  <a:srgbClr val="09233B"/>
                </a:solidFill>
                <a:latin typeface="Bitstream Charter"/>
                <a:ea typeface="Bitstream Charter"/>
                <a:cs typeface="Bitstream Charter"/>
              </a:rPr>
              <a:t>Databricks brings data work into one managed environment.</a:t>
            </a:r>
          </a:p>
        </p:txBody>
      </p:sp>
      <p:sp>
        <p:nvSpPr>
          <p:cNvPr id="10" name="">
            <a:extLst xmlns:a="http://schemas.openxmlformats.org/drawingml/2006/main">
              <a:ext uri="{FF2B5EF4-FFF2-40B4-BE49-F238E27FC236}">
                <a16:creationId xmlns:a16="http://schemas.microsoft.com/office/drawing/2014/main" id="{782F7FC9-308B-43F3-B844-0742582032B5}"/>
              </a:ext>
            </a:extLst>
          </p:cNvPr>
          <p:cNvSpPr>
            <a:spLocks xmlns:a="http://schemas.openxmlformats.org/drawingml/2006/main" noGrp="1"/>
          </p:cNvSpPr>
          <p:nvPr/>
        </p:nvSpPr>
        <p:spPr>
          <a:xfrm xmlns:a="http://schemas.openxmlformats.org/drawingml/2006/main">
            <a:off x="800100" y="3267075"/>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8A16D1E-A8B7-4760-8661-82029399BA94}"/>
              </a:ext>
            </a:extLst>
          </p:cNvPr>
          <p:cNvSpPr>
            <a:spLocks xmlns:a="http://schemas.openxmlformats.org/drawingml/2006/main" noGrp="1"/>
          </p:cNvSpPr>
          <p:nvPr/>
        </p:nvSpPr>
        <p:spPr>
          <a:xfrm xmlns:a="http://schemas.openxmlformats.org/drawingml/2006/main">
            <a:off x="1095375" y="31908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Read large data from cloud storage.</a:t>
            </a:r>
          </a:p>
        </p:txBody>
      </p:sp>
      <p:sp>
        <p:nvSpPr>
          <p:cNvPr id="12" name="">
            <a:extLst xmlns:a="http://schemas.openxmlformats.org/drawingml/2006/main">
              <a:ext uri="{FF2B5EF4-FFF2-40B4-BE49-F238E27FC236}">
                <a16:creationId xmlns:a16="http://schemas.microsoft.com/office/drawing/2014/main" id="{BF3234DB-2880-421F-9B52-6CD60D469966}"/>
              </a:ext>
            </a:extLst>
          </p:cNvPr>
          <p:cNvSpPr>
            <a:spLocks xmlns:a="http://schemas.openxmlformats.org/drawingml/2006/main" noGrp="1"/>
          </p:cNvSpPr>
          <p:nvPr/>
        </p:nvSpPr>
        <p:spPr>
          <a:xfrm xmlns:a="http://schemas.openxmlformats.org/drawingml/2006/main">
            <a:off x="800100" y="3848100"/>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5557D97-A280-4761-B4FA-456E6999EB33}"/>
              </a:ext>
            </a:extLst>
          </p:cNvPr>
          <p:cNvSpPr>
            <a:spLocks xmlns:a="http://schemas.openxmlformats.org/drawingml/2006/main" noGrp="1"/>
          </p:cNvSpPr>
          <p:nvPr/>
        </p:nvSpPr>
        <p:spPr>
          <a:xfrm xmlns:a="http://schemas.openxmlformats.org/drawingml/2006/main">
            <a:off x="1095375" y="37719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Clean, join and aggregate data.</a:t>
            </a:r>
          </a:p>
        </p:txBody>
      </p:sp>
      <p:sp>
        <p:nvSpPr>
          <p:cNvPr id="14" name="">
            <a:extLst xmlns:a="http://schemas.openxmlformats.org/drawingml/2006/main">
              <a:ext uri="{FF2B5EF4-FFF2-40B4-BE49-F238E27FC236}">
                <a16:creationId xmlns:a16="http://schemas.microsoft.com/office/drawing/2014/main" id="{9789076F-C305-4748-B18D-A6F66349619E}"/>
              </a:ext>
            </a:extLst>
          </p:cNvPr>
          <p:cNvSpPr>
            <a:spLocks xmlns:a="http://schemas.openxmlformats.org/drawingml/2006/main" noGrp="1"/>
          </p:cNvSpPr>
          <p:nvPr/>
        </p:nvSpPr>
        <p:spPr>
          <a:xfrm xmlns:a="http://schemas.openxmlformats.org/drawingml/2006/main">
            <a:off x="800100" y="4429125"/>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D4F9AA9-E647-421A-AF47-5E8D756EB9B1}"/>
              </a:ext>
            </a:extLst>
          </p:cNvPr>
          <p:cNvSpPr>
            <a:spLocks xmlns:a="http://schemas.openxmlformats.org/drawingml/2006/main" noGrp="1"/>
          </p:cNvSpPr>
          <p:nvPr/>
        </p:nvSpPr>
        <p:spPr>
          <a:xfrm xmlns:a="http://schemas.openxmlformats.org/drawingml/2006/main">
            <a:off x="1095375" y="43529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Run repeatable pipelines and SQL queries.</a:t>
            </a:r>
          </a:p>
        </p:txBody>
      </p:sp>
      <p:sp>
        <p:nvSpPr>
          <p:cNvPr id="16" name="">
            <a:extLst xmlns:a="http://schemas.openxmlformats.org/drawingml/2006/main">
              <a:ext uri="{FF2B5EF4-FFF2-40B4-BE49-F238E27FC236}">
                <a16:creationId xmlns:a16="http://schemas.microsoft.com/office/drawing/2014/main" id="{EEF5C360-27EB-4280-9B78-CB2CD1F2A730}"/>
              </a:ext>
            </a:extLst>
          </p:cNvPr>
          <p:cNvSpPr>
            <a:spLocks xmlns:a="http://schemas.openxmlformats.org/drawingml/2006/main" noGrp="1"/>
          </p:cNvSpPr>
          <p:nvPr/>
        </p:nvSpPr>
        <p:spPr>
          <a:xfrm xmlns:a="http://schemas.openxmlformats.org/drawingml/2006/main">
            <a:off x="800100" y="5010150"/>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D032DDD-7022-4E19-906E-350507BFC6D0}"/>
              </a:ext>
            </a:extLst>
          </p:cNvPr>
          <p:cNvSpPr>
            <a:spLocks xmlns:a="http://schemas.openxmlformats.org/drawingml/2006/main" noGrp="1"/>
          </p:cNvSpPr>
          <p:nvPr/>
        </p:nvSpPr>
        <p:spPr>
          <a:xfrm xmlns:a="http://schemas.openxmlformats.org/drawingml/2006/main">
            <a:off x="1095375" y="49339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Secure tables, files and models.</a:t>
            </a:r>
          </a:p>
        </p:txBody>
      </p:sp>
      <p:sp>
        <p:nvSpPr>
          <p:cNvPr id="18" name="">
            <a:extLst xmlns:a="http://schemas.openxmlformats.org/drawingml/2006/main">
              <a:ext uri="{FF2B5EF4-FFF2-40B4-BE49-F238E27FC236}">
                <a16:creationId xmlns:a16="http://schemas.microsoft.com/office/drawing/2014/main" id="{B842FE49-84FA-4EF1-BFC4-25433BE7FE9E}"/>
              </a:ext>
            </a:extLst>
          </p:cNvPr>
          <p:cNvSpPr>
            <a:spLocks xmlns:a="http://schemas.openxmlformats.org/drawingml/2006/main" noGrp="1"/>
          </p:cNvSpPr>
          <p:nvPr/>
        </p:nvSpPr>
        <p:spPr>
          <a:xfrm xmlns:a="http://schemas.openxmlformats.org/drawingml/2006/main">
            <a:off x="7667625" y="1714500"/>
            <a:ext cx="3714750" cy="3238500"/>
          </a:xfrm>
          <a:prstGeom xmlns:a="http://schemas.openxmlformats.org/drawingml/2006/main" prst="roundRect">
            <a:avLst>
              <a:gd name="adj" fmla="val 2353"/>
            </a:avLst>
          </a:prstGeom>
          <a:solidFill xmlns:a="http://schemas.openxmlformats.org/drawingml/2006/main">
            <a:srgbClr val="F5F8FA"/>
          </a:solidFill>
          <a:ln xmlns:a="http://schemas.openxmlformats.org/drawingml/2006/main" w="9525">
            <a:solidFill>
              <a:srgbClr val="D5DEE6"/>
            </a:solidFill>
          </a:ln>
        </p:spPr>
      </p:sp>
      <p:sp>
        <p:nvSpPr>
          <p:cNvPr id="19" name="">
            <a:extLst xmlns:a="http://schemas.openxmlformats.org/drawingml/2006/main">
              <a:ext uri="{FF2B5EF4-FFF2-40B4-BE49-F238E27FC236}">
                <a16:creationId xmlns:a16="http://schemas.microsoft.com/office/drawing/2014/main" id="{D87413A6-183F-4115-A3A8-FC1868DB2FD4}"/>
              </a:ext>
            </a:extLst>
          </p:cNvPr>
          <p:cNvSpPr>
            <a:spLocks xmlns:a="http://schemas.openxmlformats.org/drawingml/2006/main" noGrp="1"/>
          </p:cNvSpPr>
          <p:nvPr/>
        </p:nvSpPr>
        <p:spPr>
          <a:xfrm xmlns:a="http://schemas.openxmlformats.org/drawingml/2006/main">
            <a:off x="7667625" y="1714500"/>
            <a:ext cx="85725" cy="3238500"/>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ABC34BD-F17A-4F81-AABB-946462971778}"/>
              </a:ext>
            </a:extLst>
          </p:cNvPr>
          <p:cNvSpPr>
            <a:spLocks xmlns:a="http://schemas.openxmlformats.org/drawingml/2006/main" noGrp="1"/>
          </p:cNvSpPr>
          <p:nvPr/>
        </p:nvSpPr>
        <p:spPr>
          <a:xfrm xmlns:a="http://schemas.openxmlformats.org/drawingml/2006/main">
            <a:off x="7905750" y="1847850"/>
            <a:ext cx="328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Example</a:t>
            </a:r>
          </a:p>
        </p:txBody>
      </p:sp>
      <p:sp>
        <p:nvSpPr>
          <p:cNvPr id="21" name="">
            <a:extLst xmlns:a="http://schemas.openxmlformats.org/drawingml/2006/main">
              <a:ext uri="{FF2B5EF4-FFF2-40B4-BE49-F238E27FC236}">
                <a16:creationId xmlns:a16="http://schemas.microsoft.com/office/drawing/2014/main" id="{5CFF7AAE-1A7A-428C-88D5-D4C2457C0072}"/>
              </a:ext>
            </a:extLst>
          </p:cNvPr>
          <p:cNvSpPr>
            <a:spLocks xmlns:a="http://schemas.openxmlformats.org/drawingml/2006/main" noGrp="1"/>
          </p:cNvSpPr>
          <p:nvPr/>
        </p:nvSpPr>
        <p:spPr>
          <a:xfrm xmlns:a="http://schemas.openxmlformats.org/drawingml/2006/main">
            <a:off x="7905750" y="2219325"/>
            <a:ext cx="3286125" cy="2609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A nightly job can process yesterday’s sales and refresh a trusted summary table.</a:t>
            </a:r>
          </a:p>
        </p:txBody>
      </p:sp>
      <p:sp>
        <p:nvSpPr>
          <p:cNvPr id="22" name="">
            <a:extLst xmlns:a="http://schemas.openxmlformats.org/drawingml/2006/main">
              <a:ext uri="{FF2B5EF4-FFF2-40B4-BE49-F238E27FC236}">
                <a16:creationId xmlns:a16="http://schemas.microsoft.com/office/drawing/2014/main" id="{246BD05A-F1D4-4A34-9BFC-7EAC22C4AC12}"/>
              </a:ext>
            </a:extLst>
          </p:cNvPr>
          <p:cNvSpPr>
            <a:spLocks xmlns:a="http://schemas.openxmlformats.org/drawingml/2006/main" noGrp="1"/>
          </p:cNvSpPr>
          <p:nvPr/>
        </p:nvSpPr>
        <p:spPr>
          <a:xfrm xmlns:a="http://schemas.openxmlformats.org/drawingml/2006/main">
            <a:off x="7810500" y="5238750"/>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5D6A76"/>
                </a:solidFill>
                <a:latin typeface="Bitstream Charter"/>
                <a:ea typeface="Bitstream Charter"/>
                <a:cs typeface="Bitstream Charter"/>
              </a:defRPr>
            </a:pPr>
            <a:r>
              <a:rPr sz="1200" b="1">
                <a:solidFill>
                  <a:srgbClr val="5D6A76"/>
                </a:solidFill>
                <a:latin typeface="Bitstream Charter"/>
                <a:ea typeface="Bitstream Charter"/>
                <a:cs typeface="Bitstream Charter"/>
              </a:rPr>
              <a:t>Ask learners to explain this in their own words.</a:t>
            </a:r>
          </a:p>
        </p:txBody>
      </p:sp>
    </p:spTree>
    <p:extLst>
      <p:ext uri="{BB962C8B-B14F-4D97-AF65-F5344CB8AC3E}">
        <p14:creationId xmlns:p14="http://schemas.microsoft.com/office/powerpoint/2010/main" val="161667557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DA114EB-FE70-470C-835D-AFFDCA63643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EB36072-20AE-4062-A0FB-C26D131DE838}"/>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Why companies need it</a:t>
            </a:r>
          </a:p>
        </p:txBody>
      </p:sp>
      <p:sp>
        <p:nvSpPr>
          <p:cNvPr id="3" name="">
            <a:extLst xmlns:a="http://schemas.openxmlformats.org/drawingml/2006/main">
              <a:ext uri="{FF2B5EF4-FFF2-40B4-BE49-F238E27FC236}">
                <a16:creationId xmlns:a16="http://schemas.microsoft.com/office/drawing/2014/main" id="{83353843-F507-4200-9851-9A6526E51839}"/>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Raw data is not automatically trustworthy</a:t>
            </a:r>
          </a:p>
        </p:txBody>
      </p:sp>
      <p:sp>
        <p:nvSpPr>
          <p:cNvPr id="4" name="">
            <a:extLst xmlns:a="http://schemas.openxmlformats.org/drawingml/2006/main">
              <a:ext uri="{FF2B5EF4-FFF2-40B4-BE49-F238E27FC236}">
                <a16:creationId xmlns:a16="http://schemas.microsoft.com/office/drawing/2014/main" id="{FD92CBC3-D1D9-4A9B-B68A-A174372E1EA1}"/>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7112639-B2FA-4F2D-9513-44BAFAF52608}"/>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DBABAC09-F264-4E8A-9838-1C1CFC4EE5B7}"/>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09</a:t>
            </a:r>
          </a:p>
        </p:txBody>
      </p:sp>
      <p:sp>
        <p:nvSpPr>
          <p:cNvPr id="7" name="">
            <a:extLst xmlns:a="http://schemas.openxmlformats.org/drawingml/2006/main">
              <a:ext uri="{FF2B5EF4-FFF2-40B4-BE49-F238E27FC236}">
                <a16:creationId xmlns:a16="http://schemas.microsoft.com/office/drawing/2014/main" id="{4F3F3469-8632-4DC2-8A2B-39F8D1D28ADA}"/>
              </a:ext>
            </a:extLst>
          </p:cNvPr>
          <p:cNvSpPr>
            <a:spLocks xmlns:a="http://schemas.openxmlformats.org/drawingml/2006/main" noGrp="1"/>
          </p:cNvSpPr>
          <p:nvPr/>
        </p:nvSpPr>
        <p:spPr>
          <a:xfrm xmlns:a="http://schemas.openxmlformats.org/drawingml/2006/main">
            <a:off x="704850" y="1581150"/>
            <a:ext cx="1428750" cy="304800"/>
          </a:xfrm>
          <a:prstGeom xmlns:a="http://schemas.openxmlformats.org/drawingml/2006/main" prst="roundRect">
            <a:avLst>
              <a:gd name="adj" fmla="val 25000"/>
            </a:avLst>
          </a:prstGeom>
          <a:solidFill xmlns:a="http://schemas.openxmlformats.org/drawingml/2006/main">
            <a:srgbClr val="2E74B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88DCEB3-DF49-425F-8A8F-4B22854E7C04}"/>
              </a:ext>
            </a:extLst>
          </p:cNvPr>
          <p:cNvSpPr>
            <a:spLocks xmlns:a="http://schemas.openxmlformats.org/drawingml/2006/main" noGrp="1"/>
          </p:cNvSpPr>
          <p:nvPr/>
        </p:nvSpPr>
        <p:spPr>
          <a:xfrm xmlns:a="http://schemas.openxmlformats.org/drawingml/2006/main">
            <a:off x="781050" y="1600200"/>
            <a:ext cx="1276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SIMPLE IDEA</a:t>
            </a:r>
          </a:p>
        </p:txBody>
      </p:sp>
      <p:sp>
        <p:nvSpPr>
          <p:cNvPr id="9" name="">
            <a:extLst xmlns:a="http://schemas.openxmlformats.org/drawingml/2006/main">
              <a:ext uri="{FF2B5EF4-FFF2-40B4-BE49-F238E27FC236}">
                <a16:creationId xmlns:a16="http://schemas.microsoft.com/office/drawing/2014/main" id="{218E32EC-CE82-49F0-ACB9-B6850C76333B}"/>
              </a:ext>
            </a:extLst>
          </p:cNvPr>
          <p:cNvSpPr>
            <a:spLocks xmlns:a="http://schemas.openxmlformats.org/drawingml/2006/main" noGrp="1"/>
          </p:cNvSpPr>
          <p:nvPr/>
        </p:nvSpPr>
        <p:spPr>
          <a:xfrm xmlns:a="http://schemas.openxmlformats.org/drawingml/2006/main">
            <a:off x="704850" y="1952625"/>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09233B"/>
                </a:solidFill>
                <a:latin typeface="Bitstream Charter"/>
                <a:ea typeface="Bitstream Charter"/>
                <a:cs typeface="Bitstream Charter"/>
              </a:defRPr>
            </a:pPr>
            <a:r>
              <a:rPr sz="2175" b="1">
                <a:solidFill>
                  <a:srgbClr val="09233B"/>
                </a:solidFill>
                <a:latin typeface="Bitstream Charter"/>
                <a:ea typeface="Bitstream Charter"/>
                <a:cs typeface="Bitstream Charter"/>
              </a:rPr>
              <a:t>Business systems produce data with different formats, rules and quality levels.</a:t>
            </a:r>
          </a:p>
        </p:txBody>
      </p:sp>
      <p:sp>
        <p:nvSpPr>
          <p:cNvPr id="10" name="">
            <a:extLst xmlns:a="http://schemas.openxmlformats.org/drawingml/2006/main">
              <a:ext uri="{FF2B5EF4-FFF2-40B4-BE49-F238E27FC236}">
                <a16:creationId xmlns:a16="http://schemas.microsoft.com/office/drawing/2014/main" id="{E3215126-046C-4595-9E16-A378B4C6A61C}"/>
              </a:ext>
            </a:extLst>
          </p:cNvPr>
          <p:cNvSpPr>
            <a:spLocks xmlns:a="http://schemas.openxmlformats.org/drawingml/2006/main" noGrp="1"/>
          </p:cNvSpPr>
          <p:nvPr/>
        </p:nvSpPr>
        <p:spPr>
          <a:xfrm xmlns:a="http://schemas.openxmlformats.org/drawingml/2006/main">
            <a:off x="800100" y="3267075"/>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01B1131-3A83-4C41-A286-AE959CF1EA38}"/>
              </a:ext>
            </a:extLst>
          </p:cNvPr>
          <p:cNvSpPr>
            <a:spLocks xmlns:a="http://schemas.openxmlformats.org/drawingml/2006/main" noGrp="1"/>
          </p:cNvSpPr>
          <p:nvPr/>
        </p:nvSpPr>
        <p:spPr>
          <a:xfrm xmlns:a="http://schemas.openxmlformats.org/drawingml/2006/main">
            <a:off x="1095375" y="31908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An order can have a missing customer ID.</a:t>
            </a:r>
          </a:p>
        </p:txBody>
      </p:sp>
      <p:sp>
        <p:nvSpPr>
          <p:cNvPr id="12" name="">
            <a:extLst xmlns:a="http://schemas.openxmlformats.org/drawingml/2006/main">
              <a:ext uri="{FF2B5EF4-FFF2-40B4-BE49-F238E27FC236}">
                <a16:creationId xmlns:a16="http://schemas.microsoft.com/office/drawing/2014/main" id="{C6217DBA-7C5E-4319-A4FA-DA83E09CB9E2}"/>
              </a:ext>
            </a:extLst>
          </p:cNvPr>
          <p:cNvSpPr>
            <a:spLocks xmlns:a="http://schemas.openxmlformats.org/drawingml/2006/main" noGrp="1"/>
          </p:cNvSpPr>
          <p:nvPr/>
        </p:nvSpPr>
        <p:spPr>
          <a:xfrm xmlns:a="http://schemas.openxmlformats.org/drawingml/2006/main">
            <a:off x="800100" y="3848100"/>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5BE9E58-8AFB-49E4-8C71-7DA684FDCB61}"/>
              </a:ext>
            </a:extLst>
          </p:cNvPr>
          <p:cNvSpPr>
            <a:spLocks xmlns:a="http://schemas.openxmlformats.org/drawingml/2006/main" noGrp="1"/>
          </p:cNvSpPr>
          <p:nvPr/>
        </p:nvSpPr>
        <p:spPr>
          <a:xfrm xmlns:a="http://schemas.openxmlformats.org/drawingml/2006/main">
            <a:off x="1095375" y="37719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The same payment event can arrive twice.</a:t>
            </a:r>
          </a:p>
        </p:txBody>
      </p:sp>
      <p:sp>
        <p:nvSpPr>
          <p:cNvPr id="14" name="">
            <a:extLst xmlns:a="http://schemas.openxmlformats.org/drawingml/2006/main">
              <a:ext uri="{FF2B5EF4-FFF2-40B4-BE49-F238E27FC236}">
                <a16:creationId xmlns:a16="http://schemas.microsoft.com/office/drawing/2014/main" id="{C5BEAC43-33A1-419D-8F36-01577D0E0CB2}"/>
              </a:ext>
            </a:extLst>
          </p:cNvPr>
          <p:cNvSpPr>
            <a:spLocks xmlns:a="http://schemas.openxmlformats.org/drawingml/2006/main" noGrp="1"/>
          </p:cNvSpPr>
          <p:nvPr/>
        </p:nvSpPr>
        <p:spPr>
          <a:xfrm xmlns:a="http://schemas.openxmlformats.org/drawingml/2006/main">
            <a:off x="800100" y="4429125"/>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21FC67C-0BC1-4251-89A1-2AF55830E890}"/>
              </a:ext>
            </a:extLst>
          </p:cNvPr>
          <p:cNvSpPr>
            <a:spLocks xmlns:a="http://schemas.openxmlformats.org/drawingml/2006/main" noGrp="1"/>
          </p:cNvSpPr>
          <p:nvPr/>
        </p:nvSpPr>
        <p:spPr>
          <a:xfrm xmlns:a="http://schemas.openxmlformats.org/drawingml/2006/main">
            <a:off x="1095375" y="43529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Dates can use different formats.</a:t>
            </a:r>
          </a:p>
        </p:txBody>
      </p:sp>
      <p:sp>
        <p:nvSpPr>
          <p:cNvPr id="16" name="">
            <a:extLst xmlns:a="http://schemas.openxmlformats.org/drawingml/2006/main">
              <a:ext uri="{FF2B5EF4-FFF2-40B4-BE49-F238E27FC236}">
                <a16:creationId xmlns:a16="http://schemas.microsoft.com/office/drawing/2014/main" id="{80636CCE-FBFF-40F3-80BB-09F50D2A1206}"/>
              </a:ext>
            </a:extLst>
          </p:cNvPr>
          <p:cNvSpPr>
            <a:spLocks xmlns:a="http://schemas.openxmlformats.org/drawingml/2006/main" noGrp="1"/>
          </p:cNvSpPr>
          <p:nvPr/>
        </p:nvSpPr>
        <p:spPr>
          <a:xfrm xmlns:a="http://schemas.openxmlformats.org/drawingml/2006/main">
            <a:off x="800100" y="5010150"/>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7844A22-7F0E-450D-B11C-74C347B4D7A8}"/>
              </a:ext>
            </a:extLst>
          </p:cNvPr>
          <p:cNvSpPr>
            <a:spLocks xmlns:a="http://schemas.openxmlformats.org/drawingml/2006/main" noGrp="1"/>
          </p:cNvSpPr>
          <p:nvPr/>
        </p:nvSpPr>
        <p:spPr>
          <a:xfrm xmlns:a="http://schemas.openxmlformats.org/drawingml/2006/main">
            <a:off x="1095375" y="49339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Large volumes need distributed processing.</a:t>
            </a:r>
          </a:p>
        </p:txBody>
      </p:sp>
      <p:sp>
        <p:nvSpPr>
          <p:cNvPr id="18" name="">
            <a:extLst xmlns:a="http://schemas.openxmlformats.org/drawingml/2006/main">
              <a:ext uri="{FF2B5EF4-FFF2-40B4-BE49-F238E27FC236}">
                <a16:creationId xmlns:a16="http://schemas.microsoft.com/office/drawing/2014/main" id="{93269A5D-7ACB-45DF-9309-22B94A1BAB97}"/>
              </a:ext>
            </a:extLst>
          </p:cNvPr>
          <p:cNvSpPr>
            <a:spLocks xmlns:a="http://schemas.openxmlformats.org/drawingml/2006/main" noGrp="1"/>
          </p:cNvSpPr>
          <p:nvPr/>
        </p:nvSpPr>
        <p:spPr>
          <a:xfrm xmlns:a="http://schemas.openxmlformats.org/drawingml/2006/main">
            <a:off x="7667625" y="1714500"/>
            <a:ext cx="3714750" cy="3238500"/>
          </a:xfrm>
          <a:prstGeom xmlns:a="http://schemas.openxmlformats.org/drawingml/2006/main" prst="roundRect">
            <a:avLst>
              <a:gd name="adj" fmla="val 2353"/>
            </a:avLst>
          </a:prstGeom>
          <a:solidFill xmlns:a="http://schemas.openxmlformats.org/drawingml/2006/main">
            <a:srgbClr val="F5F8FA"/>
          </a:solidFill>
          <a:ln xmlns:a="http://schemas.openxmlformats.org/drawingml/2006/main" w="9525">
            <a:solidFill>
              <a:srgbClr val="D5DEE6"/>
            </a:solidFill>
          </a:ln>
        </p:spPr>
      </p:sp>
      <p:sp>
        <p:nvSpPr>
          <p:cNvPr id="19" name="">
            <a:extLst xmlns:a="http://schemas.openxmlformats.org/drawingml/2006/main">
              <a:ext uri="{FF2B5EF4-FFF2-40B4-BE49-F238E27FC236}">
                <a16:creationId xmlns:a16="http://schemas.microsoft.com/office/drawing/2014/main" id="{E8AFB659-C510-4D3D-9127-AB6BB54BC177}"/>
              </a:ext>
            </a:extLst>
          </p:cNvPr>
          <p:cNvSpPr>
            <a:spLocks xmlns:a="http://schemas.openxmlformats.org/drawingml/2006/main" noGrp="1"/>
          </p:cNvSpPr>
          <p:nvPr/>
        </p:nvSpPr>
        <p:spPr>
          <a:xfrm xmlns:a="http://schemas.openxmlformats.org/drawingml/2006/main">
            <a:off x="7667625" y="1714500"/>
            <a:ext cx="85725" cy="3238500"/>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50AA6EE-C97D-4B7A-972B-0711692327A1}"/>
              </a:ext>
            </a:extLst>
          </p:cNvPr>
          <p:cNvSpPr>
            <a:spLocks xmlns:a="http://schemas.openxmlformats.org/drawingml/2006/main" noGrp="1"/>
          </p:cNvSpPr>
          <p:nvPr/>
        </p:nvSpPr>
        <p:spPr>
          <a:xfrm xmlns:a="http://schemas.openxmlformats.org/drawingml/2006/main">
            <a:off x="7905750" y="1847850"/>
            <a:ext cx="328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Example</a:t>
            </a:r>
          </a:p>
        </p:txBody>
      </p:sp>
      <p:sp>
        <p:nvSpPr>
          <p:cNvPr id="21" name="">
            <a:extLst xmlns:a="http://schemas.openxmlformats.org/drawingml/2006/main">
              <a:ext uri="{FF2B5EF4-FFF2-40B4-BE49-F238E27FC236}">
                <a16:creationId xmlns:a16="http://schemas.microsoft.com/office/drawing/2014/main" id="{B9AF46CC-0F30-4AC5-9900-A4FAFD26F37F}"/>
              </a:ext>
            </a:extLst>
          </p:cNvPr>
          <p:cNvSpPr>
            <a:spLocks xmlns:a="http://schemas.openxmlformats.org/drawingml/2006/main" noGrp="1"/>
          </p:cNvSpPr>
          <p:nvPr/>
        </p:nvSpPr>
        <p:spPr>
          <a:xfrm xmlns:a="http://schemas.openxmlformats.org/drawingml/2006/main">
            <a:off x="7905750" y="2219325"/>
            <a:ext cx="3286125" cy="2609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A dashboard should read validated tables—not every raw file directly.</a:t>
            </a:r>
          </a:p>
        </p:txBody>
      </p:sp>
      <p:sp>
        <p:nvSpPr>
          <p:cNvPr id="22" name="">
            <a:extLst xmlns:a="http://schemas.openxmlformats.org/drawingml/2006/main">
              <a:ext uri="{FF2B5EF4-FFF2-40B4-BE49-F238E27FC236}">
                <a16:creationId xmlns:a16="http://schemas.microsoft.com/office/drawing/2014/main" id="{F45C182E-E9BB-4ADD-8B8C-E8CCEAEBBE5B}"/>
              </a:ext>
            </a:extLst>
          </p:cNvPr>
          <p:cNvSpPr>
            <a:spLocks xmlns:a="http://schemas.openxmlformats.org/drawingml/2006/main" noGrp="1"/>
          </p:cNvSpPr>
          <p:nvPr/>
        </p:nvSpPr>
        <p:spPr>
          <a:xfrm xmlns:a="http://schemas.openxmlformats.org/drawingml/2006/main">
            <a:off x="7810500" y="5238750"/>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5D6A76"/>
                </a:solidFill>
                <a:latin typeface="Bitstream Charter"/>
                <a:ea typeface="Bitstream Charter"/>
                <a:cs typeface="Bitstream Charter"/>
              </a:defRPr>
            </a:pPr>
            <a:r>
              <a:rPr sz="1200" b="1">
                <a:solidFill>
                  <a:srgbClr val="5D6A76"/>
                </a:solidFill>
                <a:latin typeface="Bitstream Charter"/>
                <a:ea typeface="Bitstream Charter"/>
                <a:cs typeface="Bitstream Charter"/>
              </a:rPr>
              <a:t>Ask learners to explain this in their own words.</a:t>
            </a:r>
          </a:p>
        </p:txBody>
      </p:sp>
    </p:spTree>
    <p:extLst>
      <p:ext uri="{BB962C8B-B14F-4D97-AF65-F5344CB8AC3E}">
        <p14:creationId xmlns:p14="http://schemas.microsoft.com/office/powerpoint/2010/main" val="80170099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03D8556B-417C-46C0-8056-376C0A11A20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8B694B5-C546-475C-B556-9034D0D5F4EF}"/>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From raw event to useful answer</a:t>
            </a:r>
          </a:p>
        </p:txBody>
      </p:sp>
      <p:sp>
        <p:nvSpPr>
          <p:cNvPr id="3" name="">
            <a:extLst xmlns:a="http://schemas.openxmlformats.org/drawingml/2006/main">
              <a:ext uri="{FF2B5EF4-FFF2-40B4-BE49-F238E27FC236}">
                <a16:creationId xmlns:a16="http://schemas.microsoft.com/office/drawing/2014/main" id="{D929CF60-E4A7-41E5-BDC7-9408E877EDD0}"/>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The business journey</a:t>
            </a:r>
          </a:p>
        </p:txBody>
      </p:sp>
      <p:sp>
        <p:nvSpPr>
          <p:cNvPr id="4" name="">
            <a:extLst xmlns:a="http://schemas.openxmlformats.org/drawingml/2006/main">
              <a:ext uri="{FF2B5EF4-FFF2-40B4-BE49-F238E27FC236}">
                <a16:creationId xmlns:a16="http://schemas.microsoft.com/office/drawing/2014/main" id="{99E3C81B-D740-4162-90D2-92DEF9D9C84D}"/>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79A0491-6259-4D57-822F-EE4F01F7870F}"/>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71B68576-39DF-4C76-8292-2F859538C169}"/>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10</a:t>
            </a:r>
          </a:p>
        </p:txBody>
      </p:sp>
      <p:sp>
        <p:nvSpPr>
          <p:cNvPr id="7" name="">
            <a:extLst xmlns:a="http://schemas.openxmlformats.org/drawingml/2006/main">
              <a:ext uri="{FF2B5EF4-FFF2-40B4-BE49-F238E27FC236}">
                <a16:creationId xmlns:a16="http://schemas.microsoft.com/office/drawing/2014/main" id="{052D5DFB-E1E3-4353-AE4B-724D90E0D54A}"/>
              </a:ext>
            </a:extLst>
          </p:cNvPr>
          <p:cNvSpPr>
            <a:spLocks xmlns:a="http://schemas.openxmlformats.org/drawingml/2006/main" noGrp="1"/>
          </p:cNvSpPr>
          <p:nvPr/>
        </p:nvSpPr>
        <p:spPr>
          <a:xfrm xmlns:a="http://schemas.openxmlformats.org/drawingml/2006/main">
            <a:off x="428625" y="2000250"/>
            <a:ext cx="2000250" cy="1809750"/>
          </a:xfrm>
          <a:prstGeom xmlns:a="http://schemas.openxmlformats.org/drawingml/2006/main" prst="roundRect">
            <a:avLst>
              <a:gd name="adj" fmla="val 4211"/>
            </a:avLst>
          </a:prstGeom>
          <a:solidFill xmlns:a="http://schemas.openxmlformats.org/drawingml/2006/main">
            <a:srgbClr val="F5F8FA"/>
          </a:solidFill>
          <a:ln xmlns:a="http://schemas.openxmlformats.org/drawingml/2006/main" w="9525">
            <a:solidFill>
              <a:srgbClr val="D5DEE6"/>
            </a:solidFill>
          </a:ln>
        </p:spPr>
      </p:sp>
      <p:sp>
        <p:nvSpPr>
          <p:cNvPr id="8" name="">
            <a:extLst xmlns:a="http://schemas.openxmlformats.org/drawingml/2006/main">
              <a:ext uri="{FF2B5EF4-FFF2-40B4-BE49-F238E27FC236}">
                <a16:creationId xmlns:a16="http://schemas.microsoft.com/office/drawing/2014/main" id="{33444063-3FF8-4B3E-803F-A19777A9EEDE}"/>
              </a:ext>
            </a:extLst>
          </p:cNvPr>
          <p:cNvSpPr>
            <a:spLocks xmlns:a="http://schemas.openxmlformats.org/drawingml/2006/main" noGrp="1"/>
          </p:cNvSpPr>
          <p:nvPr/>
        </p:nvSpPr>
        <p:spPr>
          <a:xfrm xmlns:a="http://schemas.openxmlformats.org/drawingml/2006/main">
            <a:off x="600075" y="21717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615"/>
          </a:bodyPr>
          <a:lstStyle xmlns:a="http://schemas.openxmlformats.org/drawingml/2006/main"/>
          <a:p xmlns:a="http://schemas.openxmlformats.org/drawingml/2006/main">
            <a:pPr algn="l">
              <a:defRPr sz="1950" b="1">
                <a:solidFill>
                  <a:srgbClr val="2E74B5"/>
                </a:solidFill>
                <a:latin typeface="Bitstream Charter"/>
                <a:ea typeface="Bitstream Charter"/>
                <a:cs typeface="Bitstream Charter"/>
              </a:defRPr>
            </a:pPr>
            <a:r>
              <a:rPr sz="1950" b="1">
                <a:solidFill>
                  <a:srgbClr val="2E74B5"/>
                </a:solidFill>
                <a:latin typeface="Bitstream Charter"/>
                <a:ea typeface="Bitstream Charter"/>
                <a:cs typeface="Bitstream Charter"/>
              </a:rPr>
              <a:t>1</a:t>
            </a:r>
          </a:p>
        </p:txBody>
      </p:sp>
      <p:sp>
        <p:nvSpPr>
          <p:cNvPr id="9" name="">
            <a:extLst xmlns:a="http://schemas.openxmlformats.org/drawingml/2006/main">
              <a:ext uri="{FF2B5EF4-FFF2-40B4-BE49-F238E27FC236}">
                <a16:creationId xmlns:a16="http://schemas.microsoft.com/office/drawing/2014/main" id="{F3EDDB69-19D8-4976-9610-7346A4748994}"/>
              </a:ext>
            </a:extLst>
          </p:cNvPr>
          <p:cNvSpPr>
            <a:spLocks xmlns:a="http://schemas.openxmlformats.org/drawingml/2006/main" noGrp="1"/>
          </p:cNvSpPr>
          <p:nvPr/>
        </p:nvSpPr>
        <p:spPr>
          <a:xfrm xmlns:a="http://schemas.openxmlformats.org/drawingml/2006/main">
            <a:off x="638175" y="2686050"/>
            <a:ext cx="158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Collect</a:t>
            </a:r>
          </a:p>
        </p:txBody>
      </p:sp>
      <p:sp>
        <p:nvSpPr>
          <p:cNvPr id="10" name="">
            <a:extLst xmlns:a="http://schemas.openxmlformats.org/drawingml/2006/main">
              <a:ext uri="{FF2B5EF4-FFF2-40B4-BE49-F238E27FC236}">
                <a16:creationId xmlns:a16="http://schemas.microsoft.com/office/drawing/2014/main" id="{788592F3-DE8A-4613-B8CE-3B088ABE8ED6}"/>
              </a:ext>
            </a:extLst>
          </p:cNvPr>
          <p:cNvSpPr>
            <a:spLocks xmlns:a="http://schemas.openxmlformats.org/drawingml/2006/main" noGrp="1"/>
          </p:cNvSpPr>
          <p:nvPr/>
        </p:nvSpPr>
        <p:spPr>
          <a:xfrm xmlns:a="http://schemas.openxmlformats.org/drawingml/2006/main">
            <a:off x="638175" y="3181350"/>
            <a:ext cx="1581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17212B"/>
                </a:solidFill>
                <a:latin typeface="Bitstream Charter"/>
                <a:ea typeface="Bitstream Charter"/>
                <a:cs typeface="Bitstream Charter"/>
              </a:defRPr>
            </a:pPr>
            <a:r>
              <a:rPr sz="1125" b="0">
                <a:solidFill>
                  <a:srgbClr val="17212B"/>
                </a:solidFill>
                <a:latin typeface="Bitstream Charter"/>
                <a:ea typeface="Bitstream Charter"/>
                <a:cs typeface="Bitstream Charter"/>
              </a:rPr>
              <a:t>orders and payments</a:t>
            </a:r>
          </a:p>
        </p:txBody>
      </p:sp>
      <p:sp>
        <p:nvSpPr>
          <p:cNvPr id="11" name="">
            <a:extLst xmlns:a="http://schemas.openxmlformats.org/drawingml/2006/main">
              <a:ext uri="{FF2B5EF4-FFF2-40B4-BE49-F238E27FC236}">
                <a16:creationId xmlns:a16="http://schemas.microsoft.com/office/drawing/2014/main" id="{E3278405-84EB-4FA0-A47D-32040AFF375E}"/>
              </a:ext>
            </a:extLst>
          </p:cNvPr>
          <p:cNvSpPr>
            <a:spLocks xmlns:a="http://schemas.openxmlformats.org/drawingml/2006/main" noGrp="1"/>
          </p:cNvSpPr>
          <p:nvPr/>
        </p:nvSpPr>
        <p:spPr>
          <a:xfrm xmlns:a="http://schemas.openxmlformats.org/drawingml/2006/main">
            <a:off x="2438400" y="2619375"/>
            <a:ext cx="247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4109"/>
          </a:bodyPr>
          <a:lstStyle xmlns:a="http://schemas.openxmlformats.org/drawingml/2006/main"/>
          <a:p xmlns:a="http://schemas.openxmlformats.org/drawingml/2006/main">
            <a:pPr algn="ctr">
              <a:defRPr sz="2100" b="1">
                <a:solidFill>
                  <a:srgbClr val="2E74B5"/>
                </a:solidFill>
                <a:latin typeface="Bitstream Charter"/>
                <a:ea typeface="Bitstream Charter"/>
                <a:cs typeface="Bitstream Charter"/>
              </a:defRPr>
            </a:pPr>
            <a:r>
              <a:rPr sz="2100" b="1">
                <a:solidFill>
                  <a:srgbClr val="2E74B5"/>
                </a:solidFill>
                <a:latin typeface="Bitstream Charter"/>
                <a:ea typeface="Bitstream Charter"/>
                <a:cs typeface="Bitstream Charter"/>
              </a:rPr>
              <a:t>→</a:t>
            </a:r>
          </a:p>
        </p:txBody>
      </p:sp>
      <p:sp>
        <p:nvSpPr>
          <p:cNvPr id="12" name="">
            <a:extLst xmlns:a="http://schemas.openxmlformats.org/drawingml/2006/main">
              <a:ext uri="{FF2B5EF4-FFF2-40B4-BE49-F238E27FC236}">
                <a16:creationId xmlns:a16="http://schemas.microsoft.com/office/drawing/2014/main" id="{EA863345-79D4-4627-B973-61C117773047}"/>
              </a:ext>
            </a:extLst>
          </p:cNvPr>
          <p:cNvSpPr>
            <a:spLocks xmlns:a="http://schemas.openxmlformats.org/drawingml/2006/main" noGrp="1"/>
          </p:cNvSpPr>
          <p:nvPr/>
        </p:nvSpPr>
        <p:spPr>
          <a:xfrm xmlns:a="http://schemas.openxmlformats.org/drawingml/2006/main">
            <a:off x="2695575" y="2000250"/>
            <a:ext cx="2000250" cy="1809750"/>
          </a:xfrm>
          <a:prstGeom xmlns:a="http://schemas.openxmlformats.org/drawingml/2006/main" prst="roundRect">
            <a:avLst>
              <a:gd name="adj" fmla="val 4211"/>
            </a:avLst>
          </a:prstGeom>
          <a:solidFill xmlns:a="http://schemas.openxmlformats.org/drawingml/2006/main">
            <a:srgbClr val="F5F8FA"/>
          </a:solidFill>
          <a:ln xmlns:a="http://schemas.openxmlformats.org/drawingml/2006/main" w="9525">
            <a:solidFill>
              <a:srgbClr val="D5DEE6"/>
            </a:solidFill>
          </a:ln>
        </p:spPr>
      </p:sp>
      <p:sp>
        <p:nvSpPr>
          <p:cNvPr id="13" name="">
            <a:extLst xmlns:a="http://schemas.openxmlformats.org/drawingml/2006/main">
              <a:ext uri="{FF2B5EF4-FFF2-40B4-BE49-F238E27FC236}">
                <a16:creationId xmlns:a16="http://schemas.microsoft.com/office/drawing/2014/main" id="{5D3268AD-1729-4AC1-8549-89618AE91F2A}"/>
              </a:ext>
            </a:extLst>
          </p:cNvPr>
          <p:cNvSpPr>
            <a:spLocks xmlns:a="http://schemas.openxmlformats.org/drawingml/2006/main" noGrp="1"/>
          </p:cNvSpPr>
          <p:nvPr/>
        </p:nvSpPr>
        <p:spPr>
          <a:xfrm xmlns:a="http://schemas.openxmlformats.org/drawingml/2006/main">
            <a:off x="2867025" y="21717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615"/>
          </a:bodyPr>
          <a:lstStyle xmlns:a="http://schemas.openxmlformats.org/drawingml/2006/main"/>
          <a:p xmlns:a="http://schemas.openxmlformats.org/drawingml/2006/main">
            <a:pPr algn="l">
              <a:defRPr sz="1950" b="1">
                <a:solidFill>
                  <a:srgbClr val="2E74B5"/>
                </a:solidFill>
                <a:latin typeface="Bitstream Charter"/>
                <a:ea typeface="Bitstream Charter"/>
                <a:cs typeface="Bitstream Charter"/>
              </a:defRPr>
            </a:pPr>
            <a:r>
              <a:rPr sz="1950" b="1">
                <a:solidFill>
                  <a:srgbClr val="2E74B5"/>
                </a:solidFill>
                <a:latin typeface="Bitstream Charter"/>
                <a:ea typeface="Bitstream Charter"/>
                <a:cs typeface="Bitstream Charter"/>
              </a:rPr>
              <a:t>2</a:t>
            </a:r>
          </a:p>
        </p:txBody>
      </p:sp>
      <p:sp>
        <p:nvSpPr>
          <p:cNvPr id="14" name="">
            <a:extLst xmlns:a="http://schemas.openxmlformats.org/drawingml/2006/main">
              <a:ext uri="{FF2B5EF4-FFF2-40B4-BE49-F238E27FC236}">
                <a16:creationId xmlns:a16="http://schemas.microsoft.com/office/drawing/2014/main" id="{B8148996-18DA-4993-85C2-CA901C9C13CA}"/>
              </a:ext>
            </a:extLst>
          </p:cNvPr>
          <p:cNvSpPr>
            <a:spLocks xmlns:a="http://schemas.openxmlformats.org/drawingml/2006/main" noGrp="1"/>
          </p:cNvSpPr>
          <p:nvPr/>
        </p:nvSpPr>
        <p:spPr>
          <a:xfrm xmlns:a="http://schemas.openxmlformats.org/drawingml/2006/main">
            <a:off x="2905125" y="2686050"/>
            <a:ext cx="158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Clean</a:t>
            </a:r>
          </a:p>
        </p:txBody>
      </p:sp>
      <p:sp>
        <p:nvSpPr>
          <p:cNvPr id="15" name="">
            <a:extLst xmlns:a="http://schemas.openxmlformats.org/drawingml/2006/main">
              <a:ext uri="{FF2B5EF4-FFF2-40B4-BE49-F238E27FC236}">
                <a16:creationId xmlns:a16="http://schemas.microsoft.com/office/drawing/2014/main" id="{91ECAD46-FF80-4E6B-958A-2B50EA298CF2}"/>
              </a:ext>
            </a:extLst>
          </p:cNvPr>
          <p:cNvSpPr>
            <a:spLocks xmlns:a="http://schemas.openxmlformats.org/drawingml/2006/main" noGrp="1"/>
          </p:cNvSpPr>
          <p:nvPr/>
        </p:nvSpPr>
        <p:spPr>
          <a:xfrm xmlns:a="http://schemas.openxmlformats.org/drawingml/2006/main">
            <a:off x="2905125" y="3181350"/>
            <a:ext cx="1581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17212B"/>
                </a:solidFill>
                <a:latin typeface="Bitstream Charter"/>
                <a:ea typeface="Bitstream Charter"/>
                <a:cs typeface="Bitstream Charter"/>
              </a:defRPr>
            </a:pPr>
            <a:r>
              <a:rPr sz="1125" b="0">
                <a:solidFill>
                  <a:srgbClr val="17212B"/>
                </a:solidFill>
                <a:latin typeface="Bitstream Charter"/>
                <a:ea typeface="Bitstream Charter"/>
                <a:cs typeface="Bitstream Charter"/>
              </a:rPr>
              <a:t>types and missing values</a:t>
            </a:r>
          </a:p>
        </p:txBody>
      </p:sp>
      <p:sp>
        <p:nvSpPr>
          <p:cNvPr id="16" name="">
            <a:extLst xmlns:a="http://schemas.openxmlformats.org/drawingml/2006/main">
              <a:ext uri="{FF2B5EF4-FFF2-40B4-BE49-F238E27FC236}">
                <a16:creationId xmlns:a16="http://schemas.microsoft.com/office/drawing/2014/main" id="{8DFA2D9F-4D63-44AF-AB35-BF54A161F3F2}"/>
              </a:ext>
            </a:extLst>
          </p:cNvPr>
          <p:cNvSpPr>
            <a:spLocks xmlns:a="http://schemas.openxmlformats.org/drawingml/2006/main" noGrp="1"/>
          </p:cNvSpPr>
          <p:nvPr/>
        </p:nvSpPr>
        <p:spPr>
          <a:xfrm xmlns:a="http://schemas.openxmlformats.org/drawingml/2006/main">
            <a:off x="4705350" y="2619375"/>
            <a:ext cx="247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4109"/>
          </a:bodyPr>
          <a:lstStyle xmlns:a="http://schemas.openxmlformats.org/drawingml/2006/main"/>
          <a:p xmlns:a="http://schemas.openxmlformats.org/drawingml/2006/main">
            <a:pPr algn="ctr">
              <a:defRPr sz="2100" b="1">
                <a:solidFill>
                  <a:srgbClr val="2E74B5"/>
                </a:solidFill>
                <a:latin typeface="Bitstream Charter"/>
                <a:ea typeface="Bitstream Charter"/>
                <a:cs typeface="Bitstream Charter"/>
              </a:defRPr>
            </a:pPr>
            <a:r>
              <a:rPr sz="2100" b="1">
                <a:solidFill>
                  <a:srgbClr val="2E74B5"/>
                </a:solidFill>
                <a:latin typeface="Bitstream Charter"/>
                <a:ea typeface="Bitstream Charter"/>
                <a:cs typeface="Bitstream Charter"/>
              </a:rPr>
              <a:t>→</a:t>
            </a:r>
          </a:p>
        </p:txBody>
      </p:sp>
      <p:sp>
        <p:nvSpPr>
          <p:cNvPr id="17" name="">
            <a:extLst xmlns:a="http://schemas.openxmlformats.org/drawingml/2006/main">
              <a:ext uri="{FF2B5EF4-FFF2-40B4-BE49-F238E27FC236}">
                <a16:creationId xmlns:a16="http://schemas.microsoft.com/office/drawing/2014/main" id="{E93A3A9E-040B-4050-ABF0-34F714A9CB2F}"/>
              </a:ext>
            </a:extLst>
          </p:cNvPr>
          <p:cNvSpPr>
            <a:spLocks xmlns:a="http://schemas.openxmlformats.org/drawingml/2006/main" noGrp="1"/>
          </p:cNvSpPr>
          <p:nvPr/>
        </p:nvSpPr>
        <p:spPr>
          <a:xfrm xmlns:a="http://schemas.openxmlformats.org/drawingml/2006/main">
            <a:off x="4962525" y="2000250"/>
            <a:ext cx="2000250" cy="1809750"/>
          </a:xfrm>
          <a:prstGeom xmlns:a="http://schemas.openxmlformats.org/drawingml/2006/main" prst="roundRect">
            <a:avLst>
              <a:gd name="adj" fmla="val 4211"/>
            </a:avLst>
          </a:prstGeom>
          <a:solidFill xmlns:a="http://schemas.openxmlformats.org/drawingml/2006/main">
            <a:srgbClr val="F5F8FA"/>
          </a:solidFill>
          <a:ln xmlns:a="http://schemas.openxmlformats.org/drawingml/2006/main" w="9525">
            <a:solidFill>
              <a:srgbClr val="D5DEE6"/>
            </a:solidFill>
          </a:ln>
        </p:spPr>
      </p:sp>
      <p:sp>
        <p:nvSpPr>
          <p:cNvPr id="18" name="">
            <a:extLst xmlns:a="http://schemas.openxmlformats.org/drawingml/2006/main">
              <a:ext uri="{FF2B5EF4-FFF2-40B4-BE49-F238E27FC236}">
                <a16:creationId xmlns:a16="http://schemas.microsoft.com/office/drawing/2014/main" id="{FC0DB392-DBF3-4930-969B-359B5F7097DD}"/>
              </a:ext>
            </a:extLst>
          </p:cNvPr>
          <p:cNvSpPr>
            <a:spLocks xmlns:a="http://schemas.openxmlformats.org/drawingml/2006/main" noGrp="1"/>
          </p:cNvSpPr>
          <p:nvPr/>
        </p:nvSpPr>
        <p:spPr>
          <a:xfrm xmlns:a="http://schemas.openxmlformats.org/drawingml/2006/main">
            <a:off x="5133975" y="21717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615"/>
          </a:bodyPr>
          <a:lstStyle xmlns:a="http://schemas.openxmlformats.org/drawingml/2006/main"/>
          <a:p xmlns:a="http://schemas.openxmlformats.org/drawingml/2006/main">
            <a:pPr algn="l">
              <a:defRPr sz="1950" b="1">
                <a:solidFill>
                  <a:srgbClr val="2E74B5"/>
                </a:solidFill>
                <a:latin typeface="Bitstream Charter"/>
                <a:ea typeface="Bitstream Charter"/>
                <a:cs typeface="Bitstream Charter"/>
              </a:defRPr>
            </a:pPr>
            <a:r>
              <a:rPr sz="1950" b="1">
                <a:solidFill>
                  <a:srgbClr val="2E74B5"/>
                </a:solidFill>
                <a:latin typeface="Bitstream Charter"/>
                <a:ea typeface="Bitstream Charter"/>
                <a:cs typeface="Bitstream Charter"/>
              </a:rPr>
              <a:t>3</a:t>
            </a:r>
          </a:p>
        </p:txBody>
      </p:sp>
      <p:sp>
        <p:nvSpPr>
          <p:cNvPr id="19" name="">
            <a:extLst xmlns:a="http://schemas.openxmlformats.org/drawingml/2006/main">
              <a:ext uri="{FF2B5EF4-FFF2-40B4-BE49-F238E27FC236}">
                <a16:creationId xmlns:a16="http://schemas.microsoft.com/office/drawing/2014/main" id="{DDCD06AB-0993-42AE-84BD-DC42210366B6}"/>
              </a:ext>
            </a:extLst>
          </p:cNvPr>
          <p:cNvSpPr>
            <a:spLocks xmlns:a="http://schemas.openxmlformats.org/drawingml/2006/main" noGrp="1"/>
          </p:cNvSpPr>
          <p:nvPr/>
        </p:nvSpPr>
        <p:spPr>
          <a:xfrm xmlns:a="http://schemas.openxmlformats.org/drawingml/2006/main">
            <a:off x="5172075" y="2686050"/>
            <a:ext cx="158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Transform</a:t>
            </a:r>
          </a:p>
        </p:txBody>
      </p:sp>
      <p:sp>
        <p:nvSpPr>
          <p:cNvPr id="20" name="">
            <a:extLst xmlns:a="http://schemas.openxmlformats.org/drawingml/2006/main">
              <a:ext uri="{FF2B5EF4-FFF2-40B4-BE49-F238E27FC236}">
                <a16:creationId xmlns:a16="http://schemas.microsoft.com/office/drawing/2014/main" id="{E02F6CF0-551B-49A8-B42B-26C34C7A5166}"/>
              </a:ext>
            </a:extLst>
          </p:cNvPr>
          <p:cNvSpPr>
            <a:spLocks xmlns:a="http://schemas.openxmlformats.org/drawingml/2006/main" noGrp="1"/>
          </p:cNvSpPr>
          <p:nvPr/>
        </p:nvSpPr>
        <p:spPr>
          <a:xfrm xmlns:a="http://schemas.openxmlformats.org/drawingml/2006/main">
            <a:off x="5172075" y="3181350"/>
            <a:ext cx="1581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17212B"/>
                </a:solidFill>
                <a:latin typeface="Bitstream Charter"/>
                <a:ea typeface="Bitstream Charter"/>
                <a:cs typeface="Bitstream Charter"/>
              </a:defRPr>
            </a:pPr>
            <a:r>
              <a:rPr sz="1125" b="0">
                <a:solidFill>
                  <a:srgbClr val="17212B"/>
                </a:solidFill>
                <a:latin typeface="Bitstream Charter"/>
                <a:ea typeface="Bitstream Charter"/>
                <a:cs typeface="Bitstream Charter"/>
              </a:rPr>
              <a:t>totals and rules</a:t>
            </a:r>
          </a:p>
        </p:txBody>
      </p:sp>
      <p:sp>
        <p:nvSpPr>
          <p:cNvPr id="21" name="">
            <a:extLst xmlns:a="http://schemas.openxmlformats.org/drawingml/2006/main">
              <a:ext uri="{FF2B5EF4-FFF2-40B4-BE49-F238E27FC236}">
                <a16:creationId xmlns:a16="http://schemas.microsoft.com/office/drawing/2014/main" id="{13D3D227-829B-4FC9-A046-ECAF7F18C3C6}"/>
              </a:ext>
            </a:extLst>
          </p:cNvPr>
          <p:cNvSpPr>
            <a:spLocks xmlns:a="http://schemas.openxmlformats.org/drawingml/2006/main" noGrp="1"/>
          </p:cNvSpPr>
          <p:nvPr/>
        </p:nvSpPr>
        <p:spPr>
          <a:xfrm xmlns:a="http://schemas.openxmlformats.org/drawingml/2006/main">
            <a:off x="6972300" y="2619375"/>
            <a:ext cx="247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4109"/>
          </a:bodyPr>
          <a:lstStyle xmlns:a="http://schemas.openxmlformats.org/drawingml/2006/main"/>
          <a:p xmlns:a="http://schemas.openxmlformats.org/drawingml/2006/main">
            <a:pPr algn="ctr">
              <a:defRPr sz="2100" b="1">
                <a:solidFill>
                  <a:srgbClr val="2E74B5"/>
                </a:solidFill>
                <a:latin typeface="Bitstream Charter"/>
                <a:ea typeface="Bitstream Charter"/>
                <a:cs typeface="Bitstream Charter"/>
              </a:defRPr>
            </a:pPr>
            <a:r>
              <a:rPr sz="2100" b="1">
                <a:solidFill>
                  <a:srgbClr val="2E74B5"/>
                </a:solidFill>
                <a:latin typeface="Bitstream Charter"/>
                <a:ea typeface="Bitstream Charter"/>
                <a:cs typeface="Bitstream Charter"/>
              </a:rPr>
              <a:t>→</a:t>
            </a:r>
          </a:p>
        </p:txBody>
      </p:sp>
      <p:sp>
        <p:nvSpPr>
          <p:cNvPr id="22" name="">
            <a:extLst xmlns:a="http://schemas.openxmlformats.org/drawingml/2006/main">
              <a:ext uri="{FF2B5EF4-FFF2-40B4-BE49-F238E27FC236}">
                <a16:creationId xmlns:a16="http://schemas.microsoft.com/office/drawing/2014/main" id="{ED0A68FD-56FF-4929-9E65-9DAA62DEE7BB}"/>
              </a:ext>
            </a:extLst>
          </p:cNvPr>
          <p:cNvSpPr>
            <a:spLocks xmlns:a="http://schemas.openxmlformats.org/drawingml/2006/main" noGrp="1"/>
          </p:cNvSpPr>
          <p:nvPr/>
        </p:nvSpPr>
        <p:spPr>
          <a:xfrm xmlns:a="http://schemas.openxmlformats.org/drawingml/2006/main">
            <a:off x="7229475" y="2000250"/>
            <a:ext cx="2000250" cy="1809750"/>
          </a:xfrm>
          <a:prstGeom xmlns:a="http://schemas.openxmlformats.org/drawingml/2006/main" prst="roundRect">
            <a:avLst>
              <a:gd name="adj" fmla="val 4211"/>
            </a:avLst>
          </a:prstGeom>
          <a:solidFill xmlns:a="http://schemas.openxmlformats.org/drawingml/2006/main">
            <a:srgbClr val="F5F8FA"/>
          </a:solidFill>
          <a:ln xmlns:a="http://schemas.openxmlformats.org/drawingml/2006/main" w="9525">
            <a:solidFill>
              <a:srgbClr val="D5DEE6"/>
            </a:solidFill>
          </a:ln>
        </p:spPr>
      </p:sp>
      <p:sp>
        <p:nvSpPr>
          <p:cNvPr id="23" name="">
            <a:extLst xmlns:a="http://schemas.openxmlformats.org/drawingml/2006/main">
              <a:ext uri="{FF2B5EF4-FFF2-40B4-BE49-F238E27FC236}">
                <a16:creationId xmlns:a16="http://schemas.microsoft.com/office/drawing/2014/main" id="{03CCE219-26A4-4B4E-8886-0378C393E154}"/>
              </a:ext>
            </a:extLst>
          </p:cNvPr>
          <p:cNvSpPr>
            <a:spLocks xmlns:a="http://schemas.openxmlformats.org/drawingml/2006/main" noGrp="1"/>
          </p:cNvSpPr>
          <p:nvPr/>
        </p:nvSpPr>
        <p:spPr>
          <a:xfrm xmlns:a="http://schemas.openxmlformats.org/drawingml/2006/main">
            <a:off x="7400925" y="21717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615"/>
          </a:bodyPr>
          <a:lstStyle xmlns:a="http://schemas.openxmlformats.org/drawingml/2006/main"/>
          <a:p xmlns:a="http://schemas.openxmlformats.org/drawingml/2006/main">
            <a:pPr algn="l">
              <a:defRPr sz="1950" b="1">
                <a:solidFill>
                  <a:srgbClr val="2E74B5"/>
                </a:solidFill>
                <a:latin typeface="Bitstream Charter"/>
                <a:ea typeface="Bitstream Charter"/>
                <a:cs typeface="Bitstream Charter"/>
              </a:defRPr>
            </a:pPr>
            <a:r>
              <a:rPr sz="1950" b="1">
                <a:solidFill>
                  <a:srgbClr val="2E74B5"/>
                </a:solidFill>
                <a:latin typeface="Bitstream Charter"/>
                <a:ea typeface="Bitstream Charter"/>
                <a:cs typeface="Bitstream Charter"/>
              </a:rPr>
              <a:t>4</a:t>
            </a:r>
          </a:p>
        </p:txBody>
      </p:sp>
      <p:sp>
        <p:nvSpPr>
          <p:cNvPr id="24" name="">
            <a:extLst xmlns:a="http://schemas.openxmlformats.org/drawingml/2006/main">
              <a:ext uri="{FF2B5EF4-FFF2-40B4-BE49-F238E27FC236}">
                <a16:creationId xmlns:a16="http://schemas.microsoft.com/office/drawing/2014/main" id="{6C85BF82-FF02-44FB-9FC8-431EF7EF0E0D}"/>
              </a:ext>
            </a:extLst>
          </p:cNvPr>
          <p:cNvSpPr>
            <a:spLocks xmlns:a="http://schemas.openxmlformats.org/drawingml/2006/main" noGrp="1"/>
          </p:cNvSpPr>
          <p:nvPr/>
        </p:nvSpPr>
        <p:spPr>
          <a:xfrm xmlns:a="http://schemas.openxmlformats.org/drawingml/2006/main">
            <a:off x="7439025" y="2686050"/>
            <a:ext cx="158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Publish</a:t>
            </a:r>
          </a:p>
        </p:txBody>
      </p:sp>
      <p:sp>
        <p:nvSpPr>
          <p:cNvPr id="25" name="">
            <a:extLst xmlns:a="http://schemas.openxmlformats.org/drawingml/2006/main">
              <a:ext uri="{FF2B5EF4-FFF2-40B4-BE49-F238E27FC236}">
                <a16:creationId xmlns:a16="http://schemas.microsoft.com/office/drawing/2014/main" id="{4875C12A-B9AB-44CA-B586-9D0D7FFB14ED}"/>
              </a:ext>
            </a:extLst>
          </p:cNvPr>
          <p:cNvSpPr>
            <a:spLocks xmlns:a="http://schemas.openxmlformats.org/drawingml/2006/main" noGrp="1"/>
          </p:cNvSpPr>
          <p:nvPr/>
        </p:nvSpPr>
        <p:spPr>
          <a:xfrm xmlns:a="http://schemas.openxmlformats.org/drawingml/2006/main">
            <a:off x="7439025" y="3181350"/>
            <a:ext cx="1581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17212B"/>
                </a:solidFill>
                <a:latin typeface="Bitstream Charter"/>
                <a:ea typeface="Bitstream Charter"/>
                <a:cs typeface="Bitstream Charter"/>
              </a:defRPr>
            </a:pPr>
            <a:r>
              <a:rPr sz="1125" b="0">
                <a:solidFill>
                  <a:srgbClr val="17212B"/>
                </a:solidFill>
                <a:latin typeface="Bitstream Charter"/>
                <a:ea typeface="Bitstream Charter"/>
                <a:cs typeface="Bitstream Charter"/>
              </a:rPr>
              <a:t>trusted table</a:t>
            </a:r>
          </a:p>
        </p:txBody>
      </p:sp>
      <p:sp>
        <p:nvSpPr>
          <p:cNvPr id="26" name="">
            <a:extLst xmlns:a="http://schemas.openxmlformats.org/drawingml/2006/main">
              <a:ext uri="{FF2B5EF4-FFF2-40B4-BE49-F238E27FC236}">
                <a16:creationId xmlns:a16="http://schemas.microsoft.com/office/drawing/2014/main" id="{75154A5E-D51F-46C8-A660-C7DEF6D3EFC7}"/>
              </a:ext>
            </a:extLst>
          </p:cNvPr>
          <p:cNvSpPr>
            <a:spLocks xmlns:a="http://schemas.openxmlformats.org/drawingml/2006/main" noGrp="1"/>
          </p:cNvSpPr>
          <p:nvPr/>
        </p:nvSpPr>
        <p:spPr>
          <a:xfrm xmlns:a="http://schemas.openxmlformats.org/drawingml/2006/main">
            <a:off x="9239250" y="2619375"/>
            <a:ext cx="247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4109"/>
          </a:bodyPr>
          <a:lstStyle xmlns:a="http://schemas.openxmlformats.org/drawingml/2006/main"/>
          <a:p xmlns:a="http://schemas.openxmlformats.org/drawingml/2006/main">
            <a:pPr algn="ctr">
              <a:defRPr sz="2100" b="1">
                <a:solidFill>
                  <a:srgbClr val="2E74B5"/>
                </a:solidFill>
                <a:latin typeface="Bitstream Charter"/>
                <a:ea typeface="Bitstream Charter"/>
                <a:cs typeface="Bitstream Charter"/>
              </a:defRPr>
            </a:pPr>
            <a:r>
              <a:rPr sz="2100" b="1">
                <a:solidFill>
                  <a:srgbClr val="2E74B5"/>
                </a:solidFill>
                <a:latin typeface="Bitstream Charter"/>
                <a:ea typeface="Bitstream Charter"/>
                <a:cs typeface="Bitstream Charter"/>
              </a:rPr>
              <a:t>→</a:t>
            </a:r>
          </a:p>
        </p:txBody>
      </p:sp>
      <p:sp>
        <p:nvSpPr>
          <p:cNvPr id="27" name="">
            <a:extLst xmlns:a="http://schemas.openxmlformats.org/drawingml/2006/main">
              <a:ext uri="{FF2B5EF4-FFF2-40B4-BE49-F238E27FC236}">
                <a16:creationId xmlns:a16="http://schemas.microsoft.com/office/drawing/2014/main" id="{3A3A0F50-7BC1-4746-885B-CA428E851AFC}"/>
              </a:ext>
            </a:extLst>
          </p:cNvPr>
          <p:cNvSpPr>
            <a:spLocks xmlns:a="http://schemas.openxmlformats.org/drawingml/2006/main" noGrp="1"/>
          </p:cNvSpPr>
          <p:nvPr/>
        </p:nvSpPr>
        <p:spPr>
          <a:xfrm xmlns:a="http://schemas.openxmlformats.org/drawingml/2006/main">
            <a:off x="9496425" y="2000250"/>
            <a:ext cx="2000250" cy="1809750"/>
          </a:xfrm>
          <a:prstGeom xmlns:a="http://schemas.openxmlformats.org/drawingml/2006/main" prst="roundRect">
            <a:avLst>
              <a:gd name="adj" fmla="val 4211"/>
            </a:avLst>
          </a:prstGeom>
          <a:solidFill xmlns:a="http://schemas.openxmlformats.org/drawingml/2006/main">
            <a:srgbClr val="ECF7F1"/>
          </a:solidFill>
          <a:ln xmlns:a="http://schemas.openxmlformats.org/drawingml/2006/main" w="9525">
            <a:solidFill>
              <a:srgbClr val="D5DEE6"/>
            </a:solidFill>
          </a:ln>
        </p:spPr>
      </p:sp>
      <p:sp>
        <p:nvSpPr>
          <p:cNvPr id="28" name="">
            <a:extLst xmlns:a="http://schemas.openxmlformats.org/drawingml/2006/main">
              <a:ext uri="{FF2B5EF4-FFF2-40B4-BE49-F238E27FC236}">
                <a16:creationId xmlns:a16="http://schemas.microsoft.com/office/drawing/2014/main" id="{45A9C0EB-F741-40F2-A6D5-798D596D58FC}"/>
              </a:ext>
            </a:extLst>
          </p:cNvPr>
          <p:cNvSpPr>
            <a:spLocks xmlns:a="http://schemas.openxmlformats.org/drawingml/2006/main" noGrp="1"/>
          </p:cNvSpPr>
          <p:nvPr/>
        </p:nvSpPr>
        <p:spPr>
          <a:xfrm xmlns:a="http://schemas.openxmlformats.org/drawingml/2006/main">
            <a:off x="9667875" y="21717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615"/>
          </a:bodyPr>
          <a:lstStyle xmlns:a="http://schemas.openxmlformats.org/drawingml/2006/main"/>
          <a:p xmlns:a="http://schemas.openxmlformats.org/drawingml/2006/main">
            <a:pPr algn="l">
              <a:defRPr sz="1950" b="1">
                <a:solidFill>
                  <a:srgbClr val="2F7D5A"/>
                </a:solidFill>
                <a:latin typeface="Bitstream Charter"/>
                <a:ea typeface="Bitstream Charter"/>
                <a:cs typeface="Bitstream Charter"/>
              </a:defRPr>
            </a:pPr>
            <a:r>
              <a:rPr sz="1950" b="1">
                <a:solidFill>
                  <a:srgbClr val="2F7D5A"/>
                </a:solidFill>
                <a:latin typeface="Bitstream Charter"/>
                <a:ea typeface="Bitstream Charter"/>
                <a:cs typeface="Bitstream Charter"/>
              </a:rPr>
              <a:t>5</a:t>
            </a:r>
          </a:p>
        </p:txBody>
      </p:sp>
      <p:sp>
        <p:nvSpPr>
          <p:cNvPr id="29" name="">
            <a:extLst xmlns:a="http://schemas.openxmlformats.org/drawingml/2006/main">
              <a:ext uri="{FF2B5EF4-FFF2-40B4-BE49-F238E27FC236}">
                <a16:creationId xmlns:a16="http://schemas.microsoft.com/office/drawing/2014/main" id="{869D1DDB-4AD9-4A77-A7DB-67C200415514}"/>
              </a:ext>
            </a:extLst>
          </p:cNvPr>
          <p:cNvSpPr>
            <a:spLocks xmlns:a="http://schemas.openxmlformats.org/drawingml/2006/main" noGrp="1"/>
          </p:cNvSpPr>
          <p:nvPr/>
        </p:nvSpPr>
        <p:spPr>
          <a:xfrm xmlns:a="http://schemas.openxmlformats.org/drawingml/2006/main">
            <a:off x="9705975" y="2686050"/>
            <a:ext cx="158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Consume</a:t>
            </a:r>
          </a:p>
        </p:txBody>
      </p:sp>
      <p:sp>
        <p:nvSpPr>
          <p:cNvPr id="30" name="">
            <a:extLst xmlns:a="http://schemas.openxmlformats.org/drawingml/2006/main">
              <a:ext uri="{FF2B5EF4-FFF2-40B4-BE49-F238E27FC236}">
                <a16:creationId xmlns:a16="http://schemas.microsoft.com/office/drawing/2014/main" id="{B12870B0-9883-4146-BF2A-86AD86EBB6F7}"/>
              </a:ext>
            </a:extLst>
          </p:cNvPr>
          <p:cNvSpPr>
            <a:spLocks xmlns:a="http://schemas.openxmlformats.org/drawingml/2006/main" noGrp="1"/>
          </p:cNvSpPr>
          <p:nvPr/>
        </p:nvSpPr>
        <p:spPr>
          <a:xfrm xmlns:a="http://schemas.openxmlformats.org/drawingml/2006/main">
            <a:off x="9705975" y="3181350"/>
            <a:ext cx="1581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17212B"/>
                </a:solidFill>
                <a:latin typeface="Bitstream Charter"/>
                <a:ea typeface="Bitstream Charter"/>
                <a:cs typeface="Bitstream Charter"/>
              </a:defRPr>
            </a:pPr>
            <a:r>
              <a:rPr sz="1125" b="0">
                <a:solidFill>
                  <a:srgbClr val="17212B"/>
                </a:solidFill>
                <a:latin typeface="Bitstream Charter"/>
                <a:ea typeface="Bitstream Charter"/>
                <a:cs typeface="Bitstream Charter"/>
              </a:rPr>
              <a:t>SQL, BI or ML</a:t>
            </a:r>
          </a:p>
        </p:txBody>
      </p:sp>
      <p:sp>
        <p:nvSpPr>
          <p:cNvPr id="31" name="">
            <a:extLst xmlns:a="http://schemas.openxmlformats.org/drawingml/2006/main">
              <a:ext uri="{FF2B5EF4-FFF2-40B4-BE49-F238E27FC236}">
                <a16:creationId xmlns:a16="http://schemas.microsoft.com/office/drawing/2014/main" id="{5B7856B7-8B8C-4E33-976B-2B53B2EA087C}"/>
              </a:ext>
            </a:extLst>
          </p:cNvPr>
          <p:cNvSpPr>
            <a:spLocks xmlns:a="http://schemas.openxmlformats.org/drawingml/2006/main" noGrp="1"/>
          </p:cNvSpPr>
          <p:nvPr/>
        </p:nvSpPr>
        <p:spPr>
          <a:xfrm xmlns:a="http://schemas.openxmlformats.org/drawingml/2006/main">
            <a:off x="1381125" y="4572000"/>
            <a:ext cx="9429750" cy="742950"/>
          </a:xfrm>
          <a:prstGeom xmlns:a="http://schemas.openxmlformats.org/drawingml/2006/main" prst="roundRect">
            <a:avLst>
              <a:gd name="adj" fmla="val 10256"/>
            </a:avLst>
          </a:prstGeom>
          <a:solidFill xmlns:a="http://schemas.openxmlformats.org/drawingml/2006/main">
            <a:srgbClr val="09233B"/>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6DE32976-F5D0-423A-8D4E-BCF1CA2A3FE0}"/>
              </a:ext>
            </a:extLst>
          </p:cNvPr>
          <p:cNvSpPr>
            <a:spLocks xmlns:a="http://schemas.openxmlformats.org/drawingml/2006/main" noGrp="1"/>
          </p:cNvSpPr>
          <p:nvPr/>
        </p:nvSpPr>
        <p:spPr>
          <a:xfrm xmlns:a="http://schemas.openxmlformats.org/drawingml/2006/main">
            <a:off x="1666875" y="4714875"/>
            <a:ext cx="885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Bitstream Charter"/>
                <a:ea typeface="Bitstream Charter"/>
                <a:cs typeface="Bitstream Charter"/>
              </a:defRPr>
            </a:pPr>
            <a:r>
              <a:rPr sz="1650" b="1">
                <a:solidFill>
                  <a:srgbClr val="FFFFFF"/>
                </a:solidFill>
                <a:latin typeface="Bitstream Charter"/>
                <a:ea typeface="Bitstream Charter"/>
                <a:cs typeface="Bitstream Charter"/>
              </a:rPr>
              <a:t>Databricks supplies the workspace and execution capabilities for this journey.</a:t>
            </a:r>
          </a:p>
        </p:txBody>
      </p:sp>
    </p:spTree>
    <p:extLst>
      <p:ext uri="{BB962C8B-B14F-4D97-AF65-F5344CB8AC3E}">
        <p14:creationId xmlns:p14="http://schemas.microsoft.com/office/powerpoint/2010/main" val="126345370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318DD28-E95A-4E41-BA52-81080057EBF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3E0EF61-2986-499C-894C-1637A327CFC0}"/>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The factory analogy</a:t>
            </a:r>
          </a:p>
        </p:txBody>
      </p:sp>
      <p:sp>
        <p:nvSpPr>
          <p:cNvPr id="3" name="">
            <a:extLst xmlns:a="http://schemas.openxmlformats.org/drawingml/2006/main">
              <a:ext uri="{FF2B5EF4-FFF2-40B4-BE49-F238E27FC236}">
                <a16:creationId xmlns:a16="http://schemas.microsoft.com/office/drawing/2014/main" id="{00781B89-D07F-47C7-993E-8938EC88DC9D}"/>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Use the analogy, then translate to exact product names</a:t>
            </a:r>
          </a:p>
        </p:txBody>
      </p:sp>
      <p:sp>
        <p:nvSpPr>
          <p:cNvPr id="4" name="">
            <a:extLst xmlns:a="http://schemas.openxmlformats.org/drawingml/2006/main">
              <a:ext uri="{FF2B5EF4-FFF2-40B4-BE49-F238E27FC236}">
                <a16:creationId xmlns:a16="http://schemas.microsoft.com/office/drawing/2014/main" id="{CAE2BF49-C682-4D22-A813-B83B38495BB2}"/>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0C7A140-345A-4B1A-BADD-58032966AC2D}"/>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D07FF685-1A61-4959-8586-4CA55D31630B}"/>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11</a:t>
            </a:r>
          </a:p>
        </p:txBody>
      </p:sp>
      <p:graphicFrame>
        <p:nvGraphicFramePr>
          <p:cNvPr id="16" name=""/>
          <p:cNvGraphicFramePr/>
          <p:nvPr/>
        </p:nvGraphicFramePr>
        <p:xfrm>
          <a:off xmlns:a="http://schemas.openxmlformats.org/drawingml/2006/main" x="666750" y="1666875"/>
          <a:ext xmlns:a="http://schemas.openxmlformats.org/drawingml/2006/main" cx="10858500" cy="3476625"/>
        </p:xfrm>
        <a:graphic xmlns:a="http://schemas.openxmlformats.org/drawingml/2006/main">
          <a:graphicData uri="http://schemas.openxmlformats.org/drawingml/2006/table">
            <a:tbl>
              <a:tblPr firstRow="1" bandRow="1"/>
              <a:tblGrid>
                <a:gridCol w="2476500"/>
                <a:gridCol w="2952750"/>
                <a:gridCol w="5429250"/>
              </a:tblGrid>
              <a:tr h="579438">
                <a:tc>
                  <a:txBody>
                    <a:bodyPr/>
                    <a:lstStyle/>
                    <a:p>
                      <a:r>
                        <a:rPr sz="1125" b="1">
                          <a:solidFill>
                            <a:srgbClr val="FFFFFF"/>
                          </a:solidFill>
                          <a:latin typeface="Bitstream Charter"/>
                          <a:ea typeface="Bitstream Charter"/>
                          <a:cs typeface="Bitstream Charter"/>
                        </a:rPr>
                        <a:t>Technology</a:t>
                      </a:r>
                    </a:p>
                  </a:txBody>
                  <a:tcPr marL="91440" marR="91440" marT="45720" marB="45720">
                    <a:solidFill>
                      <a:srgbClr val="09233B"/>
                    </a:solidFill>
                  </a:tcPr>
                </a:tc>
                <a:tc>
                  <a:txBody>
                    <a:bodyPr/>
                    <a:lstStyle/>
                    <a:p>
                      <a:r>
                        <a:rPr sz="1125" b="1">
                          <a:solidFill>
                            <a:srgbClr val="FFFFFF"/>
                          </a:solidFill>
                          <a:latin typeface="Bitstream Charter"/>
                          <a:ea typeface="Bitstream Charter"/>
                          <a:cs typeface="Bitstream Charter"/>
                        </a:rPr>
                        <a:t>Factory analogy</a:t>
                      </a:r>
                    </a:p>
                  </a:txBody>
                  <a:tcPr marL="91440" marR="91440" marT="45720" marB="45720">
                    <a:solidFill>
                      <a:srgbClr val="09233B"/>
                    </a:solidFill>
                  </a:tcPr>
                </a:tc>
                <a:tc>
                  <a:txBody>
                    <a:bodyPr/>
                    <a:lstStyle/>
                    <a:p>
                      <a:r>
                        <a:rPr sz="1125" b="1">
                          <a:solidFill>
                            <a:srgbClr val="FFFFFF"/>
                          </a:solidFill>
                          <a:latin typeface="Bitstream Charter"/>
                          <a:ea typeface="Bitstream Charter"/>
                          <a:cs typeface="Bitstream Charter"/>
                        </a:rPr>
                        <a:t>Real responsibility</a:t>
                      </a:r>
                    </a:p>
                  </a:txBody>
                  <a:tcPr marL="91440" marR="91440" marT="45720" marB="45720">
                    <a:solidFill>
                      <a:srgbClr val="09233B"/>
                    </a:solidFill>
                  </a:tcPr>
                </a:tc>
              </a:tr>
              <a:tr h="579438">
                <a:tc>
                  <a:txBody>
                    <a:bodyPr/>
                    <a:lstStyle/>
                    <a:p>
                      <a:r>
                        <a:rPr sz="1050">
                          <a:solidFill>
                            <a:srgbClr val="17212B"/>
                          </a:solidFill>
                          <a:latin typeface="Bitstream Charter"/>
                          <a:ea typeface="Bitstream Charter"/>
                          <a:cs typeface="Bitstream Charter"/>
                        </a:rPr>
                        <a:t>ADLS Gen2</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Warehouse</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Stores files and table data</a:t>
                      </a:r>
                    </a:p>
                  </a:txBody>
                  <a:tcPr marL="91440" marR="91440" marT="45720" marB="45720">
                    <a:solidFill>
                      <a:srgbClr val="FFFFFF"/>
                    </a:solidFill>
                  </a:tcPr>
                </a:tc>
              </a:tr>
              <a:tr h="579438">
                <a:tc>
                  <a:txBody>
                    <a:bodyPr/>
                    <a:lstStyle/>
                    <a:p>
                      <a:r>
                        <a:rPr sz="1050">
                          <a:solidFill>
                            <a:srgbClr val="17212B"/>
                          </a:solidFill>
                          <a:latin typeface="Bitstream Charter"/>
                          <a:ea typeface="Bitstream Charter"/>
                          <a:cs typeface="Bitstream Charter"/>
                        </a:rPr>
                        <a:t>Databricks workspace</a:t>
                      </a:r>
                    </a:p>
                  </a:txBody>
                  <a:tcPr marL="91440" marR="91440" marT="45720" marB="45720">
                    <a:solidFill>
                      <a:srgbClr val="F5F8FA"/>
                    </a:solidFill>
                  </a:tcPr>
                </a:tc>
                <a:tc>
                  <a:txBody>
                    <a:bodyPr/>
                    <a:lstStyle/>
                    <a:p>
                      <a:r>
                        <a:rPr sz="1050">
                          <a:solidFill>
                            <a:srgbClr val="17212B"/>
                          </a:solidFill>
                          <a:latin typeface="Bitstream Charter"/>
                          <a:ea typeface="Bitstream Charter"/>
                          <a:cs typeface="Bitstream Charter"/>
                        </a:rPr>
                        <a:t>Factory campus</a:t>
                      </a:r>
                    </a:p>
                  </a:txBody>
                  <a:tcPr marL="91440" marR="91440" marT="45720" marB="45720">
                    <a:solidFill>
                      <a:srgbClr val="F5F8FA"/>
                    </a:solidFill>
                  </a:tcPr>
                </a:tc>
                <a:tc>
                  <a:txBody>
                    <a:bodyPr/>
                    <a:lstStyle/>
                    <a:p>
                      <a:r>
                        <a:rPr sz="1050">
                          <a:solidFill>
                            <a:srgbClr val="17212B"/>
                          </a:solidFill>
                          <a:latin typeface="Bitstream Charter"/>
                          <a:ea typeface="Bitstream Charter"/>
                          <a:cs typeface="Bitstream Charter"/>
                        </a:rPr>
                        <a:t>Organizes work and collaboration</a:t>
                      </a:r>
                    </a:p>
                  </a:txBody>
                  <a:tcPr marL="91440" marR="91440" marT="45720" marB="45720">
                    <a:solidFill>
                      <a:srgbClr val="F5F8FA"/>
                    </a:solidFill>
                  </a:tcPr>
                </a:tc>
              </a:tr>
              <a:tr h="579438">
                <a:tc>
                  <a:txBody>
                    <a:bodyPr/>
                    <a:lstStyle/>
                    <a:p>
                      <a:r>
                        <a:rPr sz="1050">
                          <a:solidFill>
                            <a:srgbClr val="17212B"/>
                          </a:solidFill>
                          <a:latin typeface="Bitstream Charter"/>
                          <a:ea typeface="Bitstream Charter"/>
                          <a:cs typeface="Bitstream Charter"/>
                        </a:rPr>
                        <a:t>Apache Spark</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Workers and machinery</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Processes data in parallel</a:t>
                      </a:r>
                    </a:p>
                  </a:txBody>
                  <a:tcPr marL="91440" marR="91440" marT="45720" marB="45720">
                    <a:solidFill>
                      <a:srgbClr val="FFFFFF"/>
                    </a:solidFill>
                  </a:tcPr>
                </a:tc>
              </a:tr>
              <a:tr h="579438">
                <a:tc>
                  <a:txBody>
                    <a:bodyPr/>
                    <a:lstStyle/>
                    <a:p>
                      <a:r>
                        <a:rPr sz="1050">
                          <a:solidFill>
                            <a:srgbClr val="17212B"/>
                          </a:solidFill>
                          <a:latin typeface="Bitstream Charter"/>
                          <a:ea typeface="Bitstream Charter"/>
                          <a:cs typeface="Bitstream Charter"/>
                        </a:rPr>
                        <a:t>Delta Lake</a:t>
                      </a:r>
                    </a:p>
                  </a:txBody>
                  <a:tcPr marL="91440" marR="91440" marT="45720" marB="45720">
                    <a:solidFill>
                      <a:srgbClr val="F5F8FA"/>
                    </a:solidFill>
                  </a:tcPr>
                </a:tc>
                <a:tc>
                  <a:txBody>
                    <a:bodyPr/>
                    <a:lstStyle/>
                    <a:p>
                      <a:r>
                        <a:rPr sz="1050">
                          <a:solidFill>
                            <a:srgbClr val="17212B"/>
                          </a:solidFill>
                          <a:latin typeface="Bitstream Charter"/>
                          <a:ea typeface="Bitstream Charter"/>
                          <a:cs typeface="Bitstream Charter"/>
                        </a:rPr>
                        <a:t>Inventory ledger</a:t>
                      </a:r>
                    </a:p>
                  </a:txBody>
                  <a:tcPr marL="91440" marR="91440" marT="45720" marB="45720">
                    <a:solidFill>
                      <a:srgbClr val="F5F8FA"/>
                    </a:solidFill>
                  </a:tcPr>
                </a:tc>
                <a:tc>
                  <a:txBody>
                    <a:bodyPr/>
                    <a:lstStyle/>
                    <a:p>
                      <a:r>
                        <a:rPr sz="1050">
                          <a:solidFill>
                            <a:srgbClr val="17212B"/>
                          </a:solidFill>
                          <a:latin typeface="Bitstream Charter"/>
                          <a:ea typeface="Bitstream Charter"/>
                          <a:cs typeface="Bitstream Charter"/>
                        </a:rPr>
                        <a:t>Records reliable table changes</a:t>
                      </a:r>
                    </a:p>
                  </a:txBody>
                  <a:tcPr marL="91440" marR="91440" marT="45720" marB="45720">
                    <a:solidFill>
                      <a:srgbClr val="F5F8FA"/>
                    </a:solidFill>
                  </a:tcPr>
                </a:tc>
              </a:tr>
              <a:tr h="579438">
                <a:tc>
                  <a:txBody>
                    <a:bodyPr/>
                    <a:lstStyle/>
                    <a:p>
                      <a:r>
                        <a:rPr sz="1050">
                          <a:solidFill>
                            <a:srgbClr val="17212B"/>
                          </a:solidFill>
                          <a:latin typeface="Bitstream Charter"/>
                          <a:ea typeface="Bitstream Charter"/>
                          <a:cs typeface="Bitstream Charter"/>
                        </a:rPr>
                        <a:t>Unity Catalog</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Security gate and register</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Names assets and controls access</a:t>
                      </a:r>
                    </a:p>
                  </a:txBody>
                  <a:tcPr marL="91440" marR="91440" marT="45720" marB="4572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D0AF3415-3FA0-474A-825A-EF03DD25A157}"/>
              </a:ext>
            </a:extLst>
          </p:cNvPr>
          <p:cNvSpPr>
            <a:spLocks xmlns:a="http://schemas.openxmlformats.org/drawingml/2006/main" noGrp="1"/>
          </p:cNvSpPr>
          <p:nvPr/>
        </p:nvSpPr>
        <p:spPr>
          <a:xfrm xmlns:a="http://schemas.openxmlformats.org/drawingml/2006/main">
            <a:off x="1476375" y="5429250"/>
            <a:ext cx="9239250" cy="523875"/>
          </a:xfrm>
          <a:prstGeom xmlns:a="http://schemas.openxmlformats.org/drawingml/2006/main" prst="roundRect">
            <a:avLst>
              <a:gd name="adj" fmla="val 14545"/>
            </a:avLst>
          </a:prstGeom>
          <a:solidFill xmlns:a="http://schemas.openxmlformats.org/drawingml/2006/main">
            <a:srgbClr val="EAF4FB"/>
          </a:solidFill>
          <a:ln xmlns:a="http://schemas.openxmlformats.org/drawingml/2006/main" w="9525">
            <a:solidFill>
              <a:srgbClr val="D5DEE6"/>
            </a:solidFill>
          </a:ln>
        </p:spPr>
      </p:sp>
      <p:sp>
        <p:nvSpPr>
          <p:cNvPr id="9" name="">
            <a:extLst xmlns:a="http://schemas.openxmlformats.org/drawingml/2006/main">
              <a:ext uri="{FF2B5EF4-FFF2-40B4-BE49-F238E27FC236}">
                <a16:creationId xmlns:a16="http://schemas.microsoft.com/office/drawing/2014/main" id="{0C94322C-0FCB-474F-A541-EDF6AE36D56E}"/>
              </a:ext>
            </a:extLst>
          </p:cNvPr>
          <p:cNvSpPr>
            <a:spLocks xmlns:a="http://schemas.openxmlformats.org/drawingml/2006/main" noGrp="1"/>
          </p:cNvSpPr>
          <p:nvPr/>
        </p:nvSpPr>
        <p:spPr>
          <a:xfrm xmlns:a="http://schemas.openxmlformats.org/drawingml/2006/main">
            <a:off x="1666875" y="5505450"/>
            <a:ext cx="885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09233B"/>
                </a:solidFill>
                <a:latin typeface="Bitstream Charter"/>
                <a:ea typeface="Bitstream Charter"/>
                <a:cs typeface="Bitstream Charter"/>
              </a:defRPr>
            </a:pPr>
            <a:r>
              <a:rPr sz="1350" b="1">
                <a:solidFill>
                  <a:srgbClr val="09233B"/>
                </a:solidFill>
                <a:latin typeface="Bitstream Charter"/>
                <a:ea typeface="Bitstream Charter"/>
                <a:cs typeface="Bitstream Charter"/>
              </a:rPr>
              <a:t>ADLS stores; Spark processes; Delta records; Unity Catalog governs.</a:t>
            </a:r>
          </a:p>
        </p:txBody>
      </p:sp>
    </p:spTree>
    <p:extLst>
      <p:ext uri="{BB962C8B-B14F-4D97-AF65-F5344CB8AC3E}">
        <p14:creationId xmlns:p14="http://schemas.microsoft.com/office/powerpoint/2010/main" val="19885795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2FED5D2-E4D6-4AD0-94E0-A7498989A13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AF95AC5-06C9-4BCE-A72E-46C0DD7CDE6F}"/>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Where the data lives</a:t>
            </a:r>
          </a:p>
        </p:txBody>
      </p:sp>
      <p:sp>
        <p:nvSpPr>
          <p:cNvPr id="3" name="">
            <a:extLst xmlns:a="http://schemas.openxmlformats.org/drawingml/2006/main">
              <a:ext uri="{FF2B5EF4-FFF2-40B4-BE49-F238E27FC236}">
                <a16:creationId xmlns:a16="http://schemas.microsoft.com/office/drawing/2014/main" id="{E59C10B1-B69C-4082-80A8-F76E00EC80C1}"/>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Separate storage from the workspace</a:t>
            </a:r>
          </a:p>
        </p:txBody>
      </p:sp>
      <p:sp>
        <p:nvSpPr>
          <p:cNvPr id="4" name="">
            <a:extLst xmlns:a="http://schemas.openxmlformats.org/drawingml/2006/main">
              <a:ext uri="{FF2B5EF4-FFF2-40B4-BE49-F238E27FC236}">
                <a16:creationId xmlns:a16="http://schemas.microsoft.com/office/drawing/2014/main" id="{5DCE495D-2B76-4482-A5BE-CEF07D221F87}"/>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736D5A6-21A2-4F33-B0B0-66E93CF3BEC1}"/>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D0DEAD7D-3B58-44A2-A6F5-11A4B184CF6F}"/>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12</a:t>
            </a:r>
          </a:p>
        </p:txBody>
      </p:sp>
      <p:sp>
        <p:nvSpPr>
          <p:cNvPr id="7" name="">
            <a:extLst xmlns:a="http://schemas.openxmlformats.org/drawingml/2006/main">
              <a:ext uri="{FF2B5EF4-FFF2-40B4-BE49-F238E27FC236}">
                <a16:creationId xmlns:a16="http://schemas.microsoft.com/office/drawing/2014/main" id="{F6D06095-362A-48B5-917C-ECDB9C83DC7A}"/>
              </a:ext>
            </a:extLst>
          </p:cNvPr>
          <p:cNvSpPr>
            <a:spLocks xmlns:a="http://schemas.openxmlformats.org/drawingml/2006/main" noGrp="1"/>
          </p:cNvSpPr>
          <p:nvPr/>
        </p:nvSpPr>
        <p:spPr>
          <a:xfrm xmlns:a="http://schemas.openxmlformats.org/drawingml/2006/main">
            <a:off x="704850" y="1581150"/>
            <a:ext cx="1428750" cy="304800"/>
          </a:xfrm>
          <a:prstGeom xmlns:a="http://schemas.openxmlformats.org/drawingml/2006/main" prst="roundRect">
            <a:avLst>
              <a:gd name="adj" fmla="val 25000"/>
            </a:avLst>
          </a:prstGeom>
          <a:solidFill xmlns:a="http://schemas.openxmlformats.org/drawingml/2006/main">
            <a:srgbClr val="2E74B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FFA8196-6840-407F-8AA2-EB044E8B3E26}"/>
              </a:ext>
            </a:extLst>
          </p:cNvPr>
          <p:cNvSpPr>
            <a:spLocks xmlns:a="http://schemas.openxmlformats.org/drawingml/2006/main" noGrp="1"/>
          </p:cNvSpPr>
          <p:nvPr/>
        </p:nvSpPr>
        <p:spPr>
          <a:xfrm xmlns:a="http://schemas.openxmlformats.org/drawingml/2006/main">
            <a:off x="781050" y="1600200"/>
            <a:ext cx="1276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SIMPLE IDEA</a:t>
            </a:r>
          </a:p>
        </p:txBody>
      </p:sp>
      <p:sp>
        <p:nvSpPr>
          <p:cNvPr id="9" name="">
            <a:extLst xmlns:a="http://schemas.openxmlformats.org/drawingml/2006/main">
              <a:ext uri="{FF2B5EF4-FFF2-40B4-BE49-F238E27FC236}">
                <a16:creationId xmlns:a16="http://schemas.microsoft.com/office/drawing/2014/main" id="{05CDC709-50A7-4F05-B680-AF9D965634B8}"/>
              </a:ext>
            </a:extLst>
          </p:cNvPr>
          <p:cNvSpPr>
            <a:spLocks xmlns:a="http://schemas.openxmlformats.org/drawingml/2006/main" noGrp="1"/>
          </p:cNvSpPr>
          <p:nvPr/>
        </p:nvSpPr>
        <p:spPr>
          <a:xfrm xmlns:a="http://schemas.openxmlformats.org/drawingml/2006/main">
            <a:off x="704850" y="1952625"/>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09233B"/>
                </a:solidFill>
                <a:latin typeface="Bitstream Charter"/>
                <a:ea typeface="Bitstream Charter"/>
                <a:cs typeface="Bitstream Charter"/>
              </a:defRPr>
            </a:pPr>
            <a:r>
              <a:rPr sz="2175" b="1">
                <a:solidFill>
                  <a:srgbClr val="09233B"/>
                </a:solidFill>
                <a:latin typeface="Bitstream Charter"/>
                <a:ea typeface="Bitstream Charter"/>
                <a:cs typeface="Bitstream Charter"/>
              </a:rPr>
              <a:t>Business data normally lives in cloud storage such as Azure Data Lake Storage.</a:t>
            </a:r>
          </a:p>
        </p:txBody>
      </p:sp>
      <p:sp>
        <p:nvSpPr>
          <p:cNvPr id="10" name="">
            <a:extLst xmlns:a="http://schemas.openxmlformats.org/drawingml/2006/main">
              <a:ext uri="{FF2B5EF4-FFF2-40B4-BE49-F238E27FC236}">
                <a16:creationId xmlns:a16="http://schemas.microsoft.com/office/drawing/2014/main" id="{AF7FC4E1-8FEE-4F5F-9A5C-ACE9F0B2FA6A}"/>
              </a:ext>
            </a:extLst>
          </p:cNvPr>
          <p:cNvSpPr>
            <a:spLocks xmlns:a="http://schemas.openxmlformats.org/drawingml/2006/main" noGrp="1"/>
          </p:cNvSpPr>
          <p:nvPr/>
        </p:nvSpPr>
        <p:spPr>
          <a:xfrm xmlns:a="http://schemas.openxmlformats.org/drawingml/2006/main">
            <a:off x="800100" y="3267075"/>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35D4AE6-9BAD-4C46-AEDE-EF33EBCC4C22}"/>
              </a:ext>
            </a:extLst>
          </p:cNvPr>
          <p:cNvSpPr>
            <a:spLocks xmlns:a="http://schemas.openxmlformats.org/drawingml/2006/main" noGrp="1"/>
          </p:cNvSpPr>
          <p:nvPr/>
        </p:nvSpPr>
        <p:spPr>
          <a:xfrm xmlns:a="http://schemas.openxmlformats.org/drawingml/2006/main">
            <a:off x="1095375" y="31908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Databricks reads and writes storage.</a:t>
            </a:r>
          </a:p>
        </p:txBody>
      </p:sp>
      <p:sp>
        <p:nvSpPr>
          <p:cNvPr id="12" name="">
            <a:extLst xmlns:a="http://schemas.openxmlformats.org/drawingml/2006/main">
              <a:ext uri="{FF2B5EF4-FFF2-40B4-BE49-F238E27FC236}">
                <a16:creationId xmlns:a16="http://schemas.microsoft.com/office/drawing/2014/main" id="{91BC18B3-BF6A-4799-997B-0D2D6CB37CB6}"/>
              </a:ext>
            </a:extLst>
          </p:cNvPr>
          <p:cNvSpPr>
            <a:spLocks xmlns:a="http://schemas.openxmlformats.org/drawingml/2006/main" noGrp="1"/>
          </p:cNvSpPr>
          <p:nvPr/>
        </p:nvSpPr>
        <p:spPr>
          <a:xfrm xmlns:a="http://schemas.openxmlformats.org/drawingml/2006/main">
            <a:off x="800100" y="3848100"/>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A6F878A-E7BC-4740-AE8F-D972EF989BD6}"/>
              </a:ext>
            </a:extLst>
          </p:cNvPr>
          <p:cNvSpPr>
            <a:spLocks xmlns:a="http://schemas.openxmlformats.org/drawingml/2006/main" noGrp="1"/>
          </p:cNvSpPr>
          <p:nvPr/>
        </p:nvSpPr>
        <p:spPr>
          <a:xfrm xmlns:a="http://schemas.openxmlformats.org/drawingml/2006/main">
            <a:off x="1095375" y="37719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A Delta table uses Parquet data files.</a:t>
            </a:r>
          </a:p>
        </p:txBody>
      </p:sp>
      <p:sp>
        <p:nvSpPr>
          <p:cNvPr id="14" name="">
            <a:extLst xmlns:a="http://schemas.openxmlformats.org/drawingml/2006/main">
              <a:ext uri="{FF2B5EF4-FFF2-40B4-BE49-F238E27FC236}">
                <a16:creationId xmlns:a16="http://schemas.microsoft.com/office/drawing/2014/main" id="{69FB5466-5CE3-4028-853F-7948341EBA9B}"/>
              </a:ext>
            </a:extLst>
          </p:cNvPr>
          <p:cNvSpPr>
            <a:spLocks xmlns:a="http://schemas.openxmlformats.org/drawingml/2006/main" noGrp="1"/>
          </p:cNvSpPr>
          <p:nvPr/>
        </p:nvSpPr>
        <p:spPr>
          <a:xfrm xmlns:a="http://schemas.openxmlformats.org/drawingml/2006/main">
            <a:off x="800100" y="4429125"/>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CD7FE84-A2DC-40FF-8A98-507455F86C50}"/>
              </a:ext>
            </a:extLst>
          </p:cNvPr>
          <p:cNvSpPr>
            <a:spLocks xmlns:a="http://schemas.openxmlformats.org/drawingml/2006/main" noGrp="1"/>
          </p:cNvSpPr>
          <p:nvPr/>
        </p:nvSpPr>
        <p:spPr>
          <a:xfrm xmlns:a="http://schemas.openxmlformats.org/drawingml/2006/main">
            <a:off x="1095375" y="43529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The Delta transaction log records committed changes.</a:t>
            </a:r>
          </a:p>
        </p:txBody>
      </p:sp>
      <p:sp>
        <p:nvSpPr>
          <p:cNvPr id="16" name="">
            <a:extLst xmlns:a="http://schemas.openxmlformats.org/drawingml/2006/main">
              <a:ext uri="{FF2B5EF4-FFF2-40B4-BE49-F238E27FC236}">
                <a16:creationId xmlns:a16="http://schemas.microsoft.com/office/drawing/2014/main" id="{13BE4CCB-8F1C-4894-9736-708F36B03F3A}"/>
              </a:ext>
            </a:extLst>
          </p:cNvPr>
          <p:cNvSpPr>
            <a:spLocks xmlns:a="http://schemas.openxmlformats.org/drawingml/2006/main" noGrp="1"/>
          </p:cNvSpPr>
          <p:nvPr/>
        </p:nvSpPr>
        <p:spPr>
          <a:xfrm xmlns:a="http://schemas.openxmlformats.org/drawingml/2006/main">
            <a:off x="800100" y="5010150"/>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7AAC989-B6E8-4F5F-BA06-1F9ECEC14F3E}"/>
              </a:ext>
            </a:extLst>
          </p:cNvPr>
          <p:cNvSpPr>
            <a:spLocks xmlns:a="http://schemas.openxmlformats.org/drawingml/2006/main" noGrp="1"/>
          </p:cNvSpPr>
          <p:nvPr/>
        </p:nvSpPr>
        <p:spPr>
          <a:xfrm xmlns:a="http://schemas.openxmlformats.org/drawingml/2006/main">
            <a:off x="1095375" y="49339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The workspace stores notebooks and platform metadata.</a:t>
            </a:r>
          </a:p>
        </p:txBody>
      </p:sp>
      <p:sp>
        <p:nvSpPr>
          <p:cNvPr id="18" name="">
            <a:extLst xmlns:a="http://schemas.openxmlformats.org/drawingml/2006/main">
              <a:ext uri="{FF2B5EF4-FFF2-40B4-BE49-F238E27FC236}">
                <a16:creationId xmlns:a16="http://schemas.microsoft.com/office/drawing/2014/main" id="{0546E9FE-1CE3-4F31-A592-3DBB79506184}"/>
              </a:ext>
            </a:extLst>
          </p:cNvPr>
          <p:cNvSpPr>
            <a:spLocks xmlns:a="http://schemas.openxmlformats.org/drawingml/2006/main" noGrp="1"/>
          </p:cNvSpPr>
          <p:nvPr/>
        </p:nvSpPr>
        <p:spPr>
          <a:xfrm xmlns:a="http://schemas.openxmlformats.org/drawingml/2006/main">
            <a:off x="7667625" y="1714500"/>
            <a:ext cx="3714750" cy="3238500"/>
          </a:xfrm>
          <a:prstGeom xmlns:a="http://schemas.openxmlformats.org/drawingml/2006/main" prst="roundRect">
            <a:avLst>
              <a:gd name="adj" fmla="val 2353"/>
            </a:avLst>
          </a:prstGeom>
          <a:solidFill xmlns:a="http://schemas.openxmlformats.org/drawingml/2006/main">
            <a:srgbClr val="F5F8FA"/>
          </a:solidFill>
          <a:ln xmlns:a="http://schemas.openxmlformats.org/drawingml/2006/main" w="9525">
            <a:solidFill>
              <a:srgbClr val="D5DEE6"/>
            </a:solidFill>
          </a:ln>
        </p:spPr>
      </p:sp>
      <p:sp>
        <p:nvSpPr>
          <p:cNvPr id="19" name="">
            <a:extLst xmlns:a="http://schemas.openxmlformats.org/drawingml/2006/main">
              <a:ext uri="{FF2B5EF4-FFF2-40B4-BE49-F238E27FC236}">
                <a16:creationId xmlns:a16="http://schemas.microsoft.com/office/drawing/2014/main" id="{26A1B008-BD31-4572-A198-61CE380C7B0D}"/>
              </a:ext>
            </a:extLst>
          </p:cNvPr>
          <p:cNvSpPr>
            <a:spLocks xmlns:a="http://schemas.openxmlformats.org/drawingml/2006/main" noGrp="1"/>
          </p:cNvSpPr>
          <p:nvPr/>
        </p:nvSpPr>
        <p:spPr>
          <a:xfrm xmlns:a="http://schemas.openxmlformats.org/drawingml/2006/main">
            <a:off x="7667625" y="1714500"/>
            <a:ext cx="85725" cy="3238500"/>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2B6AA37-B0F4-4B3C-98A8-C37642694257}"/>
              </a:ext>
            </a:extLst>
          </p:cNvPr>
          <p:cNvSpPr>
            <a:spLocks xmlns:a="http://schemas.openxmlformats.org/drawingml/2006/main" noGrp="1"/>
          </p:cNvSpPr>
          <p:nvPr/>
        </p:nvSpPr>
        <p:spPr>
          <a:xfrm xmlns:a="http://schemas.openxmlformats.org/drawingml/2006/main">
            <a:off x="7905750" y="1847850"/>
            <a:ext cx="328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Example</a:t>
            </a:r>
          </a:p>
        </p:txBody>
      </p:sp>
      <p:sp>
        <p:nvSpPr>
          <p:cNvPr id="21" name="">
            <a:extLst xmlns:a="http://schemas.openxmlformats.org/drawingml/2006/main">
              <a:ext uri="{FF2B5EF4-FFF2-40B4-BE49-F238E27FC236}">
                <a16:creationId xmlns:a16="http://schemas.microsoft.com/office/drawing/2014/main" id="{8CD5D605-3293-4F85-923A-93FACE6D9FA4}"/>
              </a:ext>
            </a:extLst>
          </p:cNvPr>
          <p:cNvSpPr>
            <a:spLocks xmlns:a="http://schemas.openxmlformats.org/drawingml/2006/main" noGrp="1"/>
          </p:cNvSpPr>
          <p:nvPr/>
        </p:nvSpPr>
        <p:spPr>
          <a:xfrm xmlns:a="http://schemas.openxmlformats.org/drawingml/2006/main">
            <a:off x="7905750" y="2219325"/>
            <a:ext cx="3286125" cy="2609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The workspace is not one giant folder containing every business record.</a:t>
            </a:r>
          </a:p>
        </p:txBody>
      </p:sp>
      <p:sp>
        <p:nvSpPr>
          <p:cNvPr id="22" name="">
            <a:extLst xmlns:a="http://schemas.openxmlformats.org/drawingml/2006/main">
              <a:ext uri="{FF2B5EF4-FFF2-40B4-BE49-F238E27FC236}">
                <a16:creationId xmlns:a16="http://schemas.microsoft.com/office/drawing/2014/main" id="{C54373FC-A876-418C-92C5-7CC18A4CF2B1}"/>
              </a:ext>
            </a:extLst>
          </p:cNvPr>
          <p:cNvSpPr>
            <a:spLocks xmlns:a="http://schemas.openxmlformats.org/drawingml/2006/main" noGrp="1"/>
          </p:cNvSpPr>
          <p:nvPr/>
        </p:nvSpPr>
        <p:spPr>
          <a:xfrm xmlns:a="http://schemas.openxmlformats.org/drawingml/2006/main">
            <a:off x="7810500" y="5238750"/>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5D6A76"/>
                </a:solidFill>
                <a:latin typeface="Bitstream Charter"/>
                <a:ea typeface="Bitstream Charter"/>
                <a:cs typeface="Bitstream Charter"/>
              </a:defRPr>
            </a:pPr>
            <a:r>
              <a:rPr sz="1200" b="1">
                <a:solidFill>
                  <a:srgbClr val="5D6A76"/>
                </a:solidFill>
                <a:latin typeface="Bitstream Charter"/>
                <a:ea typeface="Bitstream Charter"/>
                <a:cs typeface="Bitstream Charter"/>
              </a:rPr>
              <a:t>Ask learners to explain this in their own words.</a:t>
            </a:r>
          </a:p>
        </p:txBody>
      </p:sp>
    </p:spTree>
    <p:extLst>
      <p:ext uri="{BB962C8B-B14F-4D97-AF65-F5344CB8AC3E}">
        <p14:creationId xmlns:p14="http://schemas.microsoft.com/office/powerpoint/2010/main" val="174722158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3196B03-57E3-41CF-AF26-5E08642AE23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A2C4CA7-0E60-417C-BE9B-6C1BB29D1A98}"/>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Data lake and data warehouse</a:t>
            </a:r>
          </a:p>
        </p:txBody>
      </p:sp>
      <p:sp>
        <p:nvSpPr>
          <p:cNvPr id="3" name="">
            <a:extLst xmlns:a="http://schemas.openxmlformats.org/drawingml/2006/main">
              <a:ext uri="{FF2B5EF4-FFF2-40B4-BE49-F238E27FC236}">
                <a16:creationId xmlns:a16="http://schemas.microsoft.com/office/drawing/2014/main" id="{48A02C4F-B66D-4762-8F49-B02695FDB67D}"/>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The lakehouse idea</a:t>
            </a:r>
          </a:p>
        </p:txBody>
      </p:sp>
      <p:sp>
        <p:nvSpPr>
          <p:cNvPr id="4" name="">
            <a:extLst xmlns:a="http://schemas.openxmlformats.org/drawingml/2006/main">
              <a:ext uri="{FF2B5EF4-FFF2-40B4-BE49-F238E27FC236}">
                <a16:creationId xmlns:a16="http://schemas.microsoft.com/office/drawing/2014/main" id="{A0306913-B17B-468C-BF36-BF478780BFC7}"/>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E9FF2AC-4C6D-4394-9FD9-2F6DA166C462}"/>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1778F5F9-EBE9-4AA6-B323-EFDD14A30A3C}"/>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13</a:t>
            </a:r>
          </a:p>
        </p:txBody>
      </p:sp>
      <p:sp>
        <p:nvSpPr>
          <p:cNvPr id="7" name="">
            <a:extLst xmlns:a="http://schemas.openxmlformats.org/drawingml/2006/main">
              <a:ext uri="{FF2B5EF4-FFF2-40B4-BE49-F238E27FC236}">
                <a16:creationId xmlns:a16="http://schemas.microsoft.com/office/drawing/2014/main" id="{4560C7CA-D0A1-4A94-8398-20DE5F68E2B3}"/>
              </a:ext>
            </a:extLst>
          </p:cNvPr>
          <p:cNvSpPr>
            <a:spLocks xmlns:a="http://schemas.openxmlformats.org/drawingml/2006/main" noGrp="1"/>
          </p:cNvSpPr>
          <p:nvPr/>
        </p:nvSpPr>
        <p:spPr>
          <a:xfrm xmlns:a="http://schemas.openxmlformats.org/drawingml/2006/main">
            <a:off x="666750" y="1666875"/>
            <a:ext cx="5095875" cy="3143250"/>
          </a:xfrm>
          <a:prstGeom xmlns:a="http://schemas.openxmlformats.org/drawingml/2006/main" prst="roundRect">
            <a:avLst>
              <a:gd name="adj" fmla="val 2424"/>
            </a:avLst>
          </a:prstGeom>
          <a:solidFill xmlns:a="http://schemas.openxmlformats.org/drawingml/2006/main">
            <a:srgbClr val="EAF4FB"/>
          </a:solidFill>
          <a:ln xmlns:a="http://schemas.openxmlformats.org/drawingml/2006/main" w="9525">
            <a:solidFill>
              <a:srgbClr val="D5DEE6"/>
            </a:solidFill>
          </a:ln>
        </p:spPr>
      </p:sp>
      <p:sp>
        <p:nvSpPr>
          <p:cNvPr id="8" name="">
            <a:extLst xmlns:a="http://schemas.openxmlformats.org/drawingml/2006/main">
              <a:ext uri="{FF2B5EF4-FFF2-40B4-BE49-F238E27FC236}">
                <a16:creationId xmlns:a16="http://schemas.microsoft.com/office/drawing/2014/main" id="{51BA06BD-A006-4F4F-89EE-AFD4F1ADE78E}"/>
              </a:ext>
            </a:extLst>
          </p:cNvPr>
          <p:cNvSpPr>
            <a:spLocks xmlns:a="http://schemas.openxmlformats.org/drawingml/2006/main" noGrp="1"/>
          </p:cNvSpPr>
          <p:nvPr/>
        </p:nvSpPr>
        <p:spPr>
          <a:xfrm xmlns:a="http://schemas.openxmlformats.org/drawingml/2006/main">
            <a:off x="6429375" y="1666875"/>
            <a:ext cx="5095875" cy="3143250"/>
          </a:xfrm>
          <a:prstGeom xmlns:a="http://schemas.openxmlformats.org/drawingml/2006/main" prst="roundRect">
            <a:avLst>
              <a:gd name="adj" fmla="val 2424"/>
            </a:avLst>
          </a:prstGeom>
          <a:solidFill xmlns:a="http://schemas.openxmlformats.org/drawingml/2006/main">
            <a:srgbClr val="ECF7F1"/>
          </a:solidFill>
          <a:ln xmlns:a="http://schemas.openxmlformats.org/drawingml/2006/main" w="9525">
            <a:solidFill>
              <a:srgbClr val="D5DEE6"/>
            </a:solidFill>
          </a:ln>
        </p:spPr>
      </p:sp>
      <p:sp>
        <p:nvSpPr>
          <p:cNvPr id="9" name="">
            <a:extLst xmlns:a="http://schemas.openxmlformats.org/drawingml/2006/main">
              <a:ext uri="{FF2B5EF4-FFF2-40B4-BE49-F238E27FC236}">
                <a16:creationId xmlns:a16="http://schemas.microsoft.com/office/drawing/2014/main" id="{52A7FE5C-F6D6-4B44-B1DB-1ACA75868ED1}"/>
              </a:ext>
            </a:extLst>
          </p:cNvPr>
          <p:cNvSpPr>
            <a:spLocks xmlns:a="http://schemas.openxmlformats.org/drawingml/2006/main" noGrp="1"/>
          </p:cNvSpPr>
          <p:nvPr/>
        </p:nvSpPr>
        <p:spPr>
          <a:xfrm xmlns:a="http://schemas.openxmlformats.org/drawingml/2006/main">
            <a:off x="952500" y="1857375"/>
            <a:ext cx="4524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1">
                <a:solidFill>
                  <a:srgbClr val="09233B"/>
                </a:solidFill>
                <a:latin typeface="Bitstream Charter"/>
                <a:ea typeface="Bitstream Charter"/>
                <a:cs typeface="Bitstream Charter"/>
              </a:defRPr>
            </a:pPr>
            <a:r>
              <a:rPr sz="1950" b="1">
                <a:solidFill>
                  <a:srgbClr val="09233B"/>
                </a:solidFill>
                <a:latin typeface="Bitstream Charter"/>
                <a:ea typeface="Bitstream Charter"/>
                <a:cs typeface="Bitstream Charter"/>
              </a:rPr>
              <a:t>Data lake</a:t>
            </a:r>
          </a:p>
        </p:txBody>
      </p:sp>
      <p:sp>
        <p:nvSpPr>
          <p:cNvPr id="10" name="">
            <a:extLst xmlns:a="http://schemas.openxmlformats.org/drawingml/2006/main">
              <a:ext uri="{FF2B5EF4-FFF2-40B4-BE49-F238E27FC236}">
                <a16:creationId xmlns:a16="http://schemas.microsoft.com/office/drawing/2014/main" id="{7FE49845-9C2E-4A3C-AC7B-8A7B525E92E0}"/>
              </a:ext>
            </a:extLst>
          </p:cNvPr>
          <p:cNvSpPr>
            <a:spLocks xmlns:a="http://schemas.openxmlformats.org/drawingml/2006/main" noGrp="1"/>
          </p:cNvSpPr>
          <p:nvPr/>
        </p:nvSpPr>
        <p:spPr>
          <a:xfrm xmlns:a="http://schemas.openxmlformats.org/drawingml/2006/main">
            <a:off x="952500" y="2428875"/>
            <a:ext cx="45243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7212B"/>
                </a:solidFill>
                <a:latin typeface="Bitstream Charter"/>
                <a:ea typeface="Bitstream Charter"/>
                <a:cs typeface="Bitstream Charter"/>
              </a:defRPr>
            </a:pPr>
            <a:r>
              <a:rPr sz="1425" b="0">
                <a:solidFill>
                  <a:srgbClr val="17212B"/>
                </a:solidFill>
                <a:latin typeface="Bitstream Charter"/>
                <a:ea typeface="Bitstream Charter"/>
                <a:cs typeface="Bitstream Charter"/>
              </a:rPr>
              <a:t>Open formats</a:t>
            </a:r>
          </a:p>
          <a:p xmlns:a="http://schemas.openxmlformats.org/drawingml/2006/main">
            <a:pPr algn="l">
              <a:defRPr sz="1425" b="0">
                <a:solidFill>
                  <a:srgbClr val="17212B"/>
                </a:solidFill>
                <a:latin typeface="Bitstream Charter"/>
                <a:ea typeface="Bitstream Charter"/>
                <a:cs typeface="Bitstream Charter"/>
              </a:defRPr>
            </a:pPr>
            <a:r>
              <a:rPr sz="1425" b="0">
                <a:solidFill>
                  <a:srgbClr val="17212B"/>
                </a:solidFill>
                <a:latin typeface="Bitstream Charter"/>
                <a:ea typeface="Bitstream Charter"/>
                <a:cs typeface="Bitstream Charter"/>
              </a:rPr>
              <a:t>Economical object storage</a:t>
            </a:r>
          </a:p>
          <a:p xmlns:a="http://schemas.openxmlformats.org/drawingml/2006/main">
            <a:pPr algn="l">
              <a:defRPr sz="1425" b="0">
                <a:solidFill>
                  <a:srgbClr val="17212B"/>
                </a:solidFill>
                <a:latin typeface="Bitstream Charter"/>
                <a:ea typeface="Bitstream Charter"/>
                <a:cs typeface="Bitstream Charter"/>
              </a:defRPr>
            </a:pPr>
            <a:r>
              <a:rPr sz="1425" b="0">
                <a:solidFill>
                  <a:srgbClr val="17212B"/>
                </a:solidFill>
                <a:latin typeface="Bitstream Charter"/>
                <a:ea typeface="Bitstream Charter"/>
                <a:cs typeface="Bitstream Charter"/>
              </a:rPr>
              <a:t>Raw and refined data</a:t>
            </a:r>
          </a:p>
        </p:txBody>
      </p:sp>
      <p:sp>
        <p:nvSpPr>
          <p:cNvPr id="11" name="">
            <a:extLst xmlns:a="http://schemas.openxmlformats.org/drawingml/2006/main">
              <a:ext uri="{FF2B5EF4-FFF2-40B4-BE49-F238E27FC236}">
                <a16:creationId xmlns:a16="http://schemas.microsoft.com/office/drawing/2014/main" id="{F5D82BBC-605E-4B5B-A534-BD061CBEF09E}"/>
              </a:ext>
            </a:extLst>
          </p:cNvPr>
          <p:cNvSpPr>
            <a:spLocks xmlns:a="http://schemas.openxmlformats.org/drawingml/2006/main" noGrp="1"/>
          </p:cNvSpPr>
          <p:nvPr/>
        </p:nvSpPr>
        <p:spPr>
          <a:xfrm xmlns:a="http://schemas.openxmlformats.org/drawingml/2006/main">
            <a:off x="6715125" y="1857375"/>
            <a:ext cx="4524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1">
                <a:solidFill>
                  <a:srgbClr val="09233B"/>
                </a:solidFill>
                <a:latin typeface="Bitstream Charter"/>
                <a:ea typeface="Bitstream Charter"/>
                <a:cs typeface="Bitstream Charter"/>
              </a:defRPr>
            </a:pPr>
            <a:r>
              <a:rPr sz="1950" b="1">
                <a:solidFill>
                  <a:srgbClr val="09233B"/>
                </a:solidFill>
                <a:latin typeface="Bitstream Charter"/>
                <a:ea typeface="Bitstream Charter"/>
                <a:cs typeface="Bitstream Charter"/>
              </a:rPr>
              <a:t>Data warehouse</a:t>
            </a:r>
          </a:p>
        </p:txBody>
      </p:sp>
      <p:sp>
        <p:nvSpPr>
          <p:cNvPr id="12" name="">
            <a:extLst xmlns:a="http://schemas.openxmlformats.org/drawingml/2006/main">
              <a:ext uri="{FF2B5EF4-FFF2-40B4-BE49-F238E27FC236}">
                <a16:creationId xmlns:a16="http://schemas.microsoft.com/office/drawing/2014/main" id="{B05EA387-870E-4A01-A9CB-B7CA4B5E5E06}"/>
              </a:ext>
            </a:extLst>
          </p:cNvPr>
          <p:cNvSpPr>
            <a:spLocks xmlns:a="http://schemas.openxmlformats.org/drawingml/2006/main" noGrp="1"/>
          </p:cNvSpPr>
          <p:nvPr/>
        </p:nvSpPr>
        <p:spPr>
          <a:xfrm xmlns:a="http://schemas.openxmlformats.org/drawingml/2006/main">
            <a:off x="6715125" y="2428875"/>
            <a:ext cx="45243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7212B"/>
                </a:solidFill>
                <a:latin typeface="Bitstream Charter"/>
                <a:ea typeface="Bitstream Charter"/>
                <a:cs typeface="Bitstream Charter"/>
              </a:defRPr>
            </a:pPr>
            <a:r>
              <a:rPr sz="1425" b="0">
                <a:solidFill>
                  <a:srgbClr val="17212B"/>
                </a:solidFill>
                <a:latin typeface="Bitstream Charter"/>
                <a:ea typeface="Bitstream Charter"/>
                <a:cs typeface="Bitstream Charter"/>
              </a:rPr>
              <a:t>Managed tables</a:t>
            </a:r>
          </a:p>
          <a:p xmlns:a="http://schemas.openxmlformats.org/drawingml/2006/main">
            <a:pPr algn="l">
              <a:defRPr sz="1425" b="0">
                <a:solidFill>
                  <a:srgbClr val="17212B"/>
                </a:solidFill>
                <a:latin typeface="Bitstream Charter"/>
                <a:ea typeface="Bitstream Charter"/>
                <a:cs typeface="Bitstream Charter"/>
              </a:defRPr>
            </a:pPr>
            <a:r>
              <a:rPr sz="1425" b="0">
                <a:solidFill>
                  <a:srgbClr val="17212B"/>
                </a:solidFill>
                <a:latin typeface="Bitstream Charter"/>
                <a:ea typeface="Bitstream Charter"/>
                <a:cs typeface="Bitstream Charter"/>
              </a:rPr>
              <a:t>Reliable SQL behavior</a:t>
            </a:r>
          </a:p>
          <a:p xmlns:a="http://schemas.openxmlformats.org/drawingml/2006/main">
            <a:pPr algn="l">
              <a:defRPr sz="1425" b="0">
                <a:solidFill>
                  <a:srgbClr val="17212B"/>
                </a:solidFill>
                <a:latin typeface="Bitstream Charter"/>
                <a:ea typeface="Bitstream Charter"/>
                <a:cs typeface="Bitstream Charter"/>
              </a:defRPr>
            </a:pPr>
            <a:r>
              <a:rPr sz="1425" b="0">
                <a:solidFill>
                  <a:srgbClr val="17212B"/>
                </a:solidFill>
                <a:latin typeface="Bitstream Charter"/>
                <a:ea typeface="Bitstream Charter"/>
                <a:cs typeface="Bitstream Charter"/>
              </a:rPr>
              <a:t>Governance and performance</a:t>
            </a:r>
          </a:p>
        </p:txBody>
      </p:sp>
      <p:sp>
        <p:nvSpPr>
          <p:cNvPr id="13" name="">
            <a:extLst xmlns:a="http://schemas.openxmlformats.org/drawingml/2006/main">
              <a:ext uri="{FF2B5EF4-FFF2-40B4-BE49-F238E27FC236}">
                <a16:creationId xmlns:a16="http://schemas.microsoft.com/office/drawing/2014/main" id="{A7A32BF5-1A52-4EF6-990B-583EDF97327C}"/>
              </a:ext>
            </a:extLst>
          </p:cNvPr>
          <p:cNvSpPr>
            <a:spLocks xmlns:a="http://schemas.openxmlformats.org/drawingml/2006/main" noGrp="1"/>
          </p:cNvSpPr>
          <p:nvPr/>
        </p:nvSpPr>
        <p:spPr>
          <a:xfrm xmlns:a="http://schemas.openxmlformats.org/drawingml/2006/main">
            <a:off x="1571625" y="5191125"/>
            <a:ext cx="9048750" cy="647700"/>
          </a:xfrm>
          <a:prstGeom xmlns:a="http://schemas.openxmlformats.org/drawingml/2006/main" prst="roundRect">
            <a:avLst>
              <a:gd name="adj" fmla="val 11765"/>
            </a:avLst>
          </a:prstGeom>
          <a:solidFill xmlns:a="http://schemas.openxmlformats.org/drawingml/2006/main">
            <a:srgbClr val="09233B"/>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5339205-FA94-426D-9DBF-052D69A3D1B2}"/>
              </a:ext>
            </a:extLst>
          </p:cNvPr>
          <p:cNvSpPr>
            <a:spLocks xmlns:a="http://schemas.openxmlformats.org/drawingml/2006/main" noGrp="1"/>
          </p:cNvSpPr>
          <p:nvPr/>
        </p:nvSpPr>
        <p:spPr>
          <a:xfrm xmlns:a="http://schemas.openxmlformats.org/drawingml/2006/main">
            <a:off x="1809750" y="5286375"/>
            <a:ext cx="857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FFFFFF"/>
                </a:solidFill>
                <a:latin typeface="Bitstream Charter"/>
                <a:ea typeface="Bitstream Charter"/>
                <a:cs typeface="Bitstream Charter"/>
              </a:defRPr>
            </a:pPr>
            <a:r>
              <a:rPr sz="1575" b="1">
                <a:solidFill>
                  <a:srgbClr val="FFFFFF"/>
                </a:solidFill>
                <a:latin typeface="Bitstream Charter"/>
                <a:ea typeface="Bitstream Charter"/>
                <a:cs typeface="Bitstream Charter"/>
              </a:rPr>
              <a:t>A lakehouse brings reliable table management to data held in lake storage.</a:t>
            </a:r>
          </a:p>
        </p:txBody>
      </p:sp>
    </p:spTree>
    <p:extLst>
      <p:ext uri="{BB962C8B-B14F-4D97-AF65-F5344CB8AC3E}">
        <p14:creationId xmlns:p14="http://schemas.microsoft.com/office/powerpoint/2010/main" val="139970108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EE97AA7-9E54-4207-83D7-BD2CE9F472B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3B12B83-4E02-4ED7-9FFD-DB68916F465D}"/>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The main technical layers</a:t>
            </a:r>
          </a:p>
        </p:txBody>
      </p:sp>
      <p:sp>
        <p:nvSpPr>
          <p:cNvPr id="3" name="">
            <a:extLst xmlns:a="http://schemas.openxmlformats.org/drawingml/2006/main">
              <a:ext uri="{FF2B5EF4-FFF2-40B4-BE49-F238E27FC236}">
                <a16:creationId xmlns:a16="http://schemas.microsoft.com/office/drawing/2014/main" id="{D8BCDCF7-9308-4CEA-9204-42E6B93141D1}"/>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Give each component one responsibility</a:t>
            </a:r>
          </a:p>
        </p:txBody>
      </p:sp>
      <p:sp>
        <p:nvSpPr>
          <p:cNvPr id="4" name="">
            <a:extLst xmlns:a="http://schemas.openxmlformats.org/drawingml/2006/main">
              <a:ext uri="{FF2B5EF4-FFF2-40B4-BE49-F238E27FC236}">
                <a16:creationId xmlns:a16="http://schemas.microsoft.com/office/drawing/2014/main" id="{0CD8F6DA-076D-4103-B502-1762CDC45066}"/>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D650855-BD7F-47AB-80F2-D9D254AEC4EE}"/>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16ADE36C-FD65-41B2-A91A-7D21D093D5EC}"/>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14</a:t>
            </a:r>
          </a:p>
        </p:txBody>
      </p:sp>
      <p:graphicFrame>
        <p:nvGraphicFramePr>
          <p:cNvPr id="16" name=""/>
          <p:cNvGraphicFramePr/>
          <p:nvPr/>
        </p:nvGraphicFramePr>
        <p:xfrm>
          <a:off xmlns:a="http://schemas.openxmlformats.org/drawingml/2006/main" x="666750" y="1666875"/>
          <a:ext xmlns:a="http://schemas.openxmlformats.org/drawingml/2006/main" cx="10858500" cy="3476625"/>
        </p:xfrm>
        <a:graphic xmlns:a="http://schemas.openxmlformats.org/drawingml/2006/main">
          <a:graphicData uri="http://schemas.openxmlformats.org/drawingml/2006/table">
            <a:tbl>
              <a:tblPr firstRow="1" bandRow="1"/>
              <a:tblGrid>
                <a:gridCol w="2857500"/>
                <a:gridCol w="4762500"/>
                <a:gridCol w="3238500"/>
              </a:tblGrid>
              <a:tr h="695325">
                <a:tc>
                  <a:txBody>
                    <a:bodyPr/>
                    <a:lstStyle/>
                    <a:p>
                      <a:r>
                        <a:rPr sz="1125" b="1">
                          <a:solidFill>
                            <a:srgbClr val="FFFFFF"/>
                          </a:solidFill>
                          <a:latin typeface="Bitstream Charter"/>
                          <a:ea typeface="Bitstream Charter"/>
                          <a:cs typeface="Bitstream Charter"/>
                        </a:rPr>
                        <a:t>Layer</a:t>
                      </a:r>
                    </a:p>
                  </a:txBody>
                  <a:tcPr marL="91440" marR="91440" marT="45720" marB="45720">
                    <a:solidFill>
                      <a:srgbClr val="09233B"/>
                    </a:solidFill>
                  </a:tcPr>
                </a:tc>
                <a:tc>
                  <a:txBody>
                    <a:bodyPr/>
                    <a:lstStyle/>
                    <a:p>
                      <a:r>
                        <a:rPr sz="1125" b="1">
                          <a:solidFill>
                            <a:srgbClr val="FFFFFF"/>
                          </a:solidFill>
                          <a:latin typeface="Bitstream Charter"/>
                          <a:ea typeface="Bitstream Charter"/>
                          <a:cs typeface="Bitstream Charter"/>
                        </a:rPr>
                        <a:t>What it does</a:t>
                      </a:r>
                    </a:p>
                  </a:txBody>
                  <a:tcPr marL="91440" marR="91440" marT="45720" marB="45720">
                    <a:solidFill>
                      <a:srgbClr val="09233B"/>
                    </a:solidFill>
                  </a:tcPr>
                </a:tc>
                <a:tc>
                  <a:txBody>
                    <a:bodyPr/>
                    <a:lstStyle/>
                    <a:p>
                      <a:r>
                        <a:rPr sz="1125" b="1">
                          <a:solidFill>
                            <a:srgbClr val="FFFFFF"/>
                          </a:solidFill>
                          <a:latin typeface="Bitstream Charter"/>
                          <a:ea typeface="Bitstream Charter"/>
                          <a:cs typeface="Bitstream Charter"/>
                        </a:rPr>
                        <a:t>Beginner question</a:t>
                      </a:r>
                    </a:p>
                  </a:txBody>
                  <a:tcPr marL="91440" marR="91440" marT="45720" marB="45720">
                    <a:solidFill>
                      <a:srgbClr val="09233B"/>
                    </a:solidFill>
                  </a:tcPr>
                </a:tc>
              </a:tr>
              <a:tr h="695325">
                <a:tc>
                  <a:txBody>
                    <a:bodyPr/>
                    <a:lstStyle/>
                    <a:p>
                      <a:r>
                        <a:rPr sz="1050">
                          <a:solidFill>
                            <a:srgbClr val="17212B"/>
                          </a:solidFill>
                          <a:latin typeface="Bitstream Charter"/>
                          <a:ea typeface="Bitstream Charter"/>
                          <a:cs typeface="Bitstream Charter"/>
                        </a:rPr>
                        <a:t>Workspace</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Organizes notebooks and objects</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Where do I work?</a:t>
                      </a:r>
                    </a:p>
                  </a:txBody>
                  <a:tcPr marL="91440" marR="91440" marT="45720" marB="45720">
                    <a:solidFill>
                      <a:srgbClr val="FFFFFF"/>
                    </a:solidFill>
                  </a:tcPr>
                </a:tc>
              </a:tr>
              <a:tr h="695325">
                <a:tc>
                  <a:txBody>
                    <a:bodyPr/>
                    <a:lstStyle/>
                    <a:p>
                      <a:r>
                        <a:rPr sz="1050">
                          <a:solidFill>
                            <a:srgbClr val="17212B"/>
                          </a:solidFill>
                          <a:latin typeface="Bitstream Charter"/>
                          <a:ea typeface="Bitstream Charter"/>
                          <a:cs typeface="Bitstream Charter"/>
                        </a:rPr>
                        <a:t>Compute</a:t>
                      </a:r>
                    </a:p>
                  </a:txBody>
                  <a:tcPr marL="91440" marR="91440" marT="45720" marB="45720">
                    <a:solidFill>
                      <a:srgbClr val="F5F8FA"/>
                    </a:solidFill>
                  </a:tcPr>
                </a:tc>
                <a:tc>
                  <a:txBody>
                    <a:bodyPr/>
                    <a:lstStyle/>
                    <a:p>
                      <a:r>
                        <a:rPr sz="1050">
                          <a:solidFill>
                            <a:srgbClr val="17212B"/>
                          </a:solidFill>
                          <a:latin typeface="Bitstream Charter"/>
                          <a:ea typeface="Bitstream Charter"/>
                          <a:cs typeface="Bitstream Charter"/>
                        </a:rPr>
                        <a:t>Runs Python, Spark and SQL</a:t>
                      </a:r>
                    </a:p>
                  </a:txBody>
                  <a:tcPr marL="91440" marR="91440" marT="45720" marB="45720">
                    <a:solidFill>
                      <a:srgbClr val="F5F8FA"/>
                    </a:solidFill>
                  </a:tcPr>
                </a:tc>
                <a:tc>
                  <a:txBody>
                    <a:bodyPr/>
                    <a:lstStyle/>
                    <a:p>
                      <a:r>
                        <a:rPr sz="1050">
                          <a:solidFill>
                            <a:srgbClr val="17212B"/>
                          </a:solidFill>
                          <a:latin typeface="Bitstream Charter"/>
                          <a:ea typeface="Bitstream Charter"/>
                          <a:cs typeface="Bitstream Charter"/>
                        </a:rPr>
                        <a:t>What machine performs the work?</a:t>
                      </a:r>
                    </a:p>
                  </a:txBody>
                  <a:tcPr marL="91440" marR="91440" marT="45720" marB="45720">
                    <a:solidFill>
                      <a:srgbClr val="F5F8FA"/>
                    </a:solidFill>
                  </a:tcPr>
                </a:tc>
              </a:tr>
              <a:tr h="695325">
                <a:tc>
                  <a:txBody>
                    <a:bodyPr/>
                    <a:lstStyle/>
                    <a:p>
                      <a:r>
                        <a:rPr sz="1050">
                          <a:solidFill>
                            <a:srgbClr val="17212B"/>
                          </a:solidFill>
                          <a:latin typeface="Bitstream Charter"/>
                          <a:ea typeface="Bitstream Charter"/>
                          <a:cs typeface="Bitstream Charter"/>
                        </a:rPr>
                        <a:t>Cloud storage</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Holds source and table data</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Where do the bytes live?</a:t>
                      </a:r>
                    </a:p>
                  </a:txBody>
                  <a:tcPr marL="91440" marR="91440" marT="45720" marB="45720">
                    <a:solidFill>
                      <a:srgbClr val="FFFFFF"/>
                    </a:solidFill>
                  </a:tcPr>
                </a:tc>
              </a:tr>
              <a:tr h="695325">
                <a:tc>
                  <a:txBody>
                    <a:bodyPr/>
                    <a:lstStyle/>
                    <a:p>
                      <a:r>
                        <a:rPr sz="1050">
                          <a:solidFill>
                            <a:srgbClr val="17212B"/>
                          </a:solidFill>
                          <a:latin typeface="Bitstream Charter"/>
                          <a:ea typeface="Bitstream Charter"/>
                          <a:cs typeface="Bitstream Charter"/>
                        </a:rPr>
                        <a:t>Unity Catalog</a:t>
                      </a:r>
                    </a:p>
                  </a:txBody>
                  <a:tcPr marL="91440" marR="91440" marT="45720" marB="45720">
                    <a:solidFill>
                      <a:srgbClr val="F5F8FA"/>
                    </a:solidFill>
                  </a:tcPr>
                </a:tc>
                <a:tc>
                  <a:txBody>
                    <a:bodyPr/>
                    <a:lstStyle/>
                    <a:p>
                      <a:r>
                        <a:rPr sz="1050">
                          <a:solidFill>
                            <a:srgbClr val="17212B"/>
                          </a:solidFill>
                          <a:latin typeface="Bitstream Charter"/>
                          <a:ea typeface="Bitstream Charter"/>
                          <a:cs typeface="Bitstream Charter"/>
                        </a:rPr>
                        <a:t>Provides names and permissions</a:t>
                      </a:r>
                    </a:p>
                  </a:txBody>
                  <a:tcPr marL="91440" marR="91440" marT="45720" marB="45720">
                    <a:solidFill>
                      <a:srgbClr val="F5F8FA"/>
                    </a:solidFill>
                  </a:tcPr>
                </a:tc>
                <a:tc>
                  <a:txBody>
                    <a:bodyPr/>
                    <a:lstStyle/>
                    <a:p>
                      <a:r>
                        <a:rPr sz="1050">
                          <a:solidFill>
                            <a:srgbClr val="17212B"/>
                          </a:solidFill>
                          <a:latin typeface="Bitstream Charter"/>
                          <a:ea typeface="Bitstream Charter"/>
                          <a:cs typeface="Bitstream Charter"/>
                        </a:rPr>
                        <a:t>Who can use which object?</a:t>
                      </a:r>
                    </a:p>
                  </a:txBody>
                  <a:tcPr marL="91440" marR="91440" marT="45720" marB="45720">
                    <a:solidFill>
                      <a:srgbClr val="F5F8FA"/>
                    </a:solidFill>
                  </a:tcPr>
                </a:tc>
              </a:tr>
            </a:tbl>
          </a:graphicData>
        </a:graphic>
      </p:graphicFrame>
      <p:sp>
        <p:nvSpPr>
          <p:cNvPr id="8" name="">
            <a:extLst xmlns:a="http://schemas.openxmlformats.org/drawingml/2006/main">
              <a:ext uri="{FF2B5EF4-FFF2-40B4-BE49-F238E27FC236}">
                <a16:creationId xmlns:a16="http://schemas.microsoft.com/office/drawing/2014/main" id="{BC5B95D8-ECFA-4256-B6BF-EA6672FA2985}"/>
              </a:ext>
            </a:extLst>
          </p:cNvPr>
          <p:cNvSpPr>
            <a:spLocks xmlns:a="http://schemas.openxmlformats.org/drawingml/2006/main" noGrp="1"/>
          </p:cNvSpPr>
          <p:nvPr/>
        </p:nvSpPr>
        <p:spPr>
          <a:xfrm xmlns:a="http://schemas.openxmlformats.org/drawingml/2006/main">
            <a:off x="1476375" y="5429250"/>
            <a:ext cx="9239250" cy="523875"/>
          </a:xfrm>
          <a:prstGeom xmlns:a="http://schemas.openxmlformats.org/drawingml/2006/main" prst="roundRect">
            <a:avLst>
              <a:gd name="adj" fmla="val 14545"/>
            </a:avLst>
          </a:prstGeom>
          <a:solidFill xmlns:a="http://schemas.openxmlformats.org/drawingml/2006/main">
            <a:srgbClr val="EAF4FB"/>
          </a:solidFill>
          <a:ln xmlns:a="http://schemas.openxmlformats.org/drawingml/2006/main" w="9525">
            <a:solidFill>
              <a:srgbClr val="D5DEE6"/>
            </a:solidFill>
          </a:ln>
        </p:spPr>
      </p:sp>
      <p:sp>
        <p:nvSpPr>
          <p:cNvPr id="9" name="">
            <a:extLst xmlns:a="http://schemas.openxmlformats.org/drawingml/2006/main">
              <a:ext uri="{FF2B5EF4-FFF2-40B4-BE49-F238E27FC236}">
                <a16:creationId xmlns:a16="http://schemas.microsoft.com/office/drawing/2014/main" id="{B0019622-3161-466F-8BF7-7D1FFF7DD78B}"/>
              </a:ext>
            </a:extLst>
          </p:cNvPr>
          <p:cNvSpPr>
            <a:spLocks xmlns:a="http://schemas.openxmlformats.org/drawingml/2006/main" noGrp="1"/>
          </p:cNvSpPr>
          <p:nvPr/>
        </p:nvSpPr>
        <p:spPr>
          <a:xfrm xmlns:a="http://schemas.openxmlformats.org/drawingml/2006/main">
            <a:off x="1666875" y="5505450"/>
            <a:ext cx="885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09233B"/>
                </a:solidFill>
                <a:latin typeface="Bitstream Charter"/>
                <a:ea typeface="Bitstream Charter"/>
                <a:cs typeface="Bitstream Charter"/>
              </a:defRPr>
            </a:pPr>
            <a:r>
              <a:rPr sz="1350" b="1">
                <a:solidFill>
                  <a:srgbClr val="09233B"/>
                </a:solidFill>
                <a:latin typeface="Bitstream Charter"/>
                <a:ea typeface="Bitstream Charter"/>
                <a:cs typeface="Bitstream Charter"/>
              </a:rPr>
              <a:t>Do not confuse the document, the machine, the storage and the permission system.</a:t>
            </a:r>
          </a:p>
        </p:txBody>
      </p:sp>
    </p:spTree>
    <p:extLst>
      <p:ext uri="{BB962C8B-B14F-4D97-AF65-F5344CB8AC3E}">
        <p14:creationId xmlns:p14="http://schemas.microsoft.com/office/powerpoint/2010/main" val="190742568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CD90CF3-A86A-4E38-962E-CACC06A8F38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ACC73DE-24C8-449F-89E6-D0721A0B03C7}"/>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Apache Spark in one paragraph</a:t>
            </a:r>
          </a:p>
        </p:txBody>
      </p:sp>
      <p:sp>
        <p:nvSpPr>
          <p:cNvPr id="3" name="">
            <a:extLst xmlns:a="http://schemas.openxmlformats.org/drawingml/2006/main">
              <a:ext uri="{FF2B5EF4-FFF2-40B4-BE49-F238E27FC236}">
                <a16:creationId xmlns:a16="http://schemas.microsoft.com/office/drawing/2014/main" id="{256AC201-1490-42C1-99F6-679E64CA8696}"/>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Distributed execution without mystery</a:t>
            </a:r>
          </a:p>
        </p:txBody>
      </p:sp>
      <p:sp>
        <p:nvSpPr>
          <p:cNvPr id="4" name="">
            <a:extLst xmlns:a="http://schemas.openxmlformats.org/drawingml/2006/main">
              <a:ext uri="{FF2B5EF4-FFF2-40B4-BE49-F238E27FC236}">
                <a16:creationId xmlns:a16="http://schemas.microsoft.com/office/drawing/2014/main" id="{466CC40A-F7A2-4D52-8E0F-9ADB553D012B}"/>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3FF823F-92AB-4A3C-9A57-D35CA0891E55}"/>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B78909DE-CBBF-41B7-B744-4E67572DE5D7}"/>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15</a:t>
            </a:r>
          </a:p>
        </p:txBody>
      </p:sp>
      <p:sp>
        <p:nvSpPr>
          <p:cNvPr id="7" name="">
            <a:extLst xmlns:a="http://schemas.openxmlformats.org/drawingml/2006/main">
              <a:ext uri="{FF2B5EF4-FFF2-40B4-BE49-F238E27FC236}">
                <a16:creationId xmlns:a16="http://schemas.microsoft.com/office/drawing/2014/main" id="{BE55E639-AABB-45F0-BB36-76961D6F6991}"/>
              </a:ext>
            </a:extLst>
          </p:cNvPr>
          <p:cNvSpPr>
            <a:spLocks xmlns:a="http://schemas.openxmlformats.org/drawingml/2006/main" noGrp="1"/>
          </p:cNvSpPr>
          <p:nvPr/>
        </p:nvSpPr>
        <p:spPr>
          <a:xfrm xmlns:a="http://schemas.openxmlformats.org/drawingml/2006/main">
            <a:off x="704850" y="1581150"/>
            <a:ext cx="1428750" cy="304800"/>
          </a:xfrm>
          <a:prstGeom xmlns:a="http://schemas.openxmlformats.org/drawingml/2006/main" prst="roundRect">
            <a:avLst>
              <a:gd name="adj" fmla="val 25000"/>
            </a:avLst>
          </a:prstGeom>
          <a:solidFill xmlns:a="http://schemas.openxmlformats.org/drawingml/2006/main">
            <a:srgbClr val="2E74B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2A72579-8158-4B63-AE40-E472D0432C98}"/>
              </a:ext>
            </a:extLst>
          </p:cNvPr>
          <p:cNvSpPr>
            <a:spLocks xmlns:a="http://schemas.openxmlformats.org/drawingml/2006/main" noGrp="1"/>
          </p:cNvSpPr>
          <p:nvPr/>
        </p:nvSpPr>
        <p:spPr>
          <a:xfrm xmlns:a="http://schemas.openxmlformats.org/drawingml/2006/main">
            <a:off x="781050" y="1600200"/>
            <a:ext cx="1276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SIMPLE IDEA</a:t>
            </a:r>
          </a:p>
        </p:txBody>
      </p:sp>
      <p:sp>
        <p:nvSpPr>
          <p:cNvPr id="9" name="">
            <a:extLst xmlns:a="http://schemas.openxmlformats.org/drawingml/2006/main">
              <a:ext uri="{FF2B5EF4-FFF2-40B4-BE49-F238E27FC236}">
                <a16:creationId xmlns:a16="http://schemas.microsoft.com/office/drawing/2014/main" id="{B723AD9E-E590-4906-9F1C-EC015A3B7224}"/>
              </a:ext>
            </a:extLst>
          </p:cNvPr>
          <p:cNvSpPr>
            <a:spLocks xmlns:a="http://schemas.openxmlformats.org/drawingml/2006/main" noGrp="1"/>
          </p:cNvSpPr>
          <p:nvPr/>
        </p:nvSpPr>
        <p:spPr>
          <a:xfrm xmlns:a="http://schemas.openxmlformats.org/drawingml/2006/main">
            <a:off x="704850" y="1952625"/>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09233B"/>
                </a:solidFill>
                <a:latin typeface="Bitstream Charter"/>
                <a:ea typeface="Bitstream Charter"/>
                <a:cs typeface="Bitstream Charter"/>
              </a:defRPr>
            </a:pPr>
            <a:r>
              <a:rPr sz="2175" b="1">
                <a:solidFill>
                  <a:srgbClr val="09233B"/>
                </a:solidFill>
                <a:latin typeface="Bitstream Charter"/>
                <a:ea typeface="Bitstream Charter"/>
                <a:cs typeface="Bitstream Charter"/>
              </a:rPr>
              <a:t>Spark divides large work into tasks that can run across executor processes.</a:t>
            </a:r>
          </a:p>
        </p:txBody>
      </p:sp>
      <p:sp>
        <p:nvSpPr>
          <p:cNvPr id="10" name="">
            <a:extLst xmlns:a="http://schemas.openxmlformats.org/drawingml/2006/main">
              <a:ext uri="{FF2B5EF4-FFF2-40B4-BE49-F238E27FC236}">
                <a16:creationId xmlns:a16="http://schemas.microsoft.com/office/drawing/2014/main" id="{102A710C-E4DB-4363-99DF-1E3DF09951C5}"/>
              </a:ext>
            </a:extLst>
          </p:cNvPr>
          <p:cNvSpPr>
            <a:spLocks xmlns:a="http://schemas.openxmlformats.org/drawingml/2006/main" noGrp="1"/>
          </p:cNvSpPr>
          <p:nvPr/>
        </p:nvSpPr>
        <p:spPr>
          <a:xfrm xmlns:a="http://schemas.openxmlformats.org/drawingml/2006/main">
            <a:off x="800100" y="3267075"/>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D316479-BAD4-4ED4-A29C-7995BE4C778E}"/>
              </a:ext>
            </a:extLst>
          </p:cNvPr>
          <p:cNvSpPr>
            <a:spLocks xmlns:a="http://schemas.openxmlformats.org/drawingml/2006/main" noGrp="1"/>
          </p:cNvSpPr>
          <p:nvPr/>
        </p:nvSpPr>
        <p:spPr>
          <a:xfrm xmlns:a="http://schemas.openxmlformats.org/drawingml/2006/main">
            <a:off x="1095375" y="31908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The driver builds and coordinates the plan.</a:t>
            </a:r>
          </a:p>
        </p:txBody>
      </p:sp>
      <p:sp>
        <p:nvSpPr>
          <p:cNvPr id="12" name="">
            <a:extLst xmlns:a="http://schemas.openxmlformats.org/drawingml/2006/main">
              <a:ext uri="{FF2B5EF4-FFF2-40B4-BE49-F238E27FC236}">
                <a16:creationId xmlns:a16="http://schemas.microsoft.com/office/drawing/2014/main" id="{32CBE6EE-6100-4583-9786-B2242490D9D8}"/>
              </a:ext>
            </a:extLst>
          </p:cNvPr>
          <p:cNvSpPr>
            <a:spLocks xmlns:a="http://schemas.openxmlformats.org/drawingml/2006/main" noGrp="1"/>
          </p:cNvSpPr>
          <p:nvPr/>
        </p:nvSpPr>
        <p:spPr>
          <a:xfrm xmlns:a="http://schemas.openxmlformats.org/drawingml/2006/main">
            <a:off x="800100" y="3848100"/>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AB20FA8-5DD0-41CC-91F2-3115C537252E}"/>
              </a:ext>
            </a:extLst>
          </p:cNvPr>
          <p:cNvSpPr>
            <a:spLocks xmlns:a="http://schemas.openxmlformats.org/drawingml/2006/main" noGrp="1"/>
          </p:cNvSpPr>
          <p:nvPr/>
        </p:nvSpPr>
        <p:spPr>
          <a:xfrm xmlns:a="http://schemas.openxmlformats.org/drawingml/2006/main">
            <a:off x="1095375" y="37719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Executors perform tasks on partitions.</a:t>
            </a:r>
          </a:p>
        </p:txBody>
      </p:sp>
      <p:sp>
        <p:nvSpPr>
          <p:cNvPr id="14" name="">
            <a:extLst xmlns:a="http://schemas.openxmlformats.org/drawingml/2006/main">
              <a:ext uri="{FF2B5EF4-FFF2-40B4-BE49-F238E27FC236}">
                <a16:creationId xmlns:a16="http://schemas.microsoft.com/office/drawing/2014/main" id="{7F33EF21-2457-4E2F-8FFA-68A549BD18E7}"/>
              </a:ext>
            </a:extLst>
          </p:cNvPr>
          <p:cNvSpPr>
            <a:spLocks xmlns:a="http://schemas.openxmlformats.org/drawingml/2006/main" noGrp="1"/>
          </p:cNvSpPr>
          <p:nvPr/>
        </p:nvSpPr>
        <p:spPr>
          <a:xfrm xmlns:a="http://schemas.openxmlformats.org/drawingml/2006/main">
            <a:off x="800100" y="4429125"/>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C8A6E9A-BB21-4A6A-8A11-3CB8C18787B7}"/>
              </a:ext>
            </a:extLst>
          </p:cNvPr>
          <p:cNvSpPr>
            <a:spLocks xmlns:a="http://schemas.openxmlformats.org/drawingml/2006/main" noGrp="1"/>
          </p:cNvSpPr>
          <p:nvPr/>
        </p:nvSpPr>
        <p:spPr>
          <a:xfrm xmlns:a="http://schemas.openxmlformats.org/drawingml/2006/main">
            <a:off x="1095375" y="43529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A partition is a slice of the distributed data.</a:t>
            </a:r>
          </a:p>
        </p:txBody>
      </p:sp>
      <p:sp>
        <p:nvSpPr>
          <p:cNvPr id="16" name="">
            <a:extLst xmlns:a="http://schemas.openxmlformats.org/drawingml/2006/main">
              <a:ext uri="{FF2B5EF4-FFF2-40B4-BE49-F238E27FC236}">
                <a16:creationId xmlns:a16="http://schemas.microsoft.com/office/drawing/2014/main" id="{A8FB6E09-E3E8-489B-BFEE-1E89E71F9FFE}"/>
              </a:ext>
            </a:extLst>
          </p:cNvPr>
          <p:cNvSpPr>
            <a:spLocks xmlns:a="http://schemas.openxmlformats.org/drawingml/2006/main" noGrp="1"/>
          </p:cNvSpPr>
          <p:nvPr/>
        </p:nvSpPr>
        <p:spPr>
          <a:xfrm xmlns:a="http://schemas.openxmlformats.org/drawingml/2006/main">
            <a:off x="800100" y="5010150"/>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399D8D8-7B2B-40AF-BF83-9770471ACE66}"/>
              </a:ext>
            </a:extLst>
          </p:cNvPr>
          <p:cNvSpPr>
            <a:spLocks xmlns:a="http://schemas.openxmlformats.org/drawingml/2006/main" noGrp="1"/>
          </p:cNvSpPr>
          <p:nvPr/>
        </p:nvSpPr>
        <p:spPr>
          <a:xfrm xmlns:a="http://schemas.openxmlformats.org/drawingml/2006/main">
            <a:off x="1095375" y="49339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Actions request a result or a write.</a:t>
            </a:r>
          </a:p>
        </p:txBody>
      </p:sp>
      <p:sp>
        <p:nvSpPr>
          <p:cNvPr id="18" name="">
            <a:extLst xmlns:a="http://schemas.openxmlformats.org/drawingml/2006/main">
              <a:ext uri="{FF2B5EF4-FFF2-40B4-BE49-F238E27FC236}">
                <a16:creationId xmlns:a16="http://schemas.microsoft.com/office/drawing/2014/main" id="{2B4E1DFB-E76A-45D8-9AF4-4E16F31087E3}"/>
              </a:ext>
            </a:extLst>
          </p:cNvPr>
          <p:cNvSpPr>
            <a:spLocks xmlns:a="http://schemas.openxmlformats.org/drawingml/2006/main" noGrp="1"/>
          </p:cNvSpPr>
          <p:nvPr/>
        </p:nvSpPr>
        <p:spPr>
          <a:xfrm xmlns:a="http://schemas.openxmlformats.org/drawingml/2006/main">
            <a:off x="7667625" y="1714500"/>
            <a:ext cx="3714750" cy="3238500"/>
          </a:xfrm>
          <a:prstGeom xmlns:a="http://schemas.openxmlformats.org/drawingml/2006/main" prst="roundRect">
            <a:avLst>
              <a:gd name="adj" fmla="val 2353"/>
            </a:avLst>
          </a:prstGeom>
          <a:solidFill xmlns:a="http://schemas.openxmlformats.org/drawingml/2006/main">
            <a:srgbClr val="F5F8FA"/>
          </a:solidFill>
          <a:ln xmlns:a="http://schemas.openxmlformats.org/drawingml/2006/main" w="9525">
            <a:solidFill>
              <a:srgbClr val="D5DEE6"/>
            </a:solidFill>
          </a:ln>
        </p:spPr>
      </p:sp>
      <p:sp>
        <p:nvSpPr>
          <p:cNvPr id="19" name="">
            <a:extLst xmlns:a="http://schemas.openxmlformats.org/drawingml/2006/main">
              <a:ext uri="{FF2B5EF4-FFF2-40B4-BE49-F238E27FC236}">
                <a16:creationId xmlns:a16="http://schemas.microsoft.com/office/drawing/2014/main" id="{5CA07017-7229-444D-8601-32BC6D54AB24}"/>
              </a:ext>
            </a:extLst>
          </p:cNvPr>
          <p:cNvSpPr>
            <a:spLocks xmlns:a="http://schemas.openxmlformats.org/drawingml/2006/main" noGrp="1"/>
          </p:cNvSpPr>
          <p:nvPr/>
        </p:nvSpPr>
        <p:spPr>
          <a:xfrm xmlns:a="http://schemas.openxmlformats.org/drawingml/2006/main">
            <a:off x="7667625" y="1714500"/>
            <a:ext cx="85725" cy="3238500"/>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4AB16A6-9881-47A4-B2E0-F34168E162F9}"/>
              </a:ext>
            </a:extLst>
          </p:cNvPr>
          <p:cNvSpPr>
            <a:spLocks xmlns:a="http://schemas.openxmlformats.org/drawingml/2006/main" noGrp="1"/>
          </p:cNvSpPr>
          <p:nvPr/>
        </p:nvSpPr>
        <p:spPr>
          <a:xfrm xmlns:a="http://schemas.openxmlformats.org/drawingml/2006/main">
            <a:off x="7905750" y="1847850"/>
            <a:ext cx="328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Example</a:t>
            </a:r>
          </a:p>
        </p:txBody>
      </p:sp>
      <p:sp>
        <p:nvSpPr>
          <p:cNvPr id="21" name="">
            <a:extLst xmlns:a="http://schemas.openxmlformats.org/drawingml/2006/main">
              <a:ext uri="{FF2B5EF4-FFF2-40B4-BE49-F238E27FC236}">
                <a16:creationId xmlns:a16="http://schemas.microsoft.com/office/drawing/2014/main" id="{6BD70E26-2871-4B72-9B93-8203E88D01CE}"/>
              </a:ext>
            </a:extLst>
          </p:cNvPr>
          <p:cNvSpPr>
            <a:spLocks xmlns:a="http://schemas.openxmlformats.org/drawingml/2006/main" noGrp="1"/>
          </p:cNvSpPr>
          <p:nvPr/>
        </p:nvSpPr>
        <p:spPr>
          <a:xfrm xmlns:a="http://schemas.openxmlformats.org/drawingml/2006/main">
            <a:off x="7905750" y="2219325"/>
            <a:ext cx="3286125" cy="2609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A Java analogy: the driver resembles a coordinating process; executors resemble workers in a pool.</a:t>
            </a:r>
          </a:p>
        </p:txBody>
      </p:sp>
      <p:sp>
        <p:nvSpPr>
          <p:cNvPr id="22" name="">
            <a:extLst xmlns:a="http://schemas.openxmlformats.org/drawingml/2006/main">
              <a:ext uri="{FF2B5EF4-FFF2-40B4-BE49-F238E27FC236}">
                <a16:creationId xmlns:a16="http://schemas.microsoft.com/office/drawing/2014/main" id="{AFFCC135-3ADF-46EA-B01B-46DD79985B65}"/>
              </a:ext>
            </a:extLst>
          </p:cNvPr>
          <p:cNvSpPr>
            <a:spLocks xmlns:a="http://schemas.openxmlformats.org/drawingml/2006/main" noGrp="1"/>
          </p:cNvSpPr>
          <p:nvPr/>
        </p:nvSpPr>
        <p:spPr>
          <a:xfrm xmlns:a="http://schemas.openxmlformats.org/drawingml/2006/main">
            <a:off x="7810500" y="5238750"/>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5D6A76"/>
                </a:solidFill>
                <a:latin typeface="Bitstream Charter"/>
                <a:ea typeface="Bitstream Charter"/>
                <a:cs typeface="Bitstream Charter"/>
              </a:defRPr>
            </a:pPr>
            <a:r>
              <a:rPr sz="1200" b="1">
                <a:solidFill>
                  <a:srgbClr val="5D6A76"/>
                </a:solidFill>
                <a:latin typeface="Bitstream Charter"/>
                <a:ea typeface="Bitstream Charter"/>
                <a:cs typeface="Bitstream Charter"/>
              </a:rPr>
              <a:t>Ask learners to explain this in their own words.</a:t>
            </a:r>
          </a:p>
        </p:txBody>
      </p:sp>
    </p:spTree>
    <p:extLst>
      <p:ext uri="{BB962C8B-B14F-4D97-AF65-F5344CB8AC3E}">
        <p14:creationId xmlns:p14="http://schemas.microsoft.com/office/powerpoint/2010/main" val="71247208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BF74FAEB-85DD-4EB9-BF95-7CE1F3D0A00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3FCA6DE-B61B-4BA5-B45E-19F0A032F26B}"/>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Spark execution picture</a:t>
            </a:r>
          </a:p>
        </p:txBody>
      </p:sp>
      <p:sp>
        <p:nvSpPr>
          <p:cNvPr id="3" name="">
            <a:extLst xmlns:a="http://schemas.openxmlformats.org/drawingml/2006/main">
              <a:ext uri="{FF2B5EF4-FFF2-40B4-BE49-F238E27FC236}">
                <a16:creationId xmlns:a16="http://schemas.microsoft.com/office/drawing/2014/main" id="{88CB8A2B-9D94-4ECD-81F1-4E03B2DA2F95}"/>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Driver, tasks and partitions</a:t>
            </a:r>
          </a:p>
        </p:txBody>
      </p:sp>
      <p:sp>
        <p:nvSpPr>
          <p:cNvPr id="4" name="">
            <a:extLst xmlns:a="http://schemas.openxmlformats.org/drawingml/2006/main">
              <a:ext uri="{FF2B5EF4-FFF2-40B4-BE49-F238E27FC236}">
                <a16:creationId xmlns:a16="http://schemas.microsoft.com/office/drawing/2014/main" id="{6468DC9F-3266-4FDE-82AD-37F257868C21}"/>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44A3344-7AE4-4B83-AD8D-51D26182B01D}"/>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7A48D56C-CE5E-47B2-90E2-A73D016E3DFA}"/>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16</a:t>
            </a:r>
          </a:p>
        </p:txBody>
      </p:sp>
      <p:sp>
        <p:nvSpPr>
          <p:cNvPr id="7" name="">
            <a:extLst xmlns:a="http://schemas.openxmlformats.org/drawingml/2006/main">
              <a:ext uri="{FF2B5EF4-FFF2-40B4-BE49-F238E27FC236}">
                <a16:creationId xmlns:a16="http://schemas.microsoft.com/office/drawing/2014/main" id="{AE660A59-F590-4072-A364-710F65CFE98E}"/>
              </a:ext>
            </a:extLst>
          </p:cNvPr>
          <p:cNvSpPr>
            <a:spLocks xmlns:a="http://schemas.openxmlformats.org/drawingml/2006/main" noGrp="1"/>
          </p:cNvSpPr>
          <p:nvPr/>
        </p:nvSpPr>
        <p:spPr>
          <a:xfrm xmlns:a="http://schemas.openxmlformats.org/drawingml/2006/main">
            <a:off x="428625" y="2000250"/>
            <a:ext cx="2000250" cy="1809750"/>
          </a:xfrm>
          <a:prstGeom xmlns:a="http://schemas.openxmlformats.org/drawingml/2006/main" prst="roundRect">
            <a:avLst>
              <a:gd name="adj" fmla="val 4211"/>
            </a:avLst>
          </a:prstGeom>
          <a:solidFill xmlns:a="http://schemas.openxmlformats.org/drawingml/2006/main">
            <a:srgbClr val="F5F8FA"/>
          </a:solidFill>
          <a:ln xmlns:a="http://schemas.openxmlformats.org/drawingml/2006/main" w="9525">
            <a:solidFill>
              <a:srgbClr val="D5DEE6"/>
            </a:solidFill>
          </a:ln>
        </p:spPr>
      </p:sp>
      <p:sp>
        <p:nvSpPr>
          <p:cNvPr id="8" name="">
            <a:extLst xmlns:a="http://schemas.openxmlformats.org/drawingml/2006/main">
              <a:ext uri="{FF2B5EF4-FFF2-40B4-BE49-F238E27FC236}">
                <a16:creationId xmlns:a16="http://schemas.microsoft.com/office/drawing/2014/main" id="{DAAF0310-6C0A-4947-B76E-80AB6922284E}"/>
              </a:ext>
            </a:extLst>
          </p:cNvPr>
          <p:cNvSpPr>
            <a:spLocks xmlns:a="http://schemas.openxmlformats.org/drawingml/2006/main" noGrp="1"/>
          </p:cNvSpPr>
          <p:nvPr/>
        </p:nvSpPr>
        <p:spPr>
          <a:xfrm xmlns:a="http://schemas.openxmlformats.org/drawingml/2006/main">
            <a:off x="600075" y="21717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615"/>
          </a:bodyPr>
          <a:lstStyle xmlns:a="http://schemas.openxmlformats.org/drawingml/2006/main"/>
          <a:p xmlns:a="http://schemas.openxmlformats.org/drawingml/2006/main">
            <a:pPr algn="l">
              <a:defRPr sz="1950" b="1">
                <a:solidFill>
                  <a:srgbClr val="2E74B5"/>
                </a:solidFill>
                <a:latin typeface="Bitstream Charter"/>
                <a:ea typeface="Bitstream Charter"/>
                <a:cs typeface="Bitstream Charter"/>
              </a:defRPr>
            </a:pPr>
            <a:r>
              <a:rPr sz="1950" b="1">
                <a:solidFill>
                  <a:srgbClr val="2E74B5"/>
                </a:solidFill>
                <a:latin typeface="Bitstream Charter"/>
                <a:ea typeface="Bitstream Charter"/>
                <a:cs typeface="Bitstream Charter"/>
              </a:rPr>
              <a:t>1</a:t>
            </a:r>
          </a:p>
        </p:txBody>
      </p:sp>
      <p:sp>
        <p:nvSpPr>
          <p:cNvPr id="9" name="">
            <a:extLst xmlns:a="http://schemas.openxmlformats.org/drawingml/2006/main">
              <a:ext uri="{FF2B5EF4-FFF2-40B4-BE49-F238E27FC236}">
                <a16:creationId xmlns:a16="http://schemas.microsoft.com/office/drawing/2014/main" id="{838CF19B-B638-4E37-95FE-88C856C105C7}"/>
              </a:ext>
            </a:extLst>
          </p:cNvPr>
          <p:cNvSpPr>
            <a:spLocks xmlns:a="http://schemas.openxmlformats.org/drawingml/2006/main" noGrp="1"/>
          </p:cNvSpPr>
          <p:nvPr/>
        </p:nvSpPr>
        <p:spPr>
          <a:xfrm xmlns:a="http://schemas.openxmlformats.org/drawingml/2006/main">
            <a:off x="638175" y="2686050"/>
            <a:ext cx="158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Notebook</a:t>
            </a:r>
          </a:p>
        </p:txBody>
      </p:sp>
      <p:sp>
        <p:nvSpPr>
          <p:cNvPr id="10" name="">
            <a:extLst xmlns:a="http://schemas.openxmlformats.org/drawingml/2006/main">
              <a:ext uri="{FF2B5EF4-FFF2-40B4-BE49-F238E27FC236}">
                <a16:creationId xmlns:a16="http://schemas.microsoft.com/office/drawing/2014/main" id="{9A57F588-DEA6-4256-BE77-2BF52701BD12}"/>
              </a:ext>
            </a:extLst>
          </p:cNvPr>
          <p:cNvSpPr>
            <a:spLocks xmlns:a="http://schemas.openxmlformats.org/drawingml/2006/main" noGrp="1"/>
          </p:cNvSpPr>
          <p:nvPr/>
        </p:nvSpPr>
        <p:spPr>
          <a:xfrm xmlns:a="http://schemas.openxmlformats.org/drawingml/2006/main">
            <a:off x="638175" y="3181350"/>
            <a:ext cx="1581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17212B"/>
                </a:solidFill>
                <a:latin typeface="Bitstream Charter"/>
                <a:ea typeface="Bitstream Charter"/>
                <a:cs typeface="Bitstream Charter"/>
              </a:defRPr>
            </a:pPr>
            <a:r>
              <a:rPr sz="1125" b="0">
                <a:solidFill>
                  <a:srgbClr val="17212B"/>
                </a:solidFill>
                <a:latin typeface="Bitstream Charter"/>
                <a:ea typeface="Bitstream Charter"/>
                <a:cs typeface="Bitstream Charter"/>
              </a:rPr>
              <a:t>defines work</a:t>
            </a:r>
          </a:p>
        </p:txBody>
      </p:sp>
      <p:sp>
        <p:nvSpPr>
          <p:cNvPr id="11" name="">
            <a:extLst xmlns:a="http://schemas.openxmlformats.org/drawingml/2006/main">
              <a:ext uri="{FF2B5EF4-FFF2-40B4-BE49-F238E27FC236}">
                <a16:creationId xmlns:a16="http://schemas.microsoft.com/office/drawing/2014/main" id="{4FC91B33-7D35-45F9-8C3B-30A48D88BA95}"/>
              </a:ext>
            </a:extLst>
          </p:cNvPr>
          <p:cNvSpPr>
            <a:spLocks xmlns:a="http://schemas.openxmlformats.org/drawingml/2006/main" noGrp="1"/>
          </p:cNvSpPr>
          <p:nvPr/>
        </p:nvSpPr>
        <p:spPr>
          <a:xfrm xmlns:a="http://schemas.openxmlformats.org/drawingml/2006/main">
            <a:off x="2438400" y="2619375"/>
            <a:ext cx="247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4109"/>
          </a:bodyPr>
          <a:lstStyle xmlns:a="http://schemas.openxmlformats.org/drawingml/2006/main"/>
          <a:p xmlns:a="http://schemas.openxmlformats.org/drawingml/2006/main">
            <a:pPr algn="ctr">
              <a:defRPr sz="2100" b="1">
                <a:solidFill>
                  <a:srgbClr val="2E74B5"/>
                </a:solidFill>
                <a:latin typeface="Bitstream Charter"/>
                <a:ea typeface="Bitstream Charter"/>
                <a:cs typeface="Bitstream Charter"/>
              </a:defRPr>
            </a:pPr>
            <a:r>
              <a:rPr sz="2100" b="1">
                <a:solidFill>
                  <a:srgbClr val="2E74B5"/>
                </a:solidFill>
                <a:latin typeface="Bitstream Charter"/>
                <a:ea typeface="Bitstream Charter"/>
                <a:cs typeface="Bitstream Charter"/>
              </a:rPr>
              <a:t>→</a:t>
            </a:r>
          </a:p>
        </p:txBody>
      </p:sp>
      <p:sp>
        <p:nvSpPr>
          <p:cNvPr id="12" name="">
            <a:extLst xmlns:a="http://schemas.openxmlformats.org/drawingml/2006/main">
              <a:ext uri="{FF2B5EF4-FFF2-40B4-BE49-F238E27FC236}">
                <a16:creationId xmlns:a16="http://schemas.microsoft.com/office/drawing/2014/main" id="{9CD3D289-794E-4792-8AE1-98CA7FAB1EFD}"/>
              </a:ext>
            </a:extLst>
          </p:cNvPr>
          <p:cNvSpPr>
            <a:spLocks xmlns:a="http://schemas.openxmlformats.org/drawingml/2006/main" noGrp="1"/>
          </p:cNvSpPr>
          <p:nvPr/>
        </p:nvSpPr>
        <p:spPr>
          <a:xfrm xmlns:a="http://schemas.openxmlformats.org/drawingml/2006/main">
            <a:off x="2695575" y="2000250"/>
            <a:ext cx="2000250" cy="1809750"/>
          </a:xfrm>
          <a:prstGeom xmlns:a="http://schemas.openxmlformats.org/drawingml/2006/main" prst="roundRect">
            <a:avLst>
              <a:gd name="adj" fmla="val 4211"/>
            </a:avLst>
          </a:prstGeom>
          <a:solidFill xmlns:a="http://schemas.openxmlformats.org/drawingml/2006/main">
            <a:srgbClr val="F5F8FA"/>
          </a:solidFill>
          <a:ln xmlns:a="http://schemas.openxmlformats.org/drawingml/2006/main" w="9525">
            <a:solidFill>
              <a:srgbClr val="D5DEE6"/>
            </a:solidFill>
          </a:ln>
        </p:spPr>
      </p:sp>
      <p:sp>
        <p:nvSpPr>
          <p:cNvPr id="13" name="">
            <a:extLst xmlns:a="http://schemas.openxmlformats.org/drawingml/2006/main">
              <a:ext uri="{FF2B5EF4-FFF2-40B4-BE49-F238E27FC236}">
                <a16:creationId xmlns:a16="http://schemas.microsoft.com/office/drawing/2014/main" id="{E13F5780-7183-4D82-9F83-BAAFEA2A0D86}"/>
              </a:ext>
            </a:extLst>
          </p:cNvPr>
          <p:cNvSpPr>
            <a:spLocks xmlns:a="http://schemas.openxmlformats.org/drawingml/2006/main" noGrp="1"/>
          </p:cNvSpPr>
          <p:nvPr/>
        </p:nvSpPr>
        <p:spPr>
          <a:xfrm xmlns:a="http://schemas.openxmlformats.org/drawingml/2006/main">
            <a:off x="2867025" y="21717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615"/>
          </a:bodyPr>
          <a:lstStyle xmlns:a="http://schemas.openxmlformats.org/drawingml/2006/main"/>
          <a:p xmlns:a="http://schemas.openxmlformats.org/drawingml/2006/main">
            <a:pPr algn="l">
              <a:defRPr sz="1950" b="1">
                <a:solidFill>
                  <a:srgbClr val="2E74B5"/>
                </a:solidFill>
                <a:latin typeface="Bitstream Charter"/>
                <a:ea typeface="Bitstream Charter"/>
                <a:cs typeface="Bitstream Charter"/>
              </a:defRPr>
            </a:pPr>
            <a:r>
              <a:rPr sz="1950" b="1">
                <a:solidFill>
                  <a:srgbClr val="2E74B5"/>
                </a:solidFill>
                <a:latin typeface="Bitstream Charter"/>
                <a:ea typeface="Bitstream Charter"/>
                <a:cs typeface="Bitstream Charter"/>
              </a:rPr>
              <a:t>2</a:t>
            </a:r>
          </a:p>
        </p:txBody>
      </p:sp>
      <p:sp>
        <p:nvSpPr>
          <p:cNvPr id="14" name="">
            <a:extLst xmlns:a="http://schemas.openxmlformats.org/drawingml/2006/main">
              <a:ext uri="{FF2B5EF4-FFF2-40B4-BE49-F238E27FC236}">
                <a16:creationId xmlns:a16="http://schemas.microsoft.com/office/drawing/2014/main" id="{57567A18-3394-4ED9-AE2D-4CE368DD3541}"/>
              </a:ext>
            </a:extLst>
          </p:cNvPr>
          <p:cNvSpPr>
            <a:spLocks xmlns:a="http://schemas.openxmlformats.org/drawingml/2006/main" noGrp="1"/>
          </p:cNvSpPr>
          <p:nvPr/>
        </p:nvSpPr>
        <p:spPr>
          <a:xfrm xmlns:a="http://schemas.openxmlformats.org/drawingml/2006/main">
            <a:off x="2905125" y="2686050"/>
            <a:ext cx="158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Driver</a:t>
            </a:r>
          </a:p>
        </p:txBody>
      </p:sp>
      <p:sp>
        <p:nvSpPr>
          <p:cNvPr id="15" name="">
            <a:extLst xmlns:a="http://schemas.openxmlformats.org/drawingml/2006/main">
              <a:ext uri="{FF2B5EF4-FFF2-40B4-BE49-F238E27FC236}">
                <a16:creationId xmlns:a16="http://schemas.microsoft.com/office/drawing/2014/main" id="{F2772568-165C-4021-8D88-38AC65B46225}"/>
              </a:ext>
            </a:extLst>
          </p:cNvPr>
          <p:cNvSpPr>
            <a:spLocks xmlns:a="http://schemas.openxmlformats.org/drawingml/2006/main" noGrp="1"/>
          </p:cNvSpPr>
          <p:nvPr/>
        </p:nvSpPr>
        <p:spPr>
          <a:xfrm xmlns:a="http://schemas.openxmlformats.org/drawingml/2006/main">
            <a:off x="2905125" y="3181350"/>
            <a:ext cx="1581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17212B"/>
                </a:solidFill>
                <a:latin typeface="Bitstream Charter"/>
                <a:ea typeface="Bitstream Charter"/>
                <a:cs typeface="Bitstream Charter"/>
              </a:defRPr>
            </a:pPr>
            <a:r>
              <a:rPr sz="1125" b="0">
                <a:solidFill>
                  <a:srgbClr val="17212B"/>
                </a:solidFill>
                <a:latin typeface="Bitstream Charter"/>
                <a:ea typeface="Bitstream Charter"/>
                <a:cs typeface="Bitstream Charter"/>
              </a:rPr>
              <a:t>plans tasks</a:t>
            </a:r>
          </a:p>
        </p:txBody>
      </p:sp>
      <p:sp>
        <p:nvSpPr>
          <p:cNvPr id="16" name="">
            <a:extLst xmlns:a="http://schemas.openxmlformats.org/drawingml/2006/main">
              <a:ext uri="{FF2B5EF4-FFF2-40B4-BE49-F238E27FC236}">
                <a16:creationId xmlns:a16="http://schemas.microsoft.com/office/drawing/2014/main" id="{D1C2D8D9-B448-4530-9123-983A54406721}"/>
              </a:ext>
            </a:extLst>
          </p:cNvPr>
          <p:cNvSpPr>
            <a:spLocks xmlns:a="http://schemas.openxmlformats.org/drawingml/2006/main" noGrp="1"/>
          </p:cNvSpPr>
          <p:nvPr/>
        </p:nvSpPr>
        <p:spPr>
          <a:xfrm xmlns:a="http://schemas.openxmlformats.org/drawingml/2006/main">
            <a:off x="4705350" y="2619375"/>
            <a:ext cx="247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4109"/>
          </a:bodyPr>
          <a:lstStyle xmlns:a="http://schemas.openxmlformats.org/drawingml/2006/main"/>
          <a:p xmlns:a="http://schemas.openxmlformats.org/drawingml/2006/main">
            <a:pPr algn="ctr">
              <a:defRPr sz="2100" b="1">
                <a:solidFill>
                  <a:srgbClr val="2E74B5"/>
                </a:solidFill>
                <a:latin typeface="Bitstream Charter"/>
                <a:ea typeface="Bitstream Charter"/>
                <a:cs typeface="Bitstream Charter"/>
              </a:defRPr>
            </a:pPr>
            <a:r>
              <a:rPr sz="2100" b="1">
                <a:solidFill>
                  <a:srgbClr val="2E74B5"/>
                </a:solidFill>
                <a:latin typeface="Bitstream Charter"/>
                <a:ea typeface="Bitstream Charter"/>
                <a:cs typeface="Bitstream Charter"/>
              </a:rPr>
              <a:t>→</a:t>
            </a:r>
          </a:p>
        </p:txBody>
      </p:sp>
      <p:sp>
        <p:nvSpPr>
          <p:cNvPr id="17" name="">
            <a:extLst xmlns:a="http://schemas.openxmlformats.org/drawingml/2006/main">
              <a:ext uri="{FF2B5EF4-FFF2-40B4-BE49-F238E27FC236}">
                <a16:creationId xmlns:a16="http://schemas.microsoft.com/office/drawing/2014/main" id="{C206DD6D-34C0-4997-9E49-60AB511E36FC}"/>
              </a:ext>
            </a:extLst>
          </p:cNvPr>
          <p:cNvSpPr>
            <a:spLocks xmlns:a="http://schemas.openxmlformats.org/drawingml/2006/main" noGrp="1"/>
          </p:cNvSpPr>
          <p:nvPr/>
        </p:nvSpPr>
        <p:spPr>
          <a:xfrm xmlns:a="http://schemas.openxmlformats.org/drawingml/2006/main">
            <a:off x="4962525" y="2000250"/>
            <a:ext cx="2000250" cy="1809750"/>
          </a:xfrm>
          <a:prstGeom xmlns:a="http://schemas.openxmlformats.org/drawingml/2006/main" prst="roundRect">
            <a:avLst>
              <a:gd name="adj" fmla="val 4211"/>
            </a:avLst>
          </a:prstGeom>
          <a:solidFill xmlns:a="http://schemas.openxmlformats.org/drawingml/2006/main">
            <a:srgbClr val="F5F8FA"/>
          </a:solidFill>
          <a:ln xmlns:a="http://schemas.openxmlformats.org/drawingml/2006/main" w="9525">
            <a:solidFill>
              <a:srgbClr val="D5DEE6"/>
            </a:solidFill>
          </a:ln>
        </p:spPr>
      </p:sp>
      <p:sp>
        <p:nvSpPr>
          <p:cNvPr id="18" name="">
            <a:extLst xmlns:a="http://schemas.openxmlformats.org/drawingml/2006/main">
              <a:ext uri="{FF2B5EF4-FFF2-40B4-BE49-F238E27FC236}">
                <a16:creationId xmlns:a16="http://schemas.microsoft.com/office/drawing/2014/main" id="{9DD10356-735F-4F77-B8B1-F9835EB1A124}"/>
              </a:ext>
            </a:extLst>
          </p:cNvPr>
          <p:cNvSpPr>
            <a:spLocks xmlns:a="http://schemas.openxmlformats.org/drawingml/2006/main" noGrp="1"/>
          </p:cNvSpPr>
          <p:nvPr/>
        </p:nvSpPr>
        <p:spPr>
          <a:xfrm xmlns:a="http://schemas.openxmlformats.org/drawingml/2006/main">
            <a:off x="5133975" y="21717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615"/>
          </a:bodyPr>
          <a:lstStyle xmlns:a="http://schemas.openxmlformats.org/drawingml/2006/main"/>
          <a:p xmlns:a="http://schemas.openxmlformats.org/drawingml/2006/main">
            <a:pPr algn="l">
              <a:defRPr sz="1950" b="1">
                <a:solidFill>
                  <a:srgbClr val="2E74B5"/>
                </a:solidFill>
                <a:latin typeface="Bitstream Charter"/>
                <a:ea typeface="Bitstream Charter"/>
                <a:cs typeface="Bitstream Charter"/>
              </a:defRPr>
            </a:pPr>
            <a:r>
              <a:rPr sz="1950" b="1">
                <a:solidFill>
                  <a:srgbClr val="2E74B5"/>
                </a:solidFill>
                <a:latin typeface="Bitstream Charter"/>
                <a:ea typeface="Bitstream Charter"/>
                <a:cs typeface="Bitstream Charter"/>
              </a:rPr>
              <a:t>3</a:t>
            </a:r>
          </a:p>
        </p:txBody>
      </p:sp>
      <p:sp>
        <p:nvSpPr>
          <p:cNvPr id="19" name="">
            <a:extLst xmlns:a="http://schemas.openxmlformats.org/drawingml/2006/main">
              <a:ext uri="{FF2B5EF4-FFF2-40B4-BE49-F238E27FC236}">
                <a16:creationId xmlns:a16="http://schemas.microsoft.com/office/drawing/2014/main" id="{AA952284-1F89-49C1-997E-6B5CD9D4D602}"/>
              </a:ext>
            </a:extLst>
          </p:cNvPr>
          <p:cNvSpPr>
            <a:spLocks xmlns:a="http://schemas.openxmlformats.org/drawingml/2006/main" noGrp="1"/>
          </p:cNvSpPr>
          <p:nvPr/>
        </p:nvSpPr>
        <p:spPr>
          <a:xfrm xmlns:a="http://schemas.openxmlformats.org/drawingml/2006/main">
            <a:off x="5172075" y="2686050"/>
            <a:ext cx="158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Executors</a:t>
            </a:r>
          </a:p>
        </p:txBody>
      </p:sp>
      <p:sp>
        <p:nvSpPr>
          <p:cNvPr id="20" name="">
            <a:extLst xmlns:a="http://schemas.openxmlformats.org/drawingml/2006/main">
              <a:ext uri="{FF2B5EF4-FFF2-40B4-BE49-F238E27FC236}">
                <a16:creationId xmlns:a16="http://schemas.microsoft.com/office/drawing/2014/main" id="{D2AB00B5-0984-46E9-A350-5110F0788866}"/>
              </a:ext>
            </a:extLst>
          </p:cNvPr>
          <p:cNvSpPr>
            <a:spLocks xmlns:a="http://schemas.openxmlformats.org/drawingml/2006/main" noGrp="1"/>
          </p:cNvSpPr>
          <p:nvPr/>
        </p:nvSpPr>
        <p:spPr>
          <a:xfrm xmlns:a="http://schemas.openxmlformats.org/drawingml/2006/main">
            <a:off x="5172075" y="3181350"/>
            <a:ext cx="1581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17212B"/>
                </a:solidFill>
                <a:latin typeface="Bitstream Charter"/>
                <a:ea typeface="Bitstream Charter"/>
                <a:cs typeface="Bitstream Charter"/>
              </a:defRPr>
            </a:pPr>
            <a:r>
              <a:rPr sz="1125" b="0">
                <a:solidFill>
                  <a:srgbClr val="17212B"/>
                </a:solidFill>
                <a:latin typeface="Bitstream Charter"/>
                <a:ea typeface="Bitstream Charter"/>
                <a:cs typeface="Bitstream Charter"/>
              </a:rPr>
              <a:t>process partitions</a:t>
            </a:r>
          </a:p>
        </p:txBody>
      </p:sp>
      <p:sp>
        <p:nvSpPr>
          <p:cNvPr id="21" name="">
            <a:extLst xmlns:a="http://schemas.openxmlformats.org/drawingml/2006/main">
              <a:ext uri="{FF2B5EF4-FFF2-40B4-BE49-F238E27FC236}">
                <a16:creationId xmlns:a16="http://schemas.microsoft.com/office/drawing/2014/main" id="{A12B714A-BF88-49E6-91B8-2D5BAAB7B5BB}"/>
              </a:ext>
            </a:extLst>
          </p:cNvPr>
          <p:cNvSpPr>
            <a:spLocks xmlns:a="http://schemas.openxmlformats.org/drawingml/2006/main" noGrp="1"/>
          </p:cNvSpPr>
          <p:nvPr/>
        </p:nvSpPr>
        <p:spPr>
          <a:xfrm xmlns:a="http://schemas.openxmlformats.org/drawingml/2006/main">
            <a:off x="6972300" y="2619375"/>
            <a:ext cx="247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4109"/>
          </a:bodyPr>
          <a:lstStyle xmlns:a="http://schemas.openxmlformats.org/drawingml/2006/main"/>
          <a:p xmlns:a="http://schemas.openxmlformats.org/drawingml/2006/main">
            <a:pPr algn="ctr">
              <a:defRPr sz="2100" b="1">
                <a:solidFill>
                  <a:srgbClr val="2E74B5"/>
                </a:solidFill>
                <a:latin typeface="Bitstream Charter"/>
                <a:ea typeface="Bitstream Charter"/>
                <a:cs typeface="Bitstream Charter"/>
              </a:defRPr>
            </a:pPr>
            <a:r>
              <a:rPr sz="2100" b="1">
                <a:solidFill>
                  <a:srgbClr val="2E74B5"/>
                </a:solidFill>
                <a:latin typeface="Bitstream Charter"/>
                <a:ea typeface="Bitstream Charter"/>
                <a:cs typeface="Bitstream Charter"/>
              </a:rPr>
              <a:t>→</a:t>
            </a:r>
          </a:p>
        </p:txBody>
      </p:sp>
      <p:sp>
        <p:nvSpPr>
          <p:cNvPr id="22" name="">
            <a:extLst xmlns:a="http://schemas.openxmlformats.org/drawingml/2006/main">
              <a:ext uri="{FF2B5EF4-FFF2-40B4-BE49-F238E27FC236}">
                <a16:creationId xmlns:a16="http://schemas.microsoft.com/office/drawing/2014/main" id="{75D64400-5135-4618-8FC6-CB51B32395F2}"/>
              </a:ext>
            </a:extLst>
          </p:cNvPr>
          <p:cNvSpPr>
            <a:spLocks xmlns:a="http://schemas.openxmlformats.org/drawingml/2006/main" noGrp="1"/>
          </p:cNvSpPr>
          <p:nvPr/>
        </p:nvSpPr>
        <p:spPr>
          <a:xfrm xmlns:a="http://schemas.openxmlformats.org/drawingml/2006/main">
            <a:off x="7229475" y="2000250"/>
            <a:ext cx="2000250" cy="1809750"/>
          </a:xfrm>
          <a:prstGeom xmlns:a="http://schemas.openxmlformats.org/drawingml/2006/main" prst="roundRect">
            <a:avLst>
              <a:gd name="adj" fmla="val 4211"/>
            </a:avLst>
          </a:prstGeom>
          <a:solidFill xmlns:a="http://schemas.openxmlformats.org/drawingml/2006/main">
            <a:srgbClr val="F5F8FA"/>
          </a:solidFill>
          <a:ln xmlns:a="http://schemas.openxmlformats.org/drawingml/2006/main" w="9525">
            <a:solidFill>
              <a:srgbClr val="D5DEE6"/>
            </a:solidFill>
          </a:ln>
        </p:spPr>
      </p:sp>
      <p:sp>
        <p:nvSpPr>
          <p:cNvPr id="23" name="">
            <a:extLst xmlns:a="http://schemas.openxmlformats.org/drawingml/2006/main">
              <a:ext uri="{FF2B5EF4-FFF2-40B4-BE49-F238E27FC236}">
                <a16:creationId xmlns:a16="http://schemas.microsoft.com/office/drawing/2014/main" id="{87D83F3E-8FA7-4A31-B385-EA26DF7E4601}"/>
              </a:ext>
            </a:extLst>
          </p:cNvPr>
          <p:cNvSpPr>
            <a:spLocks xmlns:a="http://schemas.openxmlformats.org/drawingml/2006/main" noGrp="1"/>
          </p:cNvSpPr>
          <p:nvPr/>
        </p:nvSpPr>
        <p:spPr>
          <a:xfrm xmlns:a="http://schemas.openxmlformats.org/drawingml/2006/main">
            <a:off x="7400925" y="21717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615"/>
          </a:bodyPr>
          <a:lstStyle xmlns:a="http://schemas.openxmlformats.org/drawingml/2006/main"/>
          <a:p xmlns:a="http://schemas.openxmlformats.org/drawingml/2006/main">
            <a:pPr algn="l">
              <a:defRPr sz="1950" b="1">
                <a:solidFill>
                  <a:srgbClr val="2E74B5"/>
                </a:solidFill>
                <a:latin typeface="Bitstream Charter"/>
                <a:ea typeface="Bitstream Charter"/>
                <a:cs typeface="Bitstream Charter"/>
              </a:defRPr>
            </a:pPr>
            <a:r>
              <a:rPr sz="1950" b="1">
                <a:solidFill>
                  <a:srgbClr val="2E74B5"/>
                </a:solidFill>
                <a:latin typeface="Bitstream Charter"/>
                <a:ea typeface="Bitstream Charter"/>
                <a:cs typeface="Bitstream Charter"/>
              </a:rPr>
              <a:t>4</a:t>
            </a:r>
          </a:p>
        </p:txBody>
      </p:sp>
      <p:sp>
        <p:nvSpPr>
          <p:cNvPr id="24" name="">
            <a:extLst xmlns:a="http://schemas.openxmlformats.org/drawingml/2006/main">
              <a:ext uri="{FF2B5EF4-FFF2-40B4-BE49-F238E27FC236}">
                <a16:creationId xmlns:a16="http://schemas.microsoft.com/office/drawing/2014/main" id="{A757912C-2A32-46E3-81EA-1175EF47CC2E}"/>
              </a:ext>
            </a:extLst>
          </p:cNvPr>
          <p:cNvSpPr>
            <a:spLocks xmlns:a="http://schemas.openxmlformats.org/drawingml/2006/main" noGrp="1"/>
          </p:cNvSpPr>
          <p:nvPr/>
        </p:nvSpPr>
        <p:spPr>
          <a:xfrm xmlns:a="http://schemas.openxmlformats.org/drawingml/2006/main">
            <a:off x="7439025" y="2686050"/>
            <a:ext cx="158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Storage</a:t>
            </a:r>
          </a:p>
        </p:txBody>
      </p:sp>
      <p:sp>
        <p:nvSpPr>
          <p:cNvPr id="25" name="">
            <a:extLst xmlns:a="http://schemas.openxmlformats.org/drawingml/2006/main">
              <a:ext uri="{FF2B5EF4-FFF2-40B4-BE49-F238E27FC236}">
                <a16:creationId xmlns:a16="http://schemas.microsoft.com/office/drawing/2014/main" id="{2121274E-92F7-4A27-B066-F19695AA0257}"/>
              </a:ext>
            </a:extLst>
          </p:cNvPr>
          <p:cNvSpPr>
            <a:spLocks xmlns:a="http://schemas.openxmlformats.org/drawingml/2006/main" noGrp="1"/>
          </p:cNvSpPr>
          <p:nvPr/>
        </p:nvSpPr>
        <p:spPr>
          <a:xfrm xmlns:a="http://schemas.openxmlformats.org/drawingml/2006/main">
            <a:off x="7439025" y="3181350"/>
            <a:ext cx="1581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17212B"/>
                </a:solidFill>
                <a:latin typeface="Bitstream Charter"/>
                <a:ea typeface="Bitstream Charter"/>
                <a:cs typeface="Bitstream Charter"/>
              </a:defRPr>
            </a:pPr>
            <a:r>
              <a:rPr sz="1125" b="0">
                <a:solidFill>
                  <a:srgbClr val="17212B"/>
                </a:solidFill>
                <a:latin typeface="Bitstream Charter"/>
                <a:ea typeface="Bitstream Charter"/>
                <a:cs typeface="Bitstream Charter"/>
              </a:rPr>
              <a:t>supplies data</a:t>
            </a:r>
          </a:p>
        </p:txBody>
      </p:sp>
      <p:sp>
        <p:nvSpPr>
          <p:cNvPr id="26" name="">
            <a:extLst xmlns:a="http://schemas.openxmlformats.org/drawingml/2006/main">
              <a:ext uri="{FF2B5EF4-FFF2-40B4-BE49-F238E27FC236}">
                <a16:creationId xmlns:a16="http://schemas.microsoft.com/office/drawing/2014/main" id="{9CBA6621-445A-4A92-B12E-24790663AEEC}"/>
              </a:ext>
            </a:extLst>
          </p:cNvPr>
          <p:cNvSpPr>
            <a:spLocks xmlns:a="http://schemas.openxmlformats.org/drawingml/2006/main" noGrp="1"/>
          </p:cNvSpPr>
          <p:nvPr/>
        </p:nvSpPr>
        <p:spPr>
          <a:xfrm xmlns:a="http://schemas.openxmlformats.org/drawingml/2006/main">
            <a:off x="9239250" y="2619375"/>
            <a:ext cx="247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4109"/>
          </a:bodyPr>
          <a:lstStyle xmlns:a="http://schemas.openxmlformats.org/drawingml/2006/main"/>
          <a:p xmlns:a="http://schemas.openxmlformats.org/drawingml/2006/main">
            <a:pPr algn="ctr">
              <a:defRPr sz="2100" b="1">
                <a:solidFill>
                  <a:srgbClr val="2E74B5"/>
                </a:solidFill>
                <a:latin typeface="Bitstream Charter"/>
                <a:ea typeface="Bitstream Charter"/>
                <a:cs typeface="Bitstream Charter"/>
              </a:defRPr>
            </a:pPr>
            <a:r>
              <a:rPr sz="2100" b="1">
                <a:solidFill>
                  <a:srgbClr val="2E74B5"/>
                </a:solidFill>
                <a:latin typeface="Bitstream Charter"/>
                <a:ea typeface="Bitstream Charter"/>
                <a:cs typeface="Bitstream Charter"/>
              </a:rPr>
              <a:t>→</a:t>
            </a:r>
          </a:p>
        </p:txBody>
      </p:sp>
      <p:sp>
        <p:nvSpPr>
          <p:cNvPr id="27" name="">
            <a:extLst xmlns:a="http://schemas.openxmlformats.org/drawingml/2006/main">
              <a:ext uri="{FF2B5EF4-FFF2-40B4-BE49-F238E27FC236}">
                <a16:creationId xmlns:a16="http://schemas.microsoft.com/office/drawing/2014/main" id="{9F44D66F-BD0B-46BE-BD12-080F1BA23212}"/>
              </a:ext>
            </a:extLst>
          </p:cNvPr>
          <p:cNvSpPr>
            <a:spLocks xmlns:a="http://schemas.openxmlformats.org/drawingml/2006/main" noGrp="1"/>
          </p:cNvSpPr>
          <p:nvPr/>
        </p:nvSpPr>
        <p:spPr>
          <a:xfrm xmlns:a="http://schemas.openxmlformats.org/drawingml/2006/main">
            <a:off x="9496425" y="2000250"/>
            <a:ext cx="2000250" cy="1809750"/>
          </a:xfrm>
          <a:prstGeom xmlns:a="http://schemas.openxmlformats.org/drawingml/2006/main" prst="roundRect">
            <a:avLst>
              <a:gd name="adj" fmla="val 4211"/>
            </a:avLst>
          </a:prstGeom>
          <a:solidFill xmlns:a="http://schemas.openxmlformats.org/drawingml/2006/main">
            <a:srgbClr val="ECF7F1"/>
          </a:solidFill>
          <a:ln xmlns:a="http://schemas.openxmlformats.org/drawingml/2006/main" w="9525">
            <a:solidFill>
              <a:srgbClr val="D5DEE6"/>
            </a:solidFill>
          </a:ln>
        </p:spPr>
      </p:sp>
      <p:sp>
        <p:nvSpPr>
          <p:cNvPr id="28" name="">
            <a:extLst xmlns:a="http://schemas.openxmlformats.org/drawingml/2006/main">
              <a:ext uri="{FF2B5EF4-FFF2-40B4-BE49-F238E27FC236}">
                <a16:creationId xmlns:a16="http://schemas.microsoft.com/office/drawing/2014/main" id="{E4B4848D-5043-4640-9B86-3CF03038607C}"/>
              </a:ext>
            </a:extLst>
          </p:cNvPr>
          <p:cNvSpPr>
            <a:spLocks xmlns:a="http://schemas.openxmlformats.org/drawingml/2006/main" noGrp="1"/>
          </p:cNvSpPr>
          <p:nvPr/>
        </p:nvSpPr>
        <p:spPr>
          <a:xfrm xmlns:a="http://schemas.openxmlformats.org/drawingml/2006/main">
            <a:off x="9667875" y="21717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615"/>
          </a:bodyPr>
          <a:lstStyle xmlns:a="http://schemas.openxmlformats.org/drawingml/2006/main"/>
          <a:p xmlns:a="http://schemas.openxmlformats.org/drawingml/2006/main">
            <a:pPr algn="l">
              <a:defRPr sz="1950" b="1">
                <a:solidFill>
                  <a:srgbClr val="2F7D5A"/>
                </a:solidFill>
                <a:latin typeface="Bitstream Charter"/>
                <a:ea typeface="Bitstream Charter"/>
                <a:cs typeface="Bitstream Charter"/>
              </a:defRPr>
            </a:pPr>
            <a:r>
              <a:rPr sz="1950" b="1">
                <a:solidFill>
                  <a:srgbClr val="2F7D5A"/>
                </a:solidFill>
                <a:latin typeface="Bitstream Charter"/>
                <a:ea typeface="Bitstream Charter"/>
                <a:cs typeface="Bitstream Charter"/>
              </a:rPr>
              <a:t>5</a:t>
            </a:r>
          </a:p>
        </p:txBody>
      </p:sp>
      <p:sp>
        <p:nvSpPr>
          <p:cNvPr id="29" name="">
            <a:extLst xmlns:a="http://schemas.openxmlformats.org/drawingml/2006/main">
              <a:ext uri="{FF2B5EF4-FFF2-40B4-BE49-F238E27FC236}">
                <a16:creationId xmlns:a16="http://schemas.microsoft.com/office/drawing/2014/main" id="{E9B85CEB-2408-4D68-8B92-A5DC17EA5B13}"/>
              </a:ext>
            </a:extLst>
          </p:cNvPr>
          <p:cNvSpPr>
            <a:spLocks xmlns:a="http://schemas.openxmlformats.org/drawingml/2006/main" noGrp="1"/>
          </p:cNvSpPr>
          <p:nvPr/>
        </p:nvSpPr>
        <p:spPr>
          <a:xfrm xmlns:a="http://schemas.openxmlformats.org/drawingml/2006/main">
            <a:off x="9705975" y="2686050"/>
            <a:ext cx="158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Result</a:t>
            </a:r>
          </a:p>
        </p:txBody>
      </p:sp>
      <p:sp>
        <p:nvSpPr>
          <p:cNvPr id="30" name="">
            <a:extLst xmlns:a="http://schemas.openxmlformats.org/drawingml/2006/main">
              <a:ext uri="{FF2B5EF4-FFF2-40B4-BE49-F238E27FC236}">
                <a16:creationId xmlns:a16="http://schemas.microsoft.com/office/drawing/2014/main" id="{C01AA0C1-D2FB-4CD9-9BFE-8FD99E172231}"/>
              </a:ext>
            </a:extLst>
          </p:cNvPr>
          <p:cNvSpPr>
            <a:spLocks xmlns:a="http://schemas.openxmlformats.org/drawingml/2006/main" noGrp="1"/>
          </p:cNvSpPr>
          <p:nvPr/>
        </p:nvSpPr>
        <p:spPr>
          <a:xfrm xmlns:a="http://schemas.openxmlformats.org/drawingml/2006/main">
            <a:off x="9705975" y="3181350"/>
            <a:ext cx="1581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17212B"/>
                </a:solidFill>
                <a:latin typeface="Bitstream Charter"/>
                <a:ea typeface="Bitstream Charter"/>
                <a:cs typeface="Bitstream Charter"/>
              </a:defRPr>
            </a:pPr>
            <a:r>
              <a:rPr sz="1125" b="0">
                <a:solidFill>
                  <a:srgbClr val="17212B"/>
                </a:solidFill>
                <a:latin typeface="Bitstream Charter"/>
                <a:ea typeface="Bitstream Charter"/>
                <a:cs typeface="Bitstream Charter"/>
              </a:rPr>
              <a:t>returns or writes</a:t>
            </a:r>
          </a:p>
        </p:txBody>
      </p:sp>
      <p:sp>
        <p:nvSpPr>
          <p:cNvPr id="31" name="">
            <a:extLst xmlns:a="http://schemas.openxmlformats.org/drawingml/2006/main">
              <a:ext uri="{FF2B5EF4-FFF2-40B4-BE49-F238E27FC236}">
                <a16:creationId xmlns:a16="http://schemas.microsoft.com/office/drawing/2014/main" id="{19EE8886-1BD8-41AC-8310-43E5F1736D0B}"/>
              </a:ext>
            </a:extLst>
          </p:cNvPr>
          <p:cNvSpPr>
            <a:spLocks xmlns:a="http://schemas.openxmlformats.org/drawingml/2006/main" noGrp="1"/>
          </p:cNvSpPr>
          <p:nvPr/>
        </p:nvSpPr>
        <p:spPr>
          <a:xfrm xmlns:a="http://schemas.openxmlformats.org/drawingml/2006/main">
            <a:off x="1381125" y="4572000"/>
            <a:ext cx="9429750" cy="742950"/>
          </a:xfrm>
          <a:prstGeom xmlns:a="http://schemas.openxmlformats.org/drawingml/2006/main" prst="roundRect">
            <a:avLst>
              <a:gd name="adj" fmla="val 10256"/>
            </a:avLst>
          </a:prstGeom>
          <a:solidFill xmlns:a="http://schemas.openxmlformats.org/drawingml/2006/main">
            <a:srgbClr val="09233B"/>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4AC54C5D-17C2-45AF-AB17-07DC32F6D828}"/>
              </a:ext>
            </a:extLst>
          </p:cNvPr>
          <p:cNvSpPr>
            <a:spLocks xmlns:a="http://schemas.openxmlformats.org/drawingml/2006/main" noGrp="1"/>
          </p:cNvSpPr>
          <p:nvPr/>
        </p:nvSpPr>
        <p:spPr>
          <a:xfrm xmlns:a="http://schemas.openxmlformats.org/drawingml/2006/main">
            <a:off x="1666875" y="4714875"/>
            <a:ext cx="885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Bitstream Charter"/>
                <a:ea typeface="Bitstream Charter"/>
                <a:cs typeface="Bitstream Charter"/>
              </a:defRPr>
            </a:pPr>
            <a:r>
              <a:rPr sz="1650" b="1">
                <a:solidFill>
                  <a:srgbClr val="FFFFFF"/>
                </a:solidFill>
                <a:latin typeface="Bitstream Charter"/>
                <a:ea typeface="Bitstream Charter"/>
                <a:cs typeface="Bitstream Charter"/>
              </a:rPr>
              <a:t>A DataFrame describes distributed work; it is not one local Java List in driver memory.</a:t>
            </a:r>
          </a:p>
        </p:txBody>
      </p:sp>
    </p:spTree>
    <p:extLst>
      <p:ext uri="{BB962C8B-B14F-4D97-AF65-F5344CB8AC3E}">
        <p14:creationId xmlns:p14="http://schemas.microsoft.com/office/powerpoint/2010/main" val="44373777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062C9FE-674D-42D3-AA71-9DC5B2F0A06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F5CA71B-05B7-448E-9AAA-2DDEE8D27A06}"/>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Transformations and actions</a:t>
            </a:r>
          </a:p>
        </p:txBody>
      </p:sp>
      <p:sp>
        <p:nvSpPr>
          <p:cNvPr id="3" name="">
            <a:extLst xmlns:a="http://schemas.openxmlformats.org/drawingml/2006/main">
              <a:ext uri="{FF2B5EF4-FFF2-40B4-BE49-F238E27FC236}">
                <a16:creationId xmlns:a16="http://schemas.microsoft.com/office/drawing/2014/main" id="{EE78CA2D-9977-42D4-A7F7-C12610E92DF8}"/>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The key idea behind lazy evaluation</a:t>
            </a:r>
          </a:p>
        </p:txBody>
      </p:sp>
      <p:sp>
        <p:nvSpPr>
          <p:cNvPr id="4" name="">
            <a:extLst xmlns:a="http://schemas.openxmlformats.org/drawingml/2006/main">
              <a:ext uri="{FF2B5EF4-FFF2-40B4-BE49-F238E27FC236}">
                <a16:creationId xmlns:a16="http://schemas.microsoft.com/office/drawing/2014/main" id="{7C39B0A5-98A5-4550-A362-6578F4D06658}"/>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E9833AC-6519-47C9-B938-70786E9FAE88}"/>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1C2BDBE8-493E-48AB-98A6-95B0ADBB6E51}"/>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17</a:t>
            </a:r>
          </a:p>
        </p:txBody>
      </p:sp>
      <p:sp>
        <p:nvSpPr>
          <p:cNvPr id="7" name="">
            <a:extLst xmlns:a="http://schemas.openxmlformats.org/drawingml/2006/main">
              <a:ext uri="{FF2B5EF4-FFF2-40B4-BE49-F238E27FC236}">
                <a16:creationId xmlns:a16="http://schemas.microsoft.com/office/drawing/2014/main" id="{770DEC03-8430-4F75-B871-ECAB5F71411C}"/>
              </a:ext>
            </a:extLst>
          </p:cNvPr>
          <p:cNvSpPr>
            <a:spLocks xmlns:a="http://schemas.openxmlformats.org/drawingml/2006/main" noGrp="1"/>
          </p:cNvSpPr>
          <p:nvPr/>
        </p:nvSpPr>
        <p:spPr>
          <a:xfrm xmlns:a="http://schemas.openxmlformats.org/drawingml/2006/main">
            <a:off x="666750" y="1666875"/>
            <a:ext cx="5095875" cy="3143250"/>
          </a:xfrm>
          <a:prstGeom xmlns:a="http://schemas.openxmlformats.org/drawingml/2006/main" prst="roundRect">
            <a:avLst>
              <a:gd name="adj" fmla="val 2424"/>
            </a:avLst>
          </a:prstGeom>
          <a:solidFill xmlns:a="http://schemas.openxmlformats.org/drawingml/2006/main">
            <a:srgbClr val="EAF4FB"/>
          </a:solidFill>
          <a:ln xmlns:a="http://schemas.openxmlformats.org/drawingml/2006/main" w="9525">
            <a:solidFill>
              <a:srgbClr val="D5DEE6"/>
            </a:solidFill>
          </a:ln>
        </p:spPr>
      </p:sp>
      <p:sp>
        <p:nvSpPr>
          <p:cNvPr id="8" name="">
            <a:extLst xmlns:a="http://schemas.openxmlformats.org/drawingml/2006/main">
              <a:ext uri="{FF2B5EF4-FFF2-40B4-BE49-F238E27FC236}">
                <a16:creationId xmlns:a16="http://schemas.microsoft.com/office/drawing/2014/main" id="{199F50C7-684D-43BC-9739-4DF36819BD13}"/>
              </a:ext>
            </a:extLst>
          </p:cNvPr>
          <p:cNvSpPr>
            <a:spLocks xmlns:a="http://schemas.openxmlformats.org/drawingml/2006/main" noGrp="1"/>
          </p:cNvSpPr>
          <p:nvPr/>
        </p:nvSpPr>
        <p:spPr>
          <a:xfrm xmlns:a="http://schemas.openxmlformats.org/drawingml/2006/main">
            <a:off x="6429375" y="1666875"/>
            <a:ext cx="5095875" cy="3143250"/>
          </a:xfrm>
          <a:prstGeom xmlns:a="http://schemas.openxmlformats.org/drawingml/2006/main" prst="roundRect">
            <a:avLst>
              <a:gd name="adj" fmla="val 2424"/>
            </a:avLst>
          </a:prstGeom>
          <a:solidFill xmlns:a="http://schemas.openxmlformats.org/drawingml/2006/main">
            <a:srgbClr val="ECF7F1"/>
          </a:solidFill>
          <a:ln xmlns:a="http://schemas.openxmlformats.org/drawingml/2006/main" w="9525">
            <a:solidFill>
              <a:srgbClr val="D5DEE6"/>
            </a:solidFill>
          </a:ln>
        </p:spPr>
      </p:sp>
      <p:sp>
        <p:nvSpPr>
          <p:cNvPr id="9" name="">
            <a:extLst xmlns:a="http://schemas.openxmlformats.org/drawingml/2006/main">
              <a:ext uri="{FF2B5EF4-FFF2-40B4-BE49-F238E27FC236}">
                <a16:creationId xmlns:a16="http://schemas.microsoft.com/office/drawing/2014/main" id="{40157C28-6BCA-4995-A605-29AF26E9B8CB}"/>
              </a:ext>
            </a:extLst>
          </p:cNvPr>
          <p:cNvSpPr>
            <a:spLocks xmlns:a="http://schemas.openxmlformats.org/drawingml/2006/main" noGrp="1"/>
          </p:cNvSpPr>
          <p:nvPr/>
        </p:nvSpPr>
        <p:spPr>
          <a:xfrm xmlns:a="http://schemas.openxmlformats.org/drawingml/2006/main">
            <a:off x="952500" y="1857375"/>
            <a:ext cx="4524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1">
                <a:solidFill>
                  <a:srgbClr val="09233B"/>
                </a:solidFill>
                <a:latin typeface="Bitstream Charter"/>
                <a:ea typeface="Bitstream Charter"/>
                <a:cs typeface="Bitstream Charter"/>
              </a:defRPr>
            </a:pPr>
            <a:r>
              <a:rPr sz="1950" b="1">
                <a:solidFill>
                  <a:srgbClr val="09233B"/>
                </a:solidFill>
                <a:latin typeface="Bitstream Charter"/>
                <a:ea typeface="Bitstream Charter"/>
                <a:cs typeface="Bitstream Charter"/>
              </a:rPr>
              <a:t>Transformations</a:t>
            </a:r>
          </a:p>
        </p:txBody>
      </p:sp>
      <p:sp>
        <p:nvSpPr>
          <p:cNvPr id="10" name="">
            <a:extLst xmlns:a="http://schemas.openxmlformats.org/drawingml/2006/main">
              <a:ext uri="{FF2B5EF4-FFF2-40B4-BE49-F238E27FC236}">
                <a16:creationId xmlns:a16="http://schemas.microsoft.com/office/drawing/2014/main" id="{748A9D19-6753-4056-9B98-6C5E4ED2E6BB}"/>
              </a:ext>
            </a:extLst>
          </p:cNvPr>
          <p:cNvSpPr>
            <a:spLocks xmlns:a="http://schemas.openxmlformats.org/drawingml/2006/main" noGrp="1"/>
          </p:cNvSpPr>
          <p:nvPr/>
        </p:nvSpPr>
        <p:spPr>
          <a:xfrm xmlns:a="http://schemas.openxmlformats.org/drawingml/2006/main">
            <a:off x="952500" y="2428875"/>
            <a:ext cx="45243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7212B"/>
                </a:solidFill>
                <a:latin typeface="Bitstream Charter"/>
                <a:ea typeface="Bitstream Charter"/>
                <a:cs typeface="Bitstream Charter"/>
              </a:defRPr>
            </a:pPr>
            <a:r>
              <a:rPr sz="1425" b="0">
                <a:solidFill>
                  <a:srgbClr val="17212B"/>
                </a:solidFill>
                <a:latin typeface="Bitstream Charter"/>
                <a:ea typeface="Bitstream Charter"/>
                <a:cs typeface="Bitstream Charter"/>
              </a:rPr>
              <a:t>filter</a:t>
            </a:r>
          </a:p>
          <a:p xmlns:a="http://schemas.openxmlformats.org/drawingml/2006/main">
            <a:pPr algn="l">
              <a:defRPr sz="1425" b="0">
                <a:solidFill>
                  <a:srgbClr val="17212B"/>
                </a:solidFill>
                <a:latin typeface="Bitstream Charter"/>
                <a:ea typeface="Bitstream Charter"/>
                <a:cs typeface="Bitstream Charter"/>
              </a:defRPr>
            </a:pPr>
            <a:r>
              <a:rPr sz="1425" b="0">
                <a:solidFill>
                  <a:srgbClr val="17212B"/>
                </a:solidFill>
                <a:latin typeface="Bitstream Charter"/>
                <a:ea typeface="Bitstream Charter"/>
                <a:cs typeface="Bitstream Charter"/>
              </a:rPr>
              <a:t>select</a:t>
            </a:r>
          </a:p>
          <a:p xmlns:a="http://schemas.openxmlformats.org/drawingml/2006/main">
            <a:pPr algn="l">
              <a:defRPr sz="1425" b="0">
                <a:solidFill>
                  <a:srgbClr val="17212B"/>
                </a:solidFill>
                <a:latin typeface="Bitstream Charter"/>
                <a:ea typeface="Bitstream Charter"/>
                <a:cs typeface="Bitstream Charter"/>
              </a:defRPr>
            </a:pPr>
            <a:r>
              <a:rPr sz="1425" b="0">
                <a:solidFill>
                  <a:srgbClr val="17212B"/>
                </a:solidFill>
                <a:latin typeface="Bitstream Charter"/>
                <a:ea typeface="Bitstream Charter"/>
                <a:cs typeface="Bitstream Charter"/>
              </a:rPr>
              <a:t>withColumn</a:t>
            </a:r>
          </a:p>
          <a:p xmlns:a="http://schemas.openxmlformats.org/drawingml/2006/main">
            <a:pPr algn="l">
              <a:defRPr sz="1425" b="0">
                <a:solidFill>
                  <a:srgbClr val="17212B"/>
                </a:solidFill>
                <a:latin typeface="Bitstream Charter"/>
                <a:ea typeface="Bitstream Charter"/>
                <a:cs typeface="Bitstream Charter"/>
              </a:defRPr>
            </a:pPr>
            <a:r>
              <a:rPr sz="1425" b="0">
                <a:solidFill>
                  <a:srgbClr val="17212B"/>
                </a:solidFill>
                <a:latin typeface="Bitstream Charter"/>
                <a:ea typeface="Bitstream Charter"/>
                <a:cs typeface="Bitstream Charter"/>
              </a:rPr>
              <a:t>groupBy</a:t>
            </a:r>
          </a:p>
          <a:p xmlns:a="http://schemas.openxmlformats.org/drawingml/2006/main">
            <a:pPr algn="l">
              <a:defRPr sz="1425" b="0">
                <a:solidFill>
                  <a:srgbClr val="17212B"/>
                </a:solidFill>
                <a:latin typeface="Bitstream Charter"/>
                <a:ea typeface="Bitstream Charter"/>
                <a:cs typeface="Bitstream Charter"/>
              </a:defRPr>
            </a:pPr>
            <a:r>
              <a:rPr sz="1425" b="0">
                <a:solidFill>
                  <a:srgbClr val="17212B"/>
                </a:solidFill>
                <a:latin typeface="Bitstream Charter"/>
                <a:ea typeface="Bitstream Charter"/>
                <a:cs typeface="Bitstream Charter"/>
              </a:rPr>
              <a:t>Describe a new DataFrame</a:t>
            </a:r>
          </a:p>
        </p:txBody>
      </p:sp>
      <p:sp>
        <p:nvSpPr>
          <p:cNvPr id="11" name="">
            <a:extLst xmlns:a="http://schemas.openxmlformats.org/drawingml/2006/main">
              <a:ext uri="{FF2B5EF4-FFF2-40B4-BE49-F238E27FC236}">
                <a16:creationId xmlns:a16="http://schemas.microsoft.com/office/drawing/2014/main" id="{87AA0162-23D0-4F88-8EC2-BD1D666752A8}"/>
              </a:ext>
            </a:extLst>
          </p:cNvPr>
          <p:cNvSpPr>
            <a:spLocks xmlns:a="http://schemas.openxmlformats.org/drawingml/2006/main" noGrp="1"/>
          </p:cNvSpPr>
          <p:nvPr/>
        </p:nvSpPr>
        <p:spPr>
          <a:xfrm xmlns:a="http://schemas.openxmlformats.org/drawingml/2006/main">
            <a:off x="6715125" y="1857375"/>
            <a:ext cx="4524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1">
                <a:solidFill>
                  <a:srgbClr val="09233B"/>
                </a:solidFill>
                <a:latin typeface="Bitstream Charter"/>
                <a:ea typeface="Bitstream Charter"/>
                <a:cs typeface="Bitstream Charter"/>
              </a:defRPr>
            </a:pPr>
            <a:r>
              <a:rPr sz="1950" b="1">
                <a:solidFill>
                  <a:srgbClr val="09233B"/>
                </a:solidFill>
                <a:latin typeface="Bitstream Charter"/>
                <a:ea typeface="Bitstream Charter"/>
                <a:cs typeface="Bitstream Charter"/>
              </a:rPr>
              <a:t>Actions</a:t>
            </a:r>
          </a:p>
        </p:txBody>
      </p:sp>
      <p:sp>
        <p:nvSpPr>
          <p:cNvPr id="12" name="">
            <a:extLst xmlns:a="http://schemas.openxmlformats.org/drawingml/2006/main">
              <a:ext uri="{FF2B5EF4-FFF2-40B4-BE49-F238E27FC236}">
                <a16:creationId xmlns:a16="http://schemas.microsoft.com/office/drawing/2014/main" id="{D57DFB34-F4D1-4B99-9CD9-DE60E03BF577}"/>
              </a:ext>
            </a:extLst>
          </p:cNvPr>
          <p:cNvSpPr>
            <a:spLocks xmlns:a="http://schemas.openxmlformats.org/drawingml/2006/main" noGrp="1"/>
          </p:cNvSpPr>
          <p:nvPr/>
        </p:nvSpPr>
        <p:spPr>
          <a:xfrm xmlns:a="http://schemas.openxmlformats.org/drawingml/2006/main">
            <a:off x="6715125" y="2428875"/>
            <a:ext cx="45243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7212B"/>
                </a:solidFill>
                <a:latin typeface="Bitstream Charter"/>
                <a:ea typeface="Bitstream Charter"/>
                <a:cs typeface="Bitstream Charter"/>
              </a:defRPr>
            </a:pPr>
            <a:r>
              <a:rPr sz="1425" b="0">
                <a:solidFill>
                  <a:srgbClr val="17212B"/>
                </a:solidFill>
                <a:latin typeface="Bitstream Charter"/>
                <a:ea typeface="Bitstream Charter"/>
                <a:cs typeface="Bitstream Charter"/>
              </a:rPr>
              <a:t>display</a:t>
            </a:r>
          </a:p>
          <a:p xmlns:a="http://schemas.openxmlformats.org/drawingml/2006/main">
            <a:pPr algn="l">
              <a:defRPr sz="1425" b="0">
                <a:solidFill>
                  <a:srgbClr val="17212B"/>
                </a:solidFill>
                <a:latin typeface="Bitstream Charter"/>
                <a:ea typeface="Bitstream Charter"/>
                <a:cs typeface="Bitstream Charter"/>
              </a:defRPr>
            </a:pPr>
            <a:r>
              <a:rPr sz="1425" b="0">
                <a:solidFill>
                  <a:srgbClr val="17212B"/>
                </a:solidFill>
                <a:latin typeface="Bitstream Charter"/>
                <a:ea typeface="Bitstream Charter"/>
                <a:cs typeface="Bitstream Charter"/>
              </a:rPr>
              <a:t>count</a:t>
            </a:r>
          </a:p>
          <a:p xmlns:a="http://schemas.openxmlformats.org/drawingml/2006/main">
            <a:pPr algn="l">
              <a:defRPr sz="1425" b="0">
                <a:solidFill>
                  <a:srgbClr val="17212B"/>
                </a:solidFill>
                <a:latin typeface="Bitstream Charter"/>
                <a:ea typeface="Bitstream Charter"/>
                <a:cs typeface="Bitstream Charter"/>
              </a:defRPr>
            </a:pPr>
            <a:r>
              <a:rPr sz="1425" b="0">
                <a:solidFill>
                  <a:srgbClr val="17212B"/>
                </a:solidFill>
                <a:latin typeface="Bitstream Charter"/>
                <a:ea typeface="Bitstream Charter"/>
                <a:cs typeface="Bitstream Charter"/>
              </a:rPr>
              <a:t>collect</a:t>
            </a:r>
          </a:p>
          <a:p xmlns:a="http://schemas.openxmlformats.org/drawingml/2006/main">
            <a:pPr algn="l">
              <a:defRPr sz="1425" b="0">
                <a:solidFill>
                  <a:srgbClr val="17212B"/>
                </a:solidFill>
                <a:latin typeface="Bitstream Charter"/>
                <a:ea typeface="Bitstream Charter"/>
                <a:cs typeface="Bitstream Charter"/>
              </a:defRPr>
            </a:pPr>
            <a:r>
              <a:rPr sz="1425" b="0">
                <a:solidFill>
                  <a:srgbClr val="17212B"/>
                </a:solidFill>
                <a:latin typeface="Bitstream Charter"/>
                <a:ea typeface="Bitstream Charter"/>
                <a:cs typeface="Bitstream Charter"/>
              </a:rPr>
              <a:t>write</a:t>
            </a:r>
          </a:p>
          <a:p xmlns:a="http://schemas.openxmlformats.org/drawingml/2006/main">
            <a:pPr algn="l">
              <a:defRPr sz="1425" b="0">
                <a:solidFill>
                  <a:srgbClr val="17212B"/>
                </a:solidFill>
                <a:latin typeface="Bitstream Charter"/>
                <a:ea typeface="Bitstream Charter"/>
                <a:cs typeface="Bitstream Charter"/>
              </a:defRPr>
            </a:pPr>
            <a:r>
              <a:rPr sz="1425" b="0">
                <a:solidFill>
                  <a:srgbClr val="17212B"/>
                </a:solidFill>
                <a:latin typeface="Bitstream Charter"/>
                <a:ea typeface="Bitstream Charter"/>
                <a:cs typeface="Bitstream Charter"/>
              </a:rPr>
              <a:t>Request work or output</a:t>
            </a:r>
          </a:p>
        </p:txBody>
      </p:sp>
      <p:sp>
        <p:nvSpPr>
          <p:cNvPr id="13" name="">
            <a:extLst xmlns:a="http://schemas.openxmlformats.org/drawingml/2006/main">
              <a:ext uri="{FF2B5EF4-FFF2-40B4-BE49-F238E27FC236}">
                <a16:creationId xmlns:a16="http://schemas.microsoft.com/office/drawing/2014/main" id="{594D3B25-3148-4948-B629-D2D3CD8B4927}"/>
              </a:ext>
            </a:extLst>
          </p:cNvPr>
          <p:cNvSpPr>
            <a:spLocks xmlns:a="http://schemas.openxmlformats.org/drawingml/2006/main" noGrp="1"/>
          </p:cNvSpPr>
          <p:nvPr/>
        </p:nvSpPr>
        <p:spPr>
          <a:xfrm xmlns:a="http://schemas.openxmlformats.org/drawingml/2006/main">
            <a:off x="1571625" y="5191125"/>
            <a:ext cx="9048750" cy="647700"/>
          </a:xfrm>
          <a:prstGeom xmlns:a="http://schemas.openxmlformats.org/drawingml/2006/main" prst="roundRect">
            <a:avLst>
              <a:gd name="adj" fmla="val 11765"/>
            </a:avLst>
          </a:prstGeom>
          <a:solidFill xmlns:a="http://schemas.openxmlformats.org/drawingml/2006/main">
            <a:srgbClr val="09233B"/>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01AD972-78DE-42F0-A86D-7B48A96B21CB}"/>
              </a:ext>
            </a:extLst>
          </p:cNvPr>
          <p:cNvSpPr>
            <a:spLocks xmlns:a="http://schemas.openxmlformats.org/drawingml/2006/main" noGrp="1"/>
          </p:cNvSpPr>
          <p:nvPr/>
        </p:nvSpPr>
        <p:spPr>
          <a:xfrm xmlns:a="http://schemas.openxmlformats.org/drawingml/2006/main">
            <a:off x="1809750" y="5286375"/>
            <a:ext cx="857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FFFFFF"/>
                </a:solidFill>
                <a:latin typeface="Bitstream Charter"/>
                <a:ea typeface="Bitstream Charter"/>
                <a:cs typeface="Bitstream Charter"/>
              </a:defRPr>
            </a:pPr>
            <a:r>
              <a:rPr sz="1575" b="1">
                <a:solidFill>
                  <a:srgbClr val="FFFFFF"/>
                </a:solidFill>
                <a:latin typeface="Bitstream Charter"/>
                <a:ea typeface="Bitstream Charter"/>
                <a:cs typeface="Bitstream Charter"/>
              </a:rPr>
              <a:t>Spark can optimize the complete plan before an action requests execution.</a:t>
            </a:r>
          </a:p>
        </p:txBody>
      </p:sp>
    </p:spTree>
    <p:extLst>
      <p:ext uri="{BB962C8B-B14F-4D97-AF65-F5344CB8AC3E}">
        <p14:creationId xmlns:p14="http://schemas.microsoft.com/office/powerpoint/2010/main" val="170017167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9361311-52C1-42FF-85ED-FB429224854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188F356-ADF9-4E12-B972-2D36DBED174C}"/>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Lazy evaluation</a:t>
            </a:r>
          </a:p>
        </p:txBody>
      </p:sp>
      <p:sp>
        <p:nvSpPr>
          <p:cNvPr id="3" name="">
            <a:extLst xmlns:a="http://schemas.openxmlformats.org/drawingml/2006/main">
              <a:ext uri="{FF2B5EF4-FFF2-40B4-BE49-F238E27FC236}">
                <a16:creationId xmlns:a16="http://schemas.microsoft.com/office/drawing/2014/main" id="{3B698BF1-672C-428C-BA52-8B44FCC76787}"/>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Why Spark can wait</a:t>
            </a:r>
          </a:p>
        </p:txBody>
      </p:sp>
      <p:sp>
        <p:nvSpPr>
          <p:cNvPr id="4" name="">
            <a:extLst xmlns:a="http://schemas.openxmlformats.org/drawingml/2006/main">
              <a:ext uri="{FF2B5EF4-FFF2-40B4-BE49-F238E27FC236}">
                <a16:creationId xmlns:a16="http://schemas.microsoft.com/office/drawing/2014/main" id="{FBA615EC-C8B3-4770-B891-E70E3336357F}"/>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17B0AC5-7AE4-4108-B7DE-111184982B0E}"/>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33A2D3CE-2495-463F-8551-8B91D3593D96}"/>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18</a:t>
            </a:r>
          </a:p>
        </p:txBody>
      </p:sp>
      <p:sp>
        <p:nvSpPr>
          <p:cNvPr id="7" name="">
            <a:extLst xmlns:a="http://schemas.openxmlformats.org/drawingml/2006/main">
              <a:ext uri="{FF2B5EF4-FFF2-40B4-BE49-F238E27FC236}">
                <a16:creationId xmlns:a16="http://schemas.microsoft.com/office/drawing/2014/main" id="{8536DC1F-2811-42E7-9763-256B5CF3F903}"/>
              </a:ext>
            </a:extLst>
          </p:cNvPr>
          <p:cNvSpPr>
            <a:spLocks xmlns:a="http://schemas.openxmlformats.org/drawingml/2006/main" noGrp="1"/>
          </p:cNvSpPr>
          <p:nvPr/>
        </p:nvSpPr>
        <p:spPr>
          <a:xfrm xmlns:a="http://schemas.openxmlformats.org/drawingml/2006/main">
            <a:off x="704850" y="1581150"/>
            <a:ext cx="1428750" cy="304800"/>
          </a:xfrm>
          <a:prstGeom xmlns:a="http://schemas.openxmlformats.org/drawingml/2006/main" prst="roundRect">
            <a:avLst>
              <a:gd name="adj" fmla="val 25000"/>
            </a:avLst>
          </a:prstGeom>
          <a:solidFill xmlns:a="http://schemas.openxmlformats.org/drawingml/2006/main">
            <a:srgbClr val="2E74B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71A3F95-10DC-4E9D-8FA3-EEFD586804FA}"/>
              </a:ext>
            </a:extLst>
          </p:cNvPr>
          <p:cNvSpPr>
            <a:spLocks xmlns:a="http://schemas.openxmlformats.org/drawingml/2006/main" noGrp="1"/>
          </p:cNvSpPr>
          <p:nvPr/>
        </p:nvSpPr>
        <p:spPr>
          <a:xfrm xmlns:a="http://schemas.openxmlformats.org/drawingml/2006/main">
            <a:off x="781050" y="1600200"/>
            <a:ext cx="1276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SIMPLE IDEA</a:t>
            </a:r>
          </a:p>
        </p:txBody>
      </p:sp>
      <p:sp>
        <p:nvSpPr>
          <p:cNvPr id="9" name="">
            <a:extLst xmlns:a="http://schemas.openxmlformats.org/drawingml/2006/main">
              <a:ext uri="{FF2B5EF4-FFF2-40B4-BE49-F238E27FC236}">
                <a16:creationId xmlns:a16="http://schemas.microsoft.com/office/drawing/2014/main" id="{EB8CBA43-93F1-432A-8B59-2858EF2B79ED}"/>
              </a:ext>
            </a:extLst>
          </p:cNvPr>
          <p:cNvSpPr>
            <a:spLocks xmlns:a="http://schemas.openxmlformats.org/drawingml/2006/main" noGrp="1"/>
          </p:cNvSpPr>
          <p:nvPr/>
        </p:nvSpPr>
        <p:spPr>
          <a:xfrm xmlns:a="http://schemas.openxmlformats.org/drawingml/2006/main">
            <a:off x="704850" y="1952625"/>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09233B"/>
                </a:solidFill>
                <a:latin typeface="Bitstream Charter"/>
                <a:ea typeface="Bitstream Charter"/>
                <a:cs typeface="Bitstream Charter"/>
              </a:defRPr>
            </a:pPr>
            <a:r>
              <a:rPr sz="2175" b="1">
                <a:solidFill>
                  <a:srgbClr val="09233B"/>
                </a:solidFill>
                <a:latin typeface="Bitstream Charter"/>
                <a:ea typeface="Bitstream Charter"/>
                <a:cs typeface="Bitstream Charter"/>
              </a:rPr>
              <a:t>Spark usually delays full processing until an action requests a result.</a:t>
            </a:r>
          </a:p>
        </p:txBody>
      </p:sp>
      <p:sp>
        <p:nvSpPr>
          <p:cNvPr id="10" name="">
            <a:extLst xmlns:a="http://schemas.openxmlformats.org/drawingml/2006/main">
              <a:ext uri="{FF2B5EF4-FFF2-40B4-BE49-F238E27FC236}">
                <a16:creationId xmlns:a16="http://schemas.microsoft.com/office/drawing/2014/main" id="{25FEDB42-0BA4-4AAE-A52F-32A26ADB4AF1}"/>
              </a:ext>
            </a:extLst>
          </p:cNvPr>
          <p:cNvSpPr>
            <a:spLocks xmlns:a="http://schemas.openxmlformats.org/drawingml/2006/main" noGrp="1"/>
          </p:cNvSpPr>
          <p:nvPr/>
        </p:nvSpPr>
        <p:spPr>
          <a:xfrm xmlns:a="http://schemas.openxmlformats.org/drawingml/2006/main">
            <a:off x="800100" y="3267075"/>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33FA11E-CA19-427C-A22D-C00863F795C8}"/>
              </a:ext>
            </a:extLst>
          </p:cNvPr>
          <p:cNvSpPr>
            <a:spLocks xmlns:a="http://schemas.openxmlformats.org/drawingml/2006/main" noGrp="1"/>
          </p:cNvSpPr>
          <p:nvPr/>
        </p:nvSpPr>
        <p:spPr>
          <a:xfrm xmlns:a="http://schemas.openxmlformats.org/drawingml/2006/main">
            <a:off x="1095375" y="31908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Several transformations form a logical plan.</a:t>
            </a:r>
          </a:p>
        </p:txBody>
      </p:sp>
      <p:sp>
        <p:nvSpPr>
          <p:cNvPr id="12" name="">
            <a:extLst xmlns:a="http://schemas.openxmlformats.org/drawingml/2006/main">
              <a:ext uri="{FF2B5EF4-FFF2-40B4-BE49-F238E27FC236}">
                <a16:creationId xmlns:a16="http://schemas.microsoft.com/office/drawing/2014/main" id="{53D23B4E-2086-42A6-9AC6-6CD6ACE6AFE3}"/>
              </a:ext>
            </a:extLst>
          </p:cNvPr>
          <p:cNvSpPr>
            <a:spLocks xmlns:a="http://schemas.openxmlformats.org/drawingml/2006/main" noGrp="1"/>
          </p:cNvSpPr>
          <p:nvPr/>
        </p:nvSpPr>
        <p:spPr>
          <a:xfrm xmlns:a="http://schemas.openxmlformats.org/drawingml/2006/main">
            <a:off x="800100" y="3848100"/>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C09AE0E-4F93-4BD2-A82C-358CC9A4D981}"/>
              </a:ext>
            </a:extLst>
          </p:cNvPr>
          <p:cNvSpPr>
            <a:spLocks xmlns:a="http://schemas.openxmlformats.org/drawingml/2006/main" noGrp="1"/>
          </p:cNvSpPr>
          <p:nvPr/>
        </p:nvSpPr>
        <p:spPr>
          <a:xfrm xmlns:a="http://schemas.openxmlformats.org/drawingml/2006/main">
            <a:off x="1095375" y="37719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Spark can prune unused columns and combine work.</a:t>
            </a:r>
          </a:p>
        </p:txBody>
      </p:sp>
      <p:sp>
        <p:nvSpPr>
          <p:cNvPr id="14" name="">
            <a:extLst xmlns:a="http://schemas.openxmlformats.org/drawingml/2006/main">
              <a:ext uri="{FF2B5EF4-FFF2-40B4-BE49-F238E27FC236}">
                <a16:creationId xmlns:a16="http://schemas.microsoft.com/office/drawing/2014/main" id="{51769FDD-DDD0-494E-9271-2361D2009DE2}"/>
              </a:ext>
            </a:extLst>
          </p:cNvPr>
          <p:cNvSpPr>
            <a:spLocks xmlns:a="http://schemas.openxmlformats.org/drawingml/2006/main" noGrp="1"/>
          </p:cNvSpPr>
          <p:nvPr/>
        </p:nvSpPr>
        <p:spPr>
          <a:xfrm xmlns:a="http://schemas.openxmlformats.org/drawingml/2006/main">
            <a:off x="800100" y="4429125"/>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79E50C3-236A-49C5-855A-85D32D3C6AB3}"/>
              </a:ext>
            </a:extLst>
          </p:cNvPr>
          <p:cNvSpPr>
            <a:spLocks xmlns:a="http://schemas.openxmlformats.org/drawingml/2006/main" noGrp="1"/>
          </p:cNvSpPr>
          <p:nvPr/>
        </p:nvSpPr>
        <p:spPr>
          <a:xfrm xmlns:a="http://schemas.openxmlformats.org/drawingml/2006/main">
            <a:off x="1095375" y="43529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display and count request output.</a:t>
            </a:r>
          </a:p>
        </p:txBody>
      </p:sp>
      <p:sp>
        <p:nvSpPr>
          <p:cNvPr id="16" name="">
            <a:extLst xmlns:a="http://schemas.openxmlformats.org/drawingml/2006/main">
              <a:ext uri="{FF2B5EF4-FFF2-40B4-BE49-F238E27FC236}">
                <a16:creationId xmlns:a16="http://schemas.microsoft.com/office/drawing/2014/main" id="{1C22A49D-DCFA-4444-BBD6-107346310CDC}"/>
              </a:ext>
            </a:extLst>
          </p:cNvPr>
          <p:cNvSpPr>
            <a:spLocks xmlns:a="http://schemas.openxmlformats.org/drawingml/2006/main" noGrp="1"/>
          </p:cNvSpPr>
          <p:nvPr/>
        </p:nvSpPr>
        <p:spPr>
          <a:xfrm xmlns:a="http://schemas.openxmlformats.org/drawingml/2006/main">
            <a:off x="800100" y="5010150"/>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DBCC7FE-5189-4D0F-8855-80B1637EA0FC}"/>
              </a:ext>
            </a:extLst>
          </p:cNvPr>
          <p:cNvSpPr>
            <a:spLocks xmlns:a="http://schemas.openxmlformats.org/drawingml/2006/main" noGrp="1"/>
          </p:cNvSpPr>
          <p:nvPr/>
        </p:nvSpPr>
        <p:spPr>
          <a:xfrm xmlns:a="http://schemas.openxmlformats.org/drawingml/2006/main">
            <a:off x="1095375" y="49339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write requests persistent output.</a:t>
            </a:r>
          </a:p>
        </p:txBody>
      </p:sp>
      <p:sp>
        <p:nvSpPr>
          <p:cNvPr id="18" name="">
            <a:extLst xmlns:a="http://schemas.openxmlformats.org/drawingml/2006/main">
              <a:ext uri="{FF2B5EF4-FFF2-40B4-BE49-F238E27FC236}">
                <a16:creationId xmlns:a16="http://schemas.microsoft.com/office/drawing/2014/main" id="{910914D3-0033-4F6C-B612-5A69AC53E7F3}"/>
              </a:ext>
            </a:extLst>
          </p:cNvPr>
          <p:cNvSpPr>
            <a:spLocks xmlns:a="http://schemas.openxmlformats.org/drawingml/2006/main" noGrp="1"/>
          </p:cNvSpPr>
          <p:nvPr/>
        </p:nvSpPr>
        <p:spPr>
          <a:xfrm xmlns:a="http://schemas.openxmlformats.org/drawingml/2006/main">
            <a:off x="7667625" y="1714500"/>
            <a:ext cx="3714750" cy="3238500"/>
          </a:xfrm>
          <a:prstGeom xmlns:a="http://schemas.openxmlformats.org/drawingml/2006/main" prst="roundRect">
            <a:avLst>
              <a:gd name="adj" fmla="val 2353"/>
            </a:avLst>
          </a:prstGeom>
          <a:solidFill xmlns:a="http://schemas.openxmlformats.org/drawingml/2006/main">
            <a:srgbClr val="F5F8FA"/>
          </a:solidFill>
          <a:ln xmlns:a="http://schemas.openxmlformats.org/drawingml/2006/main" w="9525">
            <a:solidFill>
              <a:srgbClr val="D5DEE6"/>
            </a:solidFill>
          </a:ln>
        </p:spPr>
      </p:sp>
      <p:sp>
        <p:nvSpPr>
          <p:cNvPr id="19" name="">
            <a:extLst xmlns:a="http://schemas.openxmlformats.org/drawingml/2006/main">
              <a:ext uri="{FF2B5EF4-FFF2-40B4-BE49-F238E27FC236}">
                <a16:creationId xmlns:a16="http://schemas.microsoft.com/office/drawing/2014/main" id="{5C051525-C280-46AD-AF29-A85432E00E35}"/>
              </a:ext>
            </a:extLst>
          </p:cNvPr>
          <p:cNvSpPr>
            <a:spLocks xmlns:a="http://schemas.openxmlformats.org/drawingml/2006/main" noGrp="1"/>
          </p:cNvSpPr>
          <p:nvPr/>
        </p:nvSpPr>
        <p:spPr>
          <a:xfrm xmlns:a="http://schemas.openxmlformats.org/drawingml/2006/main">
            <a:off x="7667625" y="1714500"/>
            <a:ext cx="85725" cy="3238500"/>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ABA567D-94E9-4D70-B79A-19CB0119EDCB}"/>
              </a:ext>
            </a:extLst>
          </p:cNvPr>
          <p:cNvSpPr>
            <a:spLocks xmlns:a="http://schemas.openxmlformats.org/drawingml/2006/main" noGrp="1"/>
          </p:cNvSpPr>
          <p:nvPr/>
        </p:nvSpPr>
        <p:spPr>
          <a:xfrm xmlns:a="http://schemas.openxmlformats.org/drawingml/2006/main">
            <a:off x="7905750" y="1847850"/>
            <a:ext cx="328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Example</a:t>
            </a:r>
          </a:p>
        </p:txBody>
      </p:sp>
      <p:sp>
        <p:nvSpPr>
          <p:cNvPr id="21" name="">
            <a:extLst xmlns:a="http://schemas.openxmlformats.org/drawingml/2006/main">
              <a:ext uri="{FF2B5EF4-FFF2-40B4-BE49-F238E27FC236}">
                <a16:creationId xmlns:a16="http://schemas.microsoft.com/office/drawing/2014/main" id="{56B73445-59A4-4B74-B3C4-5D3B27205614}"/>
              </a:ext>
            </a:extLst>
          </p:cNvPr>
          <p:cNvSpPr>
            <a:spLocks xmlns:a="http://schemas.openxmlformats.org/drawingml/2006/main" noGrp="1"/>
          </p:cNvSpPr>
          <p:nvPr/>
        </p:nvSpPr>
        <p:spPr>
          <a:xfrm xmlns:a="http://schemas.openxmlformats.org/drawingml/2006/main">
            <a:off x="7905750" y="2219325"/>
            <a:ext cx="3286125" cy="2609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Define filter and withColumn first; Spark executes the necessary plan when display(result_df) runs.</a:t>
            </a:r>
          </a:p>
        </p:txBody>
      </p:sp>
      <p:sp>
        <p:nvSpPr>
          <p:cNvPr id="22" name="">
            <a:extLst xmlns:a="http://schemas.openxmlformats.org/drawingml/2006/main">
              <a:ext uri="{FF2B5EF4-FFF2-40B4-BE49-F238E27FC236}">
                <a16:creationId xmlns:a16="http://schemas.microsoft.com/office/drawing/2014/main" id="{3A44E515-620A-45D9-8A00-67A3B6C25A4A}"/>
              </a:ext>
            </a:extLst>
          </p:cNvPr>
          <p:cNvSpPr>
            <a:spLocks xmlns:a="http://schemas.openxmlformats.org/drawingml/2006/main" noGrp="1"/>
          </p:cNvSpPr>
          <p:nvPr/>
        </p:nvSpPr>
        <p:spPr>
          <a:xfrm xmlns:a="http://schemas.openxmlformats.org/drawingml/2006/main">
            <a:off x="7810500" y="5238750"/>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5D6A76"/>
                </a:solidFill>
                <a:latin typeface="Bitstream Charter"/>
                <a:ea typeface="Bitstream Charter"/>
                <a:cs typeface="Bitstream Charter"/>
              </a:defRPr>
            </a:pPr>
            <a:r>
              <a:rPr sz="1200" b="1">
                <a:solidFill>
                  <a:srgbClr val="5D6A76"/>
                </a:solidFill>
                <a:latin typeface="Bitstream Charter"/>
                <a:ea typeface="Bitstream Charter"/>
                <a:cs typeface="Bitstream Charter"/>
              </a:rPr>
              <a:t>Ask learners to explain this in their own words.</a:t>
            </a:r>
          </a:p>
        </p:txBody>
      </p:sp>
    </p:spTree>
    <p:extLst>
      <p:ext uri="{BB962C8B-B14F-4D97-AF65-F5344CB8AC3E}">
        <p14:creationId xmlns:p14="http://schemas.microsoft.com/office/powerpoint/2010/main" val="155334816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3B37A7B-0672-45E9-87CE-4E2B6EE39DE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1215426-93BF-4B67-A414-DBAE0FF254DF}"/>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Retail input data</a:t>
            </a:r>
          </a:p>
        </p:txBody>
      </p:sp>
      <p:sp>
        <p:nvSpPr>
          <p:cNvPr id="3" name="">
            <a:extLst xmlns:a="http://schemas.openxmlformats.org/drawingml/2006/main">
              <a:ext uri="{FF2B5EF4-FFF2-40B4-BE49-F238E27FC236}">
                <a16:creationId xmlns:a16="http://schemas.microsoft.com/office/drawing/2014/main" id="{4848F6B7-40D5-417D-AF85-C2970FD234D8}"/>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Three visible rows keep the first example understandable</a:t>
            </a:r>
          </a:p>
        </p:txBody>
      </p:sp>
      <p:sp>
        <p:nvSpPr>
          <p:cNvPr id="4" name="">
            <a:extLst xmlns:a="http://schemas.openxmlformats.org/drawingml/2006/main">
              <a:ext uri="{FF2B5EF4-FFF2-40B4-BE49-F238E27FC236}">
                <a16:creationId xmlns:a16="http://schemas.microsoft.com/office/drawing/2014/main" id="{190BD33D-6175-41E0-BF76-3F3C1ACA4BFD}"/>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F6924F6-0342-4434-AF2B-EC716CBDE6E6}"/>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5C53A5EB-A25E-4FB6-AD0F-A4277EF71992}"/>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19</a:t>
            </a:r>
          </a:p>
        </p:txBody>
      </p:sp>
      <p:graphicFrame>
        <p:nvGraphicFramePr>
          <p:cNvPr id="16" name=""/>
          <p:cNvGraphicFramePr/>
          <p:nvPr/>
        </p:nvGraphicFramePr>
        <p:xfrm>
          <a:off xmlns:a="http://schemas.openxmlformats.org/drawingml/2006/main" x="666750" y="1666875"/>
          <a:ext xmlns:a="http://schemas.openxmlformats.org/drawingml/2006/main" cx="10858500" cy="3476625"/>
        </p:xfrm>
        <a:graphic xmlns:a="http://schemas.openxmlformats.org/drawingml/2006/main">
          <a:graphicData uri="http://schemas.openxmlformats.org/drawingml/2006/table">
            <a:tbl>
              <a:tblPr firstRow="1" bandRow="1"/>
              <a:tblGrid>
                <a:gridCol w="2095500"/>
                <a:gridCol w="3143250"/>
                <a:gridCol w="2476500"/>
                <a:gridCol w="3143250"/>
              </a:tblGrid>
              <a:tr h="869156">
                <a:tc>
                  <a:txBody>
                    <a:bodyPr/>
                    <a:lstStyle/>
                    <a:p>
                      <a:r>
                        <a:rPr sz="1125" b="1">
                          <a:solidFill>
                            <a:srgbClr val="FFFFFF"/>
                          </a:solidFill>
                          <a:latin typeface="Bitstream Charter"/>
                          <a:ea typeface="Bitstream Charter"/>
                          <a:cs typeface="Bitstream Charter"/>
                        </a:rPr>
                        <a:t>order_id</a:t>
                      </a:r>
                    </a:p>
                  </a:txBody>
                  <a:tcPr marL="91440" marR="91440" marT="45720" marB="45720">
                    <a:solidFill>
                      <a:srgbClr val="09233B"/>
                    </a:solidFill>
                  </a:tcPr>
                </a:tc>
                <a:tc>
                  <a:txBody>
                    <a:bodyPr/>
                    <a:lstStyle/>
                    <a:p>
                      <a:r>
                        <a:rPr sz="1125" b="1">
                          <a:solidFill>
                            <a:srgbClr val="FFFFFF"/>
                          </a:solidFill>
                          <a:latin typeface="Bitstream Charter"/>
                          <a:ea typeface="Bitstream Charter"/>
                          <a:cs typeface="Bitstream Charter"/>
                        </a:rPr>
                        <a:t>product</a:t>
                      </a:r>
                    </a:p>
                  </a:txBody>
                  <a:tcPr marL="91440" marR="91440" marT="45720" marB="45720">
                    <a:solidFill>
                      <a:srgbClr val="09233B"/>
                    </a:solidFill>
                  </a:tcPr>
                </a:tc>
                <a:tc>
                  <a:txBody>
                    <a:bodyPr/>
                    <a:lstStyle/>
                    <a:p>
                      <a:r>
                        <a:rPr sz="1125" b="1">
                          <a:solidFill>
                            <a:srgbClr val="FFFFFF"/>
                          </a:solidFill>
                          <a:latin typeface="Bitstream Charter"/>
                          <a:ea typeface="Bitstream Charter"/>
                          <a:cs typeface="Bitstream Charter"/>
                        </a:rPr>
                        <a:t>quantity</a:t>
                      </a:r>
                    </a:p>
                  </a:txBody>
                  <a:tcPr marL="91440" marR="91440" marT="45720" marB="45720">
                    <a:solidFill>
                      <a:srgbClr val="09233B"/>
                    </a:solidFill>
                  </a:tcPr>
                </a:tc>
                <a:tc>
                  <a:txBody>
                    <a:bodyPr/>
                    <a:lstStyle/>
                    <a:p>
                      <a:r>
                        <a:rPr sz="1125" b="1">
                          <a:solidFill>
                            <a:srgbClr val="FFFFFF"/>
                          </a:solidFill>
                          <a:latin typeface="Bitstream Charter"/>
                          <a:ea typeface="Bitstream Charter"/>
                          <a:cs typeface="Bitstream Charter"/>
                        </a:rPr>
                        <a:t>unit_price</a:t>
                      </a:r>
                    </a:p>
                  </a:txBody>
                  <a:tcPr marL="91440" marR="91440" marT="45720" marB="45720">
                    <a:solidFill>
                      <a:srgbClr val="09233B"/>
                    </a:solidFill>
                  </a:tcPr>
                </a:tc>
              </a:tr>
              <a:tr h="869156">
                <a:tc>
                  <a:txBody>
                    <a:bodyPr/>
                    <a:lstStyle/>
                    <a:p>
                      <a:r>
                        <a:rPr sz="1050">
                          <a:solidFill>
                            <a:srgbClr val="17212B"/>
                          </a:solidFill>
                          <a:latin typeface="Bitstream Charter"/>
                          <a:ea typeface="Bitstream Charter"/>
                          <a:cs typeface="Bitstream Charter"/>
                        </a:rPr>
                        <a:t>O101</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Laptop</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1</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60000.0</a:t>
                      </a:r>
                    </a:p>
                  </a:txBody>
                  <a:tcPr marL="91440" marR="91440" marT="45720" marB="45720">
                    <a:solidFill>
                      <a:srgbClr val="FFFFFF"/>
                    </a:solidFill>
                  </a:tcPr>
                </a:tc>
              </a:tr>
              <a:tr h="869156">
                <a:tc>
                  <a:txBody>
                    <a:bodyPr/>
                    <a:lstStyle/>
                    <a:p>
                      <a:r>
                        <a:rPr sz="1050">
                          <a:solidFill>
                            <a:srgbClr val="17212B"/>
                          </a:solidFill>
                          <a:latin typeface="Bitstream Charter"/>
                          <a:ea typeface="Bitstream Charter"/>
                          <a:cs typeface="Bitstream Charter"/>
                        </a:rPr>
                        <a:t>O102</a:t>
                      </a:r>
                    </a:p>
                  </a:txBody>
                  <a:tcPr marL="91440" marR="91440" marT="45720" marB="45720">
                    <a:solidFill>
                      <a:srgbClr val="F5F8FA"/>
                    </a:solidFill>
                  </a:tcPr>
                </a:tc>
                <a:tc>
                  <a:txBody>
                    <a:bodyPr/>
                    <a:lstStyle/>
                    <a:p>
                      <a:r>
                        <a:rPr sz="1050">
                          <a:solidFill>
                            <a:srgbClr val="17212B"/>
                          </a:solidFill>
                          <a:latin typeface="Bitstream Charter"/>
                          <a:ea typeface="Bitstream Charter"/>
                          <a:cs typeface="Bitstream Charter"/>
                        </a:rPr>
                        <a:t>Mouse</a:t>
                      </a:r>
                    </a:p>
                  </a:txBody>
                  <a:tcPr marL="91440" marR="91440" marT="45720" marB="45720">
                    <a:solidFill>
                      <a:srgbClr val="F5F8FA"/>
                    </a:solidFill>
                  </a:tcPr>
                </a:tc>
                <a:tc>
                  <a:txBody>
                    <a:bodyPr/>
                    <a:lstStyle/>
                    <a:p>
                      <a:r>
                        <a:rPr sz="1050">
                          <a:solidFill>
                            <a:srgbClr val="17212B"/>
                          </a:solidFill>
                          <a:latin typeface="Bitstream Charter"/>
                          <a:ea typeface="Bitstream Charter"/>
                          <a:cs typeface="Bitstream Charter"/>
                        </a:rPr>
                        <a:t>2</a:t>
                      </a:r>
                    </a:p>
                  </a:txBody>
                  <a:tcPr marL="91440" marR="91440" marT="45720" marB="45720">
                    <a:solidFill>
                      <a:srgbClr val="F5F8FA"/>
                    </a:solidFill>
                  </a:tcPr>
                </a:tc>
                <a:tc>
                  <a:txBody>
                    <a:bodyPr/>
                    <a:lstStyle/>
                    <a:p>
                      <a:r>
                        <a:rPr sz="1050">
                          <a:solidFill>
                            <a:srgbClr val="17212B"/>
                          </a:solidFill>
                          <a:latin typeface="Bitstream Charter"/>
                          <a:ea typeface="Bitstream Charter"/>
                          <a:cs typeface="Bitstream Charter"/>
                        </a:rPr>
                        <a:t>800.0</a:t>
                      </a:r>
                    </a:p>
                  </a:txBody>
                  <a:tcPr marL="91440" marR="91440" marT="45720" marB="45720">
                    <a:solidFill>
                      <a:srgbClr val="F5F8FA"/>
                    </a:solidFill>
                  </a:tcPr>
                </a:tc>
              </a:tr>
              <a:tr h="869156">
                <a:tc>
                  <a:txBody>
                    <a:bodyPr/>
                    <a:lstStyle/>
                    <a:p>
                      <a:r>
                        <a:rPr sz="1050">
                          <a:solidFill>
                            <a:srgbClr val="17212B"/>
                          </a:solidFill>
                          <a:latin typeface="Bitstream Charter"/>
                          <a:ea typeface="Bitstream Charter"/>
                          <a:cs typeface="Bitstream Charter"/>
                        </a:rPr>
                        <a:t>O103</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Keyboard</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3</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1500.0</a:t>
                      </a:r>
                    </a:p>
                  </a:txBody>
                  <a:tcPr marL="91440" marR="91440" marT="45720" marB="4572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08C77354-D9B9-4823-9542-84FFB4ED7F4F}"/>
              </a:ext>
            </a:extLst>
          </p:cNvPr>
          <p:cNvSpPr>
            <a:spLocks xmlns:a="http://schemas.openxmlformats.org/drawingml/2006/main" noGrp="1"/>
          </p:cNvSpPr>
          <p:nvPr/>
        </p:nvSpPr>
        <p:spPr>
          <a:xfrm xmlns:a="http://schemas.openxmlformats.org/drawingml/2006/main">
            <a:off x="1476375" y="5429250"/>
            <a:ext cx="9239250" cy="523875"/>
          </a:xfrm>
          <a:prstGeom xmlns:a="http://schemas.openxmlformats.org/drawingml/2006/main" prst="roundRect">
            <a:avLst>
              <a:gd name="adj" fmla="val 14545"/>
            </a:avLst>
          </a:prstGeom>
          <a:solidFill xmlns:a="http://schemas.openxmlformats.org/drawingml/2006/main">
            <a:srgbClr val="EAF4FB"/>
          </a:solidFill>
          <a:ln xmlns:a="http://schemas.openxmlformats.org/drawingml/2006/main" w="9525">
            <a:solidFill>
              <a:srgbClr val="D5DEE6"/>
            </a:solidFill>
          </a:ln>
        </p:spPr>
      </p:sp>
      <p:sp>
        <p:nvSpPr>
          <p:cNvPr id="9" name="">
            <a:extLst xmlns:a="http://schemas.openxmlformats.org/drawingml/2006/main">
              <a:ext uri="{FF2B5EF4-FFF2-40B4-BE49-F238E27FC236}">
                <a16:creationId xmlns:a16="http://schemas.microsoft.com/office/drawing/2014/main" id="{089D40DF-F2D7-426A-95C2-1846B4BB4FAB}"/>
              </a:ext>
            </a:extLst>
          </p:cNvPr>
          <p:cNvSpPr>
            <a:spLocks xmlns:a="http://schemas.openxmlformats.org/drawingml/2006/main" noGrp="1"/>
          </p:cNvSpPr>
          <p:nvPr/>
        </p:nvSpPr>
        <p:spPr>
          <a:xfrm xmlns:a="http://schemas.openxmlformats.org/drawingml/2006/main">
            <a:off x="1666875" y="5505450"/>
            <a:ext cx="885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09233B"/>
                </a:solidFill>
                <a:latin typeface="Bitstream Charter"/>
                <a:ea typeface="Bitstream Charter"/>
                <a:cs typeface="Bitstream Charter"/>
              </a:defRPr>
            </a:pPr>
            <a:r>
              <a:rPr sz="1350" b="1">
                <a:solidFill>
                  <a:srgbClr val="09233B"/>
                </a:solidFill>
                <a:latin typeface="Bitstream Charter"/>
                <a:ea typeface="Bitstream Charter"/>
                <a:cs typeface="Bitstream Charter"/>
              </a:rPr>
              <a:t>Prediction: the three totals should be 60000.0, 1600.0 and 4500.0.</a:t>
            </a:r>
          </a:p>
        </p:txBody>
      </p:sp>
    </p:spTree>
    <p:extLst>
      <p:ext uri="{BB962C8B-B14F-4D97-AF65-F5344CB8AC3E}">
        <p14:creationId xmlns:p14="http://schemas.microsoft.com/office/powerpoint/2010/main" val="143106709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3BE3117-957C-46DD-B3E4-EDC1C1835DD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8EE93D6-C957-4ABA-B0AF-92A0C8577988}"/>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Create the Spark DataFrame</a:t>
            </a:r>
          </a:p>
        </p:txBody>
      </p:sp>
      <p:sp>
        <p:nvSpPr>
          <p:cNvPr id="3" name="">
            <a:extLst xmlns:a="http://schemas.openxmlformats.org/drawingml/2006/main">
              <a:ext uri="{FF2B5EF4-FFF2-40B4-BE49-F238E27FC236}">
                <a16:creationId xmlns:a16="http://schemas.microsoft.com/office/drawing/2014/main" id="{9700A8A2-FF5C-42AD-BC3A-ABD92F6285BC}"/>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Python data becomes a distributed table</a:t>
            </a:r>
          </a:p>
        </p:txBody>
      </p:sp>
      <p:sp>
        <p:nvSpPr>
          <p:cNvPr id="4" name="">
            <a:extLst xmlns:a="http://schemas.openxmlformats.org/drawingml/2006/main">
              <a:ext uri="{FF2B5EF4-FFF2-40B4-BE49-F238E27FC236}">
                <a16:creationId xmlns:a16="http://schemas.microsoft.com/office/drawing/2014/main" id="{B33D8DA0-C8E6-4042-B6EE-24A2FFF87CF6}"/>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0BD174A-8BE7-49E4-91FD-EBD2F17C3172}"/>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A79C034F-7534-47D2-8F2D-6A73F79E20D1}"/>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20</a:t>
            </a:r>
          </a:p>
        </p:txBody>
      </p:sp>
      <p:sp>
        <p:nvSpPr>
          <p:cNvPr id="7" name="">
            <a:extLst xmlns:a="http://schemas.openxmlformats.org/drawingml/2006/main">
              <a:ext uri="{FF2B5EF4-FFF2-40B4-BE49-F238E27FC236}">
                <a16:creationId xmlns:a16="http://schemas.microsoft.com/office/drawing/2014/main" id="{FC675D89-5BC9-4A1D-B4C5-F166F9D25948}"/>
              </a:ext>
            </a:extLst>
          </p:cNvPr>
          <p:cNvSpPr>
            <a:spLocks xmlns:a="http://schemas.openxmlformats.org/drawingml/2006/main" noGrp="1"/>
          </p:cNvSpPr>
          <p:nvPr/>
        </p:nvSpPr>
        <p:spPr>
          <a:xfrm xmlns:a="http://schemas.openxmlformats.org/drawingml/2006/main">
            <a:off x="666750" y="1619250"/>
            <a:ext cx="1000125" cy="304800"/>
          </a:xfrm>
          <a:prstGeom xmlns:a="http://schemas.openxmlformats.org/drawingml/2006/main" prst="roundRect">
            <a:avLst>
              <a:gd name="adj" fmla="val 25000"/>
            </a:avLst>
          </a:prstGeom>
          <a:solidFill xmlns:a="http://schemas.openxmlformats.org/drawingml/2006/main">
            <a:srgbClr val="2E74B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83F57D8-C411-4B66-B485-E59E9E2EE5C3}"/>
              </a:ext>
            </a:extLst>
          </p:cNvPr>
          <p:cNvSpPr>
            <a:spLocks xmlns:a="http://schemas.openxmlformats.org/drawingml/2006/main" noGrp="1"/>
          </p:cNvSpPr>
          <p:nvPr/>
        </p:nvSpPr>
        <p:spPr>
          <a:xfrm xmlns:a="http://schemas.openxmlformats.org/drawingml/2006/main">
            <a:off x="742950" y="1638300"/>
            <a:ext cx="8477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CODE</a:t>
            </a:r>
          </a:p>
        </p:txBody>
      </p:sp>
      <p:sp>
        <p:nvSpPr>
          <p:cNvPr id="9" name="">
            <a:extLst xmlns:a="http://schemas.openxmlformats.org/drawingml/2006/main">
              <a:ext uri="{FF2B5EF4-FFF2-40B4-BE49-F238E27FC236}">
                <a16:creationId xmlns:a16="http://schemas.microsoft.com/office/drawing/2014/main" id="{68378032-BB02-4A7F-A545-5C5EA101D33F}"/>
              </a:ext>
            </a:extLst>
          </p:cNvPr>
          <p:cNvSpPr>
            <a:spLocks xmlns:a="http://schemas.openxmlformats.org/drawingml/2006/main" noGrp="1"/>
          </p:cNvSpPr>
          <p:nvPr/>
        </p:nvSpPr>
        <p:spPr>
          <a:xfrm xmlns:a="http://schemas.openxmlformats.org/drawingml/2006/main">
            <a:off x="666750" y="2000250"/>
            <a:ext cx="6667500" cy="3333750"/>
          </a:xfrm>
          <a:prstGeom xmlns:a="http://schemas.openxmlformats.org/drawingml/2006/main" prst="roundRect">
            <a:avLst>
              <a:gd name="adj" fmla="val 2286"/>
            </a:avLst>
          </a:prstGeom>
          <a:solidFill xmlns:a="http://schemas.openxmlformats.org/drawingml/2006/main">
            <a:srgbClr val="EEF2F6"/>
          </a:solidFill>
          <a:ln xmlns:a="http://schemas.openxmlformats.org/drawingml/2006/main" w="9525">
            <a:solidFill>
              <a:srgbClr val="D5DEE6"/>
            </a:solidFill>
          </a:ln>
        </p:spPr>
      </p:sp>
      <p:sp>
        <p:nvSpPr>
          <p:cNvPr id="10" name="">
            <a:extLst xmlns:a="http://schemas.openxmlformats.org/drawingml/2006/main">
              <a:ext uri="{FF2B5EF4-FFF2-40B4-BE49-F238E27FC236}">
                <a16:creationId xmlns:a16="http://schemas.microsoft.com/office/drawing/2014/main" id="{3B3F303A-C248-4193-B4E9-EDEBDD1BFF34}"/>
              </a:ext>
            </a:extLst>
          </p:cNvPr>
          <p:cNvSpPr>
            <a:spLocks xmlns:a="http://schemas.openxmlformats.org/drawingml/2006/main" noGrp="1"/>
          </p:cNvSpPr>
          <p:nvPr/>
        </p:nvSpPr>
        <p:spPr>
          <a:xfrm xmlns:a="http://schemas.openxmlformats.org/drawingml/2006/main">
            <a:off x="876300" y="2143125"/>
            <a:ext cx="62484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orders = [</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 ('O101','Laptop',1,60000.0),</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 ('O102','Mouse',2,800.0),</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 ('O103','Keyboard',3,1500.0)</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columns = ['order_id','product','quantity','unit_price']</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orders_df = spark.createDataFrame(orders, columns)</a:t>
            </a:r>
          </a:p>
        </p:txBody>
      </p:sp>
      <p:sp>
        <p:nvSpPr>
          <p:cNvPr id="11" name="">
            <a:extLst xmlns:a="http://schemas.openxmlformats.org/drawingml/2006/main">
              <a:ext uri="{FF2B5EF4-FFF2-40B4-BE49-F238E27FC236}">
                <a16:creationId xmlns:a16="http://schemas.microsoft.com/office/drawing/2014/main" id="{25E1F326-B205-475A-8F10-A1028F4532E6}"/>
              </a:ext>
            </a:extLst>
          </p:cNvPr>
          <p:cNvSpPr>
            <a:spLocks xmlns:a="http://schemas.openxmlformats.org/drawingml/2006/main" noGrp="1"/>
          </p:cNvSpPr>
          <p:nvPr/>
        </p:nvSpPr>
        <p:spPr>
          <a:xfrm xmlns:a="http://schemas.openxmlformats.org/drawingml/2006/main">
            <a:off x="7762875" y="17145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09233B"/>
                </a:solidFill>
                <a:latin typeface="Bitstream Charter"/>
                <a:ea typeface="Bitstream Charter"/>
                <a:cs typeface="Bitstream Charter"/>
              </a:defRPr>
            </a:pPr>
            <a:r>
              <a:rPr sz="1725" b="1">
                <a:solidFill>
                  <a:srgbClr val="09233B"/>
                </a:solidFill>
                <a:latin typeface="Bitstream Charter"/>
                <a:ea typeface="Bitstream Charter"/>
                <a:cs typeface="Bitstream Charter"/>
              </a:rPr>
              <a:t>Read it line by line</a:t>
            </a:r>
          </a:p>
        </p:txBody>
      </p:sp>
      <p:sp>
        <p:nvSpPr>
          <p:cNvPr id="12" name="">
            <a:extLst xmlns:a="http://schemas.openxmlformats.org/drawingml/2006/main">
              <a:ext uri="{FF2B5EF4-FFF2-40B4-BE49-F238E27FC236}">
                <a16:creationId xmlns:a16="http://schemas.microsoft.com/office/drawing/2014/main" id="{54A87537-C8C0-4F78-B06F-3BF12F6CD5C5}"/>
              </a:ext>
            </a:extLst>
          </p:cNvPr>
          <p:cNvSpPr>
            <a:spLocks xmlns:a="http://schemas.openxmlformats.org/drawingml/2006/main" noGrp="1"/>
          </p:cNvSpPr>
          <p:nvPr/>
        </p:nvSpPr>
        <p:spPr>
          <a:xfrm xmlns:a="http://schemas.openxmlformats.org/drawingml/2006/main">
            <a:off x="7810500" y="236220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AE4CCCA-DBE0-4702-B159-5BCC3106F21F}"/>
              </a:ext>
            </a:extLst>
          </p:cNvPr>
          <p:cNvSpPr>
            <a:spLocks xmlns:a="http://schemas.openxmlformats.org/drawingml/2006/main" noGrp="1"/>
          </p:cNvSpPr>
          <p:nvPr/>
        </p:nvSpPr>
        <p:spPr>
          <a:xfrm xmlns:a="http://schemas.openxmlformats.org/drawingml/2006/main">
            <a:off x="8096250" y="22860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orders is ordinary Python data.</a:t>
            </a:r>
          </a:p>
        </p:txBody>
      </p:sp>
      <p:sp>
        <p:nvSpPr>
          <p:cNvPr id="14" name="">
            <a:extLst xmlns:a="http://schemas.openxmlformats.org/drawingml/2006/main">
              <a:ext uri="{FF2B5EF4-FFF2-40B4-BE49-F238E27FC236}">
                <a16:creationId xmlns:a16="http://schemas.microsoft.com/office/drawing/2014/main" id="{DFFBBF99-7E20-4F53-8684-221081D3AFF6}"/>
              </a:ext>
            </a:extLst>
          </p:cNvPr>
          <p:cNvSpPr>
            <a:spLocks xmlns:a="http://schemas.openxmlformats.org/drawingml/2006/main" noGrp="1"/>
          </p:cNvSpPr>
          <p:nvPr/>
        </p:nvSpPr>
        <p:spPr>
          <a:xfrm xmlns:a="http://schemas.openxmlformats.org/drawingml/2006/main">
            <a:off x="7810500" y="295275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5012A1F-D2FD-4372-B125-A9E5DE3CAEA0}"/>
              </a:ext>
            </a:extLst>
          </p:cNvPr>
          <p:cNvSpPr>
            <a:spLocks xmlns:a="http://schemas.openxmlformats.org/drawingml/2006/main" noGrp="1"/>
          </p:cNvSpPr>
          <p:nvPr/>
        </p:nvSpPr>
        <p:spPr>
          <a:xfrm xmlns:a="http://schemas.openxmlformats.org/drawingml/2006/main">
            <a:off x="8096250" y="28765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columns supplies the schema names.</a:t>
            </a:r>
          </a:p>
        </p:txBody>
      </p:sp>
      <p:sp>
        <p:nvSpPr>
          <p:cNvPr id="16" name="">
            <a:extLst xmlns:a="http://schemas.openxmlformats.org/drawingml/2006/main">
              <a:ext uri="{FF2B5EF4-FFF2-40B4-BE49-F238E27FC236}">
                <a16:creationId xmlns:a16="http://schemas.microsoft.com/office/drawing/2014/main" id="{69A0A2B1-9D46-49F7-831A-5798170B54AD}"/>
              </a:ext>
            </a:extLst>
          </p:cNvPr>
          <p:cNvSpPr>
            <a:spLocks xmlns:a="http://schemas.openxmlformats.org/drawingml/2006/main" noGrp="1"/>
          </p:cNvSpPr>
          <p:nvPr/>
        </p:nvSpPr>
        <p:spPr>
          <a:xfrm xmlns:a="http://schemas.openxmlformats.org/drawingml/2006/main">
            <a:off x="7810500" y="354330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E4B94F0-21B1-4F85-B7FD-1A56F6083A39}"/>
              </a:ext>
            </a:extLst>
          </p:cNvPr>
          <p:cNvSpPr>
            <a:spLocks xmlns:a="http://schemas.openxmlformats.org/drawingml/2006/main" noGrp="1"/>
          </p:cNvSpPr>
          <p:nvPr/>
        </p:nvSpPr>
        <p:spPr>
          <a:xfrm xmlns:a="http://schemas.openxmlformats.org/drawingml/2006/main">
            <a:off x="8096250" y="34671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314"/>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spark.createDataFrame creates a Spark DataFrame.</a:t>
            </a:r>
          </a:p>
        </p:txBody>
      </p:sp>
      <p:sp>
        <p:nvSpPr>
          <p:cNvPr id="18" name="">
            <a:extLst xmlns:a="http://schemas.openxmlformats.org/drawingml/2006/main">
              <a:ext uri="{FF2B5EF4-FFF2-40B4-BE49-F238E27FC236}">
                <a16:creationId xmlns:a16="http://schemas.microsoft.com/office/drawing/2014/main" id="{EDDCB469-D07E-4C3B-B07C-CA8F261A414D}"/>
              </a:ext>
            </a:extLst>
          </p:cNvPr>
          <p:cNvSpPr>
            <a:spLocks xmlns:a="http://schemas.openxmlformats.org/drawingml/2006/main" noGrp="1"/>
          </p:cNvSpPr>
          <p:nvPr/>
        </p:nvSpPr>
        <p:spPr>
          <a:xfrm xmlns:a="http://schemas.openxmlformats.org/drawingml/2006/main">
            <a:off x="7810500" y="413385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69B2576-474D-4FC0-B495-E7763D315BC2}"/>
              </a:ext>
            </a:extLst>
          </p:cNvPr>
          <p:cNvSpPr>
            <a:spLocks xmlns:a="http://schemas.openxmlformats.org/drawingml/2006/main" noGrp="1"/>
          </p:cNvSpPr>
          <p:nvPr/>
        </p:nvSpPr>
        <p:spPr>
          <a:xfrm xmlns:a="http://schemas.openxmlformats.org/drawingml/2006/main">
            <a:off x="8096250" y="40576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314"/>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orders_df is a variable pointing to the DataFrame.</a:t>
            </a:r>
          </a:p>
        </p:txBody>
      </p:sp>
      <p:sp>
        <p:nvSpPr>
          <p:cNvPr id="20" name="">
            <a:extLst xmlns:a="http://schemas.openxmlformats.org/drawingml/2006/main">
              <a:ext uri="{FF2B5EF4-FFF2-40B4-BE49-F238E27FC236}">
                <a16:creationId xmlns:a16="http://schemas.microsoft.com/office/drawing/2014/main" id="{11FB9726-3ED7-4033-920F-FBF680391340}"/>
              </a:ext>
            </a:extLst>
          </p:cNvPr>
          <p:cNvSpPr>
            <a:spLocks xmlns:a="http://schemas.openxmlformats.org/drawingml/2006/main" noGrp="1"/>
          </p:cNvSpPr>
          <p:nvPr/>
        </p:nvSpPr>
        <p:spPr>
          <a:xfrm xmlns:a="http://schemas.openxmlformats.org/drawingml/2006/main">
            <a:off x="7667625" y="4762500"/>
            <a:ext cx="3714750" cy="904875"/>
          </a:xfrm>
          <a:prstGeom xmlns:a="http://schemas.openxmlformats.org/drawingml/2006/main" prst="roundRect">
            <a:avLst>
              <a:gd name="adj" fmla="val 8421"/>
            </a:avLst>
          </a:prstGeom>
          <a:solidFill xmlns:a="http://schemas.openxmlformats.org/drawingml/2006/main">
            <a:srgbClr val="ECF7F1"/>
          </a:solidFill>
          <a:ln xmlns:a="http://schemas.openxmlformats.org/drawingml/2006/main" w="9525">
            <a:solidFill>
              <a:srgbClr val="D5DEE6"/>
            </a:solidFill>
          </a:ln>
        </p:spPr>
      </p:sp>
      <p:sp>
        <p:nvSpPr>
          <p:cNvPr id="21" name="">
            <a:extLst xmlns:a="http://schemas.openxmlformats.org/drawingml/2006/main">
              <a:ext uri="{FF2B5EF4-FFF2-40B4-BE49-F238E27FC236}">
                <a16:creationId xmlns:a16="http://schemas.microsoft.com/office/drawing/2014/main" id="{ABCF7622-F47C-4D1A-95B8-1C90C0DE902F}"/>
              </a:ext>
            </a:extLst>
          </p:cNvPr>
          <p:cNvSpPr>
            <a:spLocks xmlns:a="http://schemas.openxmlformats.org/drawingml/2006/main" noGrp="1"/>
          </p:cNvSpPr>
          <p:nvPr/>
        </p:nvSpPr>
        <p:spPr>
          <a:xfrm xmlns:a="http://schemas.openxmlformats.org/drawingml/2006/main">
            <a:off x="7905750" y="4886325"/>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2F7D5A"/>
                </a:solidFill>
                <a:latin typeface="Bitstream Charter"/>
                <a:ea typeface="Bitstream Charter"/>
                <a:cs typeface="Bitstream Charter"/>
              </a:defRPr>
            </a:pPr>
            <a:r>
              <a:rPr sz="900" b="1">
                <a:solidFill>
                  <a:srgbClr val="2F7D5A"/>
                </a:solidFill>
                <a:latin typeface="Bitstream Charter"/>
                <a:ea typeface="Bitstream Charter"/>
                <a:cs typeface="Bitstream Charter"/>
              </a:rPr>
              <a:t>EXPECTED</a:t>
            </a:r>
          </a:p>
        </p:txBody>
      </p:sp>
      <p:sp>
        <p:nvSpPr>
          <p:cNvPr id="22" name="">
            <a:extLst xmlns:a="http://schemas.openxmlformats.org/drawingml/2006/main">
              <a:ext uri="{FF2B5EF4-FFF2-40B4-BE49-F238E27FC236}">
                <a16:creationId xmlns:a16="http://schemas.microsoft.com/office/drawing/2014/main" id="{62A1918C-1625-4855-B109-C067D4CF5E79}"/>
              </a:ext>
            </a:extLst>
          </p:cNvPr>
          <p:cNvSpPr>
            <a:spLocks xmlns:a="http://schemas.openxmlformats.org/drawingml/2006/main" noGrp="1"/>
          </p:cNvSpPr>
          <p:nvPr/>
        </p:nvSpPr>
        <p:spPr>
          <a:xfrm xmlns:a="http://schemas.openxmlformats.org/drawingml/2006/main">
            <a:off x="7905750" y="51625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647"/>
          </a:bodyPr>
          <a:lstStyle xmlns:a="http://schemas.openxmlformats.org/drawingml/2006/main"/>
          <a:p xmlns:a="http://schemas.openxmlformats.org/drawingml/2006/main">
            <a:pPr algn="l">
              <a:defRPr sz="1350" b="1">
                <a:solidFill>
                  <a:srgbClr val="09233B"/>
                </a:solidFill>
                <a:latin typeface="Bitstream Charter"/>
                <a:ea typeface="Bitstream Charter"/>
                <a:cs typeface="Bitstream Charter"/>
              </a:defRPr>
            </a:pPr>
            <a:r>
              <a:rPr sz="1350" b="1">
                <a:solidFill>
                  <a:srgbClr val="09233B"/>
                </a:solidFill>
                <a:latin typeface="Bitstream Charter"/>
                <a:ea typeface="Bitstream Charter"/>
                <a:cs typeface="Bitstream Charter"/>
              </a:rPr>
              <a:t>A DataFrame with 3 rows and 4 named columns.</a:t>
            </a:r>
          </a:p>
        </p:txBody>
      </p:sp>
    </p:spTree>
    <p:extLst>
      <p:ext uri="{BB962C8B-B14F-4D97-AF65-F5344CB8AC3E}">
        <p14:creationId xmlns:p14="http://schemas.microsoft.com/office/powerpoint/2010/main" val="185262228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E31D8D9-E117-4340-A039-5E7571DE6B8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B6A4171-946C-4B81-904B-E6D9D2B2CB65}"/>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Calculate total_amount</a:t>
            </a:r>
          </a:p>
        </p:txBody>
      </p:sp>
      <p:sp>
        <p:nvSpPr>
          <p:cNvPr id="3" name="">
            <a:extLst xmlns:a="http://schemas.openxmlformats.org/drawingml/2006/main">
              <a:ext uri="{FF2B5EF4-FFF2-40B4-BE49-F238E27FC236}">
                <a16:creationId xmlns:a16="http://schemas.microsoft.com/office/drawing/2014/main" id="{F047A4B9-8A2C-4DBE-B0CF-D6603EC8E54F}"/>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withColumn adds a derived column</a:t>
            </a:r>
          </a:p>
        </p:txBody>
      </p:sp>
      <p:sp>
        <p:nvSpPr>
          <p:cNvPr id="4" name="">
            <a:extLst xmlns:a="http://schemas.openxmlformats.org/drawingml/2006/main">
              <a:ext uri="{FF2B5EF4-FFF2-40B4-BE49-F238E27FC236}">
                <a16:creationId xmlns:a16="http://schemas.microsoft.com/office/drawing/2014/main" id="{CC7C7F4E-9BF4-44DA-A32E-7C5994A2C732}"/>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5F19596-2907-46E9-A356-0A7844CC4227}"/>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2A8C048B-E129-40D8-806C-A55F5807A987}"/>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21</a:t>
            </a:r>
          </a:p>
        </p:txBody>
      </p:sp>
      <p:sp>
        <p:nvSpPr>
          <p:cNvPr id="7" name="">
            <a:extLst xmlns:a="http://schemas.openxmlformats.org/drawingml/2006/main">
              <a:ext uri="{FF2B5EF4-FFF2-40B4-BE49-F238E27FC236}">
                <a16:creationId xmlns:a16="http://schemas.microsoft.com/office/drawing/2014/main" id="{02EDF4D7-CB66-47D6-B8D2-53D43F0BCC6A}"/>
              </a:ext>
            </a:extLst>
          </p:cNvPr>
          <p:cNvSpPr>
            <a:spLocks xmlns:a="http://schemas.openxmlformats.org/drawingml/2006/main" noGrp="1"/>
          </p:cNvSpPr>
          <p:nvPr/>
        </p:nvSpPr>
        <p:spPr>
          <a:xfrm xmlns:a="http://schemas.openxmlformats.org/drawingml/2006/main">
            <a:off x="666750" y="1619250"/>
            <a:ext cx="1000125" cy="304800"/>
          </a:xfrm>
          <a:prstGeom xmlns:a="http://schemas.openxmlformats.org/drawingml/2006/main" prst="roundRect">
            <a:avLst>
              <a:gd name="adj" fmla="val 25000"/>
            </a:avLst>
          </a:prstGeom>
          <a:solidFill xmlns:a="http://schemas.openxmlformats.org/drawingml/2006/main">
            <a:srgbClr val="2E74B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5D9669D-EB2C-4F00-9CF8-C809D8CA75C2}"/>
              </a:ext>
            </a:extLst>
          </p:cNvPr>
          <p:cNvSpPr>
            <a:spLocks xmlns:a="http://schemas.openxmlformats.org/drawingml/2006/main" noGrp="1"/>
          </p:cNvSpPr>
          <p:nvPr/>
        </p:nvSpPr>
        <p:spPr>
          <a:xfrm xmlns:a="http://schemas.openxmlformats.org/drawingml/2006/main">
            <a:off x="742950" y="1638300"/>
            <a:ext cx="8477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CODE</a:t>
            </a:r>
          </a:p>
        </p:txBody>
      </p:sp>
      <p:sp>
        <p:nvSpPr>
          <p:cNvPr id="9" name="">
            <a:extLst xmlns:a="http://schemas.openxmlformats.org/drawingml/2006/main">
              <a:ext uri="{FF2B5EF4-FFF2-40B4-BE49-F238E27FC236}">
                <a16:creationId xmlns:a16="http://schemas.microsoft.com/office/drawing/2014/main" id="{7D60E11A-5C76-4242-9BEF-B3E2075224CF}"/>
              </a:ext>
            </a:extLst>
          </p:cNvPr>
          <p:cNvSpPr>
            <a:spLocks xmlns:a="http://schemas.openxmlformats.org/drawingml/2006/main" noGrp="1"/>
          </p:cNvSpPr>
          <p:nvPr/>
        </p:nvSpPr>
        <p:spPr>
          <a:xfrm xmlns:a="http://schemas.openxmlformats.org/drawingml/2006/main">
            <a:off x="666750" y="2000250"/>
            <a:ext cx="6667500" cy="3333750"/>
          </a:xfrm>
          <a:prstGeom xmlns:a="http://schemas.openxmlformats.org/drawingml/2006/main" prst="roundRect">
            <a:avLst>
              <a:gd name="adj" fmla="val 2286"/>
            </a:avLst>
          </a:prstGeom>
          <a:solidFill xmlns:a="http://schemas.openxmlformats.org/drawingml/2006/main">
            <a:srgbClr val="EEF2F6"/>
          </a:solidFill>
          <a:ln xmlns:a="http://schemas.openxmlformats.org/drawingml/2006/main" w="9525">
            <a:solidFill>
              <a:srgbClr val="D5DEE6"/>
            </a:solidFill>
          </a:ln>
        </p:spPr>
      </p:sp>
      <p:sp>
        <p:nvSpPr>
          <p:cNvPr id="10" name="">
            <a:extLst xmlns:a="http://schemas.openxmlformats.org/drawingml/2006/main">
              <a:ext uri="{FF2B5EF4-FFF2-40B4-BE49-F238E27FC236}">
                <a16:creationId xmlns:a16="http://schemas.microsoft.com/office/drawing/2014/main" id="{C431476E-7F5D-4793-A849-6BE7E975C405}"/>
              </a:ext>
            </a:extLst>
          </p:cNvPr>
          <p:cNvSpPr>
            <a:spLocks xmlns:a="http://schemas.openxmlformats.org/drawingml/2006/main" noGrp="1"/>
          </p:cNvSpPr>
          <p:nvPr/>
        </p:nvSpPr>
        <p:spPr>
          <a:xfrm xmlns:a="http://schemas.openxmlformats.org/drawingml/2006/main">
            <a:off x="876300" y="2143125"/>
            <a:ext cx="62484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from pyspark.sql import functions as F</a:t>
            </a:r>
          </a:p>
          <a:p xmlns:a="http://schemas.openxmlformats.org/drawingml/2006/main">
            <a:r>
              <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result_df = orders_df.withColumn(</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  'total_amount',</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  F.col('quantity') * F.col('unit_price')</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a:t>
            </a:r>
          </a:p>
          <a:p xmlns:a="http://schemas.openxmlformats.org/drawingml/2006/main">
            <a:r>
              <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display(result_df)</a:t>
            </a:r>
          </a:p>
        </p:txBody>
      </p:sp>
      <p:sp>
        <p:nvSpPr>
          <p:cNvPr id="11" name="">
            <a:extLst xmlns:a="http://schemas.openxmlformats.org/drawingml/2006/main">
              <a:ext uri="{FF2B5EF4-FFF2-40B4-BE49-F238E27FC236}">
                <a16:creationId xmlns:a16="http://schemas.microsoft.com/office/drawing/2014/main" id="{BF460E4F-3087-40DF-A94B-922AADE98D22}"/>
              </a:ext>
            </a:extLst>
          </p:cNvPr>
          <p:cNvSpPr>
            <a:spLocks xmlns:a="http://schemas.openxmlformats.org/drawingml/2006/main" noGrp="1"/>
          </p:cNvSpPr>
          <p:nvPr/>
        </p:nvSpPr>
        <p:spPr>
          <a:xfrm xmlns:a="http://schemas.openxmlformats.org/drawingml/2006/main">
            <a:off x="7762875" y="17145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09233B"/>
                </a:solidFill>
                <a:latin typeface="Bitstream Charter"/>
                <a:ea typeface="Bitstream Charter"/>
                <a:cs typeface="Bitstream Charter"/>
              </a:defRPr>
            </a:pPr>
            <a:r>
              <a:rPr sz="1725" b="1">
                <a:solidFill>
                  <a:srgbClr val="09233B"/>
                </a:solidFill>
                <a:latin typeface="Bitstream Charter"/>
                <a:ea typeface="Bitstream Charter"/>
                <a:cs typeface="Bitstream Charter"/>
              </a:rPr>
              <a:t>Read it line by line</a:t>
            </a:r>
          </a:p>
        </p:txBody>
      </p:sp>
      <p:sp>
        <p:nvSpPr>
          <p:cNvPr id="12" name="">
            <a:extLst xmlns:a="http://schemas.openxmlformats.org/drawingml/2006/main">
              <a:ext uri="{FF2B5EF4-FFF2-40B4-BE49-F238E27FC236}">
                <a16:creationId xmlns:a16="http://schemas.microsoft.com/office/drawing/2014/main" id="{9B273787-D3C0-4CE0-B635-10BF37434FFF}"/>
              </a:ext>
            </a:extLst>
          </p:cNvPr>
          <p:cNvSpPr>
            <a:spLocks xmlns:a="http://schemas.openxmlformats.org/drawingml/2006/main" noGrp="1"/>
          </p:cNvSpPr>
          <p:nvPr/>
        </p:nvSpPr>
        <p:spPr>
          <a:xfrm xmlns:a="http://schemas.openxmlformats.org/drawingml/2006/main">
            <a:off x="7810500" y="236220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421A6EA-4E0E-4F03-8A33-E6487D00FA08}"/>
              </a:ext>
            </a:extLst>
          </p:cNvPr>
          <p:cNvSpPr>
            <a:spLocks xmlns:a="http://schemas.openxmlformats.org/drawingml/2006/main" noGrp="1"/>
          </p:cNvSpPr>
          <p:nvPr/>
        </p:nvSpPr>
        <p:spPr>
          <a:xfrm xmlns:a="http://schemas.openxmlformats.org/drawingml/2006/main">
            <a:off x="8096250" y="22860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F is an alias for Spark SQL functions.</a:t>
            </a:r>
          </a:p>
        </p:txBody>
      </p:sp>
      <p:sp>
        <p:nvSpPr>
          <p:cNvPr id="14" name="">
            <a:extLst xmlns:a="http://schemas.openxmlformats.org/drawingml/2006/main">
              <a:ext uri="{FF2B5EF4-FFF2-40B4-BE49-F238E27FC236}">
                <a16:creationId xmlns:a16="http://schemas.microsoft.com/office/drawing/2014/main" id="{262EA3F0-4874-4B3F-982E-10075C8E6DCC}"/>
              </a:ext>
            </a:extLst>
          </p:cNvPr>
          <p:cNvSpPr>
            <a:spLocks xmlns:a="http://schemas.openxmlformats.org/drawingml/2006/main" noGrp="1"/>
          </p:cNvSpPr>
          <p:nvPr/>
        </p:nvSpPr>
        <p:spPr>
          <a:xfrm xmlns:a="http://schemas.openxmlformats.org/drawingml/2006/main">
            <a:off x="7810500" y="295275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389211D-6429-499E-966D-62AD66F8D5C8}"/>
              </a:ext>
            </a:extLst>
          </p:cNvPr>
          <p:cNvSpPr>
            <a:spLocks xmlns:a="http://schemas.openxmlformats.org/drawingml/2006/main" noGrp="1"/>
          </p:cNvSpPr>
          <p:nvPr/>
        </p:nvSpPr>
        <p:spPr>
          <a:xfrm xmlns:a="http://schemas.openxmlformats.org/drawingml/2006/main">
            <a:off x="8096250" y="28765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F.col identifies a DataFrame column.</a:t>
            </a:r>
          </a:p>
        </p:txBody>
      </p:sp>
      <p:sp>
        <p:nvSpPr>
          <p:cNvPr id="16" name="">
            <a:extLst xmlns:a="http://schemas.openxmlformats.org/drawingml/2006/main">
              <a:ext uri="{FF2B5EF4-FFF2-40B4-BE49-F238E27FC236}">
                <a16:creationId xmlns:a16="http://schemas.microsoft.com/office/drawing/2014/main" id="{01DD5145-C564-493C-9C00-AAED0CF2A72C}"/>
              </a:ext>
            </a:extLst>
          </p:cNvPr>
          <p:cNvSpPr>
            <a:spLocks xmlns:a="http://schemas.openxmlformats.org/drawingml/2006/main" noGrp="1"/>
          </p:cNvSpPr>
          <p:nvPr/>
        </p:nvSpPr>
        <p:spPr>
          <a:xfrm xmlns:a="http://schemas.openxmlformats.org/drawingml/2006/main">
            <a:off x="7810500" y="354330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0F91B9B-647C-454F-912B-58ABF4192653}"/>
              </a:ext>
            </a:extLst>
          </p:cNvPr>
          <p:cNvSpPr>
            <a:spLocks xmlns:a="http://schemas.openxmlformats.org/drawingml/2006/main" noGrp="1"/>
          </p:cNvSpPr>
          <p:nvPr/>
        </p:nvSpPr>
        <p:spPr>
          <a:xfrm xmlns:a="http://schemas.openxmlformats.org/drawingml/2006/main">
            <a:off x="8096250" y="34671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withColumn returns a new DataFrame.</a:t>
            </a:r>
          </a:p>
        </p:txBody>
      </p:sp>
      <p:sp>
        <p:nvSpPr>
          <p:cNvPr id="18" name="">
            <a:extLst xmlns:a="http://schemas.openxmlformats.org/drawingml/2006/main">
              <a:ext uri="{FF2B5EF4-FFF2-40B4-BE49-F238E27FC236}">
                <a16:creationId xmlns:a16="http://schemas.microsoft.com/office/drawing/2014/main" id="{DC3F67B3-D0F8-4CA1-9665-E398A8FF1D82}"/>
              </a:ext>
            </a:extLst>
          </p:cNvPr>
          <p:cNvSpPr>
            <a:spLocks xmlns:a="http://schemas.openxmlformats.org/drawingml/2006/main" noGrp="1"/>
          </p:cNvSpPr>
          <p:nvPr/>
        </p:nvSpPr>
        <p:spPr>
          <a:xfrm xmlns:a="http://schemas.openxmlformats.org/drawingml/2006/main">
            <a:off x="7810500" y="413385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076D521-3144-4342-82C3-DFD2BDA37B19}"/>
              </a:ext>
            </a:extLst>
          </p:cNvPr>
          <p:cNvSpPr>
            <a:spLocks xmlns:a="http://schemas.openxmlformats.org/drawingml/2006/main" noGrp="1"/>
          </p:cNvSpPr>
          <p:nvPr/>
        </p:nvSpPr>
        <p:spPr>
          <a:xfrm xmlns:a="http://schemas.openxmlformats.org/drawingml/2006/main">
            <a:off x="8096250" y="40576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display is the action that requests rows.</a:t>
            </a:r>
          </a:p>
        </p:txBody>
      </p:sp>
      <p:sp>
        <p:nvSpPr>
          <p:cNvPr id="20" name="">
            <a:extLst xmlns:a="http://schemas.openxmlformats.org/drawingml/2006/main">
              <a:ext uri="{FF2B5EF4-FFF2-40B4-BE49-F238E27FC236}">
                <a16:creationId xmlns:a16="http://schemas.microsoft.com/office/drawing/2014/main" id="{31DE7DE4-30C9-4D89-B381-3885EE2004EC}"/>
              </a:ext>
            </a:extLst>
          </p:cNvPr>
          <p:cNvSpPr>
            <a:spLocks xmlns:a="http://schemas.openxmlformats.org/drawingml/2006/main" noGrp="1"/>
          </p:cNvSpPr>
          <p:nvPr/>
        </p:nvSpPr>
        <p:spPr>
          <a:xfrm xmlns:a="http://schemas.openxmlformats.org/drawingml/2006/main">
            <a:off x="7667625" y="4762500"/>
            <a:ext cx="3714750" cy="904875"/>
          </a:xfrm>
          <a:prstGeom xmlns:a="http://schemas.openxmlformats.org/drawingml/2006/main" prst="roundRect">
            <a:avLst>
              <a:gd name="adj" fmla="val 8421"/>
            </a:avLst>
          </a:prstGeom>
          <a:solidFill xmlns:a="http://schemas.openxmlformats.org/drawingml/2006/main">
            <a:srgbClr val="ECF7F1"/>
          </a:solidFill>
          <a:ln xmlns:a="http://schemas.openxmlformats.org/drawingml/2006/main" w="9525">
            <a:solidFill>
              <a:srgbClr val="D5DEE6"/>
            </a:solidFill>
          </a:ln>
        </p:spPr>
      </p:sp>
      <p:sp>
        <p:nvSpPr>
          <p:cNvPr id="21" name="">
            <a:extLst xmlns:a="http://schemas.openxmlformats.org/drawingml/2006/main">
              <a:ext uri="{FF2B5EF4-FFF2-40B4-BE49-F238E27FC236}">
                <a16:creationId xmlns:a16="http://schemas.microsoft.com/office/drawing/2014/main" id="{731FAD9F-708E-47BE-ABD2-46405C85A662}"/>
              </a:ext>
            </a:extLst>
          </p:cNvPr>
          <p:cNvSpPr>
            <a:spLocks xmlns:a="http://schemas.openxmlformats.org/drawingml/2006/main" noGrp="1"/>
          </p:cNvSpPr>
          <p:nvPr/>
        </p:nvSpPr>
        <p:spPr>
          <a:xfrm xmlns:a="http://schemas.openxmlformats.org/drawingml/2006/main">
            <a:off x="7905750" y="4886325"/>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2F7D5A"/>
                </a:solidFill>
                <a:latin typeface="Bitstream Charter"/>
                <a:ea typeface="Bitstream Charter"/>
                <a:cs typeface="Bitstream Charter"/>
              </a:defRPr>
            </a:pPr>
            <a:r>
              <a:rPr sz="900" b="1">
                <a:solidFill>
                  <a:srgbClr val="2F7D5A"/>
                </a:solidFill>
                <a:latin typeface="Bitstream Charter"/>
                <a:ea typeface="Bitstream Charter"/>
                <a:cs typeface="Bitstream Charter"/>
              </a:rPr>
              <a:t>EXPECTED</a:t>
            </a:r>
          </a:p>
        </p:txBody>
      </p:sp>
      <p:sp>
        <p:nvSpPr>
          <p:cNvPr id="22" name="">
            <a:extLst xmlns:a="http://schemas.openxmlformats.org/drawingml/2006/main">
              <a:ext uri="{FF2B5EF4-FFF2-40B4-BE49-F238E27FC236}">
                <a16:creationId xmlns:a16="http://schemas.microsoft.com/office/drawing/2014/main" id="{363127B8-B6B3-41CD-B987-048CB867047E}"/>
              </a:ext>
            </a:extLst>
          </p:cNvPr>
          <p:cNvSpPr>
            <a:spLocks xmlns:a="http://schemas.openxmlformats.org/drawingml/2006/main" noGrp="1"/>
          </p:cNvSpPr>
          <p:nvPr/>
        </p:nvSpPr>
        <p:spPr>
          <a:xfrm xmlns:a="http://schemas.openxmlformats.org/drawingml/2006/main">
            <a:off x="7905750" y="51625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09233B"/>
                </a:solidFill>
                <a:latin typeface="Bitstream Charter"/>
                <a:ea typeface="Bitstream Charter"/>
                <a:cs typeface="Bitstream Charter"/>
              </a:defRPr>
            </a:pPr>
            <a:r>
              <a:rPr sz="1350" b="1">
                <a:solidFill>
                  <a:srgbClr val="09233B"/>
                </a:solidFill>
                <a:latin typeface="Bitstream Charter"/>
                <a:ea typeface="Bitstream Charter"/>
                <a:cs typeface="Bitstream Charter"/>
              </a:rPr>
              <a:t>O101 has total_amount 60000.0.</a:t>
            </a:r>
          </a:p>
        </p:txBody>
      </p:sp>
    </p:spTree>
    <p:extLst>
      <p:ext uri="{BB962C8B-B14F-4D97-AF65-F5344CB8AC3E}">
        <p14:creationId xmlns:p14="http://schemas.microsoft.com/office/powerpoint/2010/main" val="83059816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00154D1-1CA5-4809-A1DB-C5723059AA9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EC8F880-8CFC-47E9-AF0F-CEC1BAF37347}"/>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Expected result</a:t>
            </a:r>
          </a:p>
        </p:txBody>
      </p:sp>
      <p:sp>
        <p:nvSpPr>
          <p:cNvPr id="3" name="">
            <a:extLst xmlns:a="http://schemas.openxmlformats.org/drawingml/2006/main">
              <a:ext uri="{FF2B5EF4-FFF2-40B4-BE49-F238E27FC236}">
                <a16:creationId xmlns:a16="http://schemas.microsoft.com/office/drawing/2014/main" id="{60AE2075-BCFB-4C41-B4CE-41887036CADE}"/>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Check the values before publishing</a:t>
            </a:r>
          </a:p>
        </p:txBody>
      </p:sp>
      <p:sp>
        <p:nvSpPr>
          <p:cNvPr id="4" name="">
            <a:extLst xmlns:a="http://schemas.openxmlformats.org/drawingml/2006/main">
              <a:ext uri="{FF2B5EF4-FFF2-40B4-BE49-F238E27FC236}">
                <a16:creationId xmlns:a16="http://schemas.microsoft.com/office/drawing/2014/main" id="{3F60CD1E-2BD5-4530-A887-34BAEBCC5EA0}"/>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F251BC5-9450-409E-A7F0-6322EB39135D}"/>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025AF50D-EB8B-458A-AF77-475EEA687F95}"/>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22</a:t>
            </a:r>
          </a:p>
        </p:txBody>
      </p:sp>
      <p:graphicFrame>
        <p:nvGraphicFramePr>
          <p:cNvPr id="16" name=""/>
          <p:cNvGraphicFramePr/>
          <p:nvPr/>
        </p:nvGraphicFramePr>
        <p:xfrm>
          <a:off xmlns:a="http://schemas.openxmlformats.org/drawingml/2006/main" x="666750" y="1666875"/>
          <a:ext xmlns:a="http://schemas.openxmlformats.org/drawingml/2006/main" cx="10858500" cy="3476625"/>
        </p:xfrm>
        <a:graphic xmlns:a="http://schemas.openxmlformats.org/drawingml/2006/main">
          <a:graphicData uri="http://schemas.openxmlformats.org/drawingml/2006/table">
            <a:tbl>
              <a:tblPr firstRow="1" bandRow="1"/>
              <a:tblGrid>
                <a:gridCol w="1619250"/>
                <a:gridCol w="2190750"/>
                <a:gridCol w="1619250"/>
                <a:gridCol w="2476500"/>
                <a:gridCol w="2952750"/>
              </a:tblGrid>
              <a:tr h="869156">
                <a:tc>
                  <a:txBody>
                    <a:bodyPr/>
                    <a:lstStyle/>
                    <a:p>
                      <a:r>
                        <a:rPr sz="1125" b="1">
                          <a:solidFill>
                            <a:srgbClr val="FFFFFF"/>
                          </a:solidFill>
                          <a:latin typeface="Bitstream Charter"/>
                          <a:ea typeface="Bitstream Charter"/>
                          <a:cs typeface="Bitstream Charter"/>
                        </a:rPr>
                        <a:t>order_id</a:t>
                      </a:r>
                    </a:p>
                  </a:txBody>
                  <a:tcPr marL="91440" marR="91440" marT="45720" marB="45720">
                    <a:solidFill>
                      <a:srgbClr val="09233B"/>
                    </a:solidFill>
                  </a:tcPr>
                </a:tc>
                <a:tc>
                  <a:txBody>
                    <a:bodyPr/>
                    <a:lstStyle/>
                    <a:p>
                      <a:r>
                        <a:rPr sz="1125" b="1">
                          <a:solidFill>
                            <a:srgbClr val="FFFFFF"/>
                          </a:solidFill>
                          <a:latin typeface="Bitstream Charter"/>
                          <a:ea typeface="Bitstream Charter"/>
                          <a:cs typeface="Bitstream Charter"/>
                        </a:rPr>
                        <a:t>product</a:t>
                      </a:r>
                    </a:p>
                  </a:txBody>
                  <a:tcPr marL="91440" marR="91440" marT="45720" marB="45720">
                    <a:solidFill>
                      <a:srgbClr val="09233B"/>
                    </a:solidFill>
                  </a:tcPr>
                </a:tc>
                <a:tc>
                  <a:txBody>
                    <a:bodyPr/>
                    <a:lstStyle/>
                    <a:p>
                      <a:r>
                        <a:rPr sz="1125" b="1">
                          <a:solidFill>
                            <a:srgbClr val="FFFFFF"/>
                          </a:solidFill>
                          <a:latin typeface="Bitstream Charter"/>
                          <a:ea typeface="Bitstream Charter"/>
                          <a:cs typeface="Bitstream Charter"/>
                        </a:rPr>
                        <a:t>quantity</a:t>
                      </a:r>
                    </a:p>
                  </a:txBody>
                  <a:tcPr marL="91440" marR="91440" marT="45720" marB="45720">
                    <a:solidFill>
                      <a:srgbClr val="09233B"/>
                    </a:solidFill>
                  </a:tcPr>
                </a:tc>
                <a:tc>
                  <a:txBody>
                    <a:bodyPr/>
                    <a:lstStyle/>
                    <a:p>
                      <a:r>
                        <a:rPr sz="1125" b="1">
                          <a:solidFill>
                            <a:srgbClr val="FFFFFF"/>
                          </a:solidFill>
                          <a:latin typeface="Bitstream Charter"/>
                          <a:ea typeface="Bitstream Charter"/>
                          <a:cs typeface="Bitstream Charter"/>
                        </a:rPr>
                        <a:t>unit_price</a:t>
                      </a:r>
                    </a:p>
                  </a:txBody>
                  <a:tcPr marL="91440" marR="91440" marT="45720" marB="45720">
                    <a:solidFill>
                      <a:srgbClr val="09233B"/>
                    </a:solidFill>
                  </a:tcPr>
                </a:tc>
                <a:tc>
                  <a:txBody>
                    <a:bodyPr/>
                    <a:lstStyle/>
                    <a:p>
                      <a:r>
                        <a:rPr sz="1125" b="1">
                          <a:solidFill>
                            <a:srgbClr val="FFFFFF"/>
                          </a:solidFill>
                          <a:latin typeface="Bitstream Charter"/>
                          <a:ea typeface="Bitstream Charter"/>
                          <a:cs typeface="Bitstream Charter"/>
                        </a:rPr>
                        <a:t>total_amount</a:t>
                      </a:r>
                    </a:p>
                  </a:txBody>
                  <a:tcPr marL="91440" marR="91440" marT="45720" marB="45720">
                    <a:solidFill>
                      <a:srgbClr val="09233B"/>
                    </a:solidFill>
                  </a:tcPr>
                </a:tc>
              </a:tr>
              <a:tr h="869156">
                <a:tc>
                  <a:txBody>
                    <a:bodyPr/>
                    <a:lstStyle/>
                    <a:p>
                      <a:r>
                        <a:rPr sz="1050">
                          <a:solidFill>
                            <a:srgbClr val="17212B"/>
                          </a:solidFill>
                          <a:latin typeface="Bitstream Charter"/>
                          <a:ea typeface="Bitstream Charter"/>
                          <a:cs typeface="Bitstream Charter"/>
                        </a:rPr>
                        <a:t>O101</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Laptop</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1</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60000.0</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60000.0</a:t>
                      </a:r>
                    </a:p>
                  </a:txBody>
                  <a:tcPr marL="91440" marR="91440" marT="45720" marB="45720">
                    <a:solidFill>
                      <a:srgbClr val="FFFFFF"/>
                    </a:solidFill>
                  </a:tcPr>
                </a:tc>
              </a:tr>
              <a:tr h="869156">
                <a:tc>
                  <a:txBody>
                    <a:bodyPr/>
                    <a:lstStyle/>
                    <a:p>
                      <a:r>
                        <a:rPr sz="1050">
                          <a:solidFill>
                            <a:srgbClr val="17212B"/>
                          </a:solidFill>
                          <a:latin typeface="Bitstream Charter"/>
                          <a:ea typeface="Bitstream Charter"/>
                          <a:cs typeface="Bitstream Charter"/>
                        </a:rPr>
                        <a:t>O102</a:t>
                      </a:r>
                    </a:p>
                  </a:txBody>
                  <a:tcPr marL="91440" marR="91440" marT="45720" marB="45720">
                    <a:solidFill>
                      <a:srgbClr val="F5F8FA"/>
                    </a:solidFill>
                  </a:tcPr>
                </a:tc>
                <a:tc>
                  <a:txBody>
                    <a:bodyPr/>
                    <a:lstStyle/>
                    <a:p>
                      <a:r>
                        <a:rPr sz="1050">
                          <a:solidFill>
                            <a:srgbClr val="17212B"/>
                          </a:solidFill>
                          <a:latin typeface="Bitstream Charter"/>
                          <a:ea typeface="Bitstream Charter"/>
                          <a:cs typeface="Bitstream Charter"/>
                        </a:rPr>
                        <a:t>Mouse</a:t>
                      </a:r>
                    </a:p>
                  </a:txBody>
                  <a:tcPr marL="91440" marR="91440" marT="45720" marB="45720">
                    <a:solidFill>
                      <a:srgbClr val="F5F8FA"/>
                    </a:solidFill>
                  </a:tcPr>
                </a:tc>
                <a:tc>
                  <a:txBody>
                    <a:bodyPr/>
                    <a:lstStyle/>
                    <a:p>
                      <a:r>
                        <a:rPr sz="1050">
                          <a:solidFill>
                            <a:srgbClr val="17212B"/>
                          </a:solidFill>
                          <a:latin typeface="Bitstream Charter"/>
                          <a:ea typeface="Bitstream Charter"/>
                          <a:cs typeface="Bitstream Charter"/>
                        </a:rPr>
                        <a:t>2</a:t>
                      </a:r>
                    </a:p>
                  </a:txBody>
                  <a:tcPr marL="91440" marR="91440" marT="45720" marB="45720">
                    <a:solidFill>
                      <a:srgbClr val="F5F8FA"/>
                    </a:solidFill>
                  </a:tcPr>
                </a:tc>
                <a:tc>
                  <a:txBody>
                    <a:bodyPr/>
                    <a:lstStyle/>
                    <a:p>
                      <a:r>
                        <a:rPr sz="1050">
                          <a:solidFill>
                            <a:srgbClr val="17212B"/>
                          </a:solidFill>
                          <a:latin typeface="Bitstream Charter"/>
                          <a:ea typeface="Bitstream Charter"/>
                          <a:cs typeface="Bitstream Charter"/>
                        </a:rPr>
                        <a:t>800.0</a:t>
                      </a:r>
                    </a:p>
                  </a:txBody>
                  <a:tcPr marL="91440" marR="91440" marT="45720" marB="45720">
                    <a:solidFill>
                      <a:srgbClr val="F5F8FA"/>
                    </a:solidFill>
                  </a:tcPr>
                </a:tc>
                <a:tc>
                  <a:txBody>
                    <a:bodyPr/>
                    <a:lstStyle/>
                    <a:p>
                      <a:r>
                        <a:rPr sz="1050">
                          <a:solidFill>
                            <a:srgbClr val="17212B"/>
                          </a:solidFill>
                          <a:latin typeface="Bitstream Charter"/>
                          <a:ea typeface="Bitstream Charter"/>
                          <a:cs typeface="Bitstream Charter"/>
                        </a:rPr>
                        <a:t>1600.0</a:t>
                      </a:r>
                    </a:p>
                  </a:txBody>
                  <a:tcPr marL="91440" marR="91440" marT="45720" marB="45720">
                    <a:solidFill>
                      <a:srgbClr val="F5F8FA"/>
                    </a:solidFill>
                  </a:tcPr>
                </a:tc>
              </a:tr>
              <a:tr h="869156">
                <a:tc>
                  <a:txBody>
                    <a:bodyPr/>
                    <a:lstStyle/>
                    <a:p>
                      <a:r>
                        <a:rPr sz="1050">
                          <a:solidFill>
                            <a:srgbClr val="17212B"/>
                          </a:solidFill>
                          <a:latin typeface="Bitstream Charter"/>
                          <a:ea typeface="Bitstream Charter"/>
                          <a:cs typeface="Bitstream Charter"/>
                        </a:rPr>
                        <a:t>O103</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Keyboard</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3</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1500.0</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4500.0</a:t>
                      </a:r>
                    </a:p>
                  </a:txBody>
                  <a:tcPr marL="91440" marR="91440" marT="45720" marB="4572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1AE579DF-00EF-4222-AD3A-098A51CDED11}"/>
              </a:ext>
            </a:extLst>
          </p:cNvPr>
          <p:cNvSpPr>
            <a:spLocks xmlns:a="http://schemas.openxmlformats.org/drawingml/2006/main" noGrp="1"/>
          </p:cNvSpPr>
          <p:nvPr/>
        </p:nvSpPr>
        <p:spPr>
          <a:xfrm xmlns:a="http://schemas.openxmlformats.org/drawingml/2006/main">
            <a:off x="1476375" y="5429250"/>
            <a:ext cx="9239250" cy="523875"/>
          </a:xfrm>
          <a:prstGeom xmlns:a="http://schemas.openxmlformats.org/drawingml/2006/main" prst="roundRect">
            <a:avLst>
              <a:gd name="adj" fmla="val 14545"/>
            </a:avLst>
          </a:prstGeom>
          <a:solidFill xmlns:a="http://schemas.openxmlformats.org/drawingml/2006/main">
            <a:srgbClr val="EAF4FB"/>
          </a:solidFill>
          <a:ln xmlns:a="http://schemas.openxmlformats.org/drawingml/2006/main" w="9525">
            <a:solidFill>
              <a:srgbClr val="D5DEE6"/>
            </a:solidFill>
          </a:ln>
        </p:spPr>
      </p:sp>
      <p:sp>
        <p:nvSpPr>
          <p:cNvPr id="9" name="">
            <a:extLst xmlns:a="http://schemas.openxmlformats.org/drawingml/2006/main">
              <a:ext uri="{FF2B5EF4-FFF2-40B4-BE49-F238E27FC236}">
                <a16:creationId xmlns:a16="http://schemas.microsoft.com/office/drawing/2014/main" id="{097A0344-9F2F-42DB-9E10-60800D423997}"/>
              </a:ext>
            </a:extLst>
          </p:cNvPr>
          <p:cNvSpPr>
            <a:spLocks xmlns:a="http://schemas.openxmlformats.org/drawingml/2006/main" noGrp="1"/>
          </p:cNvSpPr>
          <p:nvPr/>
        </p:nvSpPr>
        <p:spPr>
          <a:xfrm xmlns:a="http://schemas.openxmlformats.org/drawingml/2006/main">
            <a:off x="1666875" y="5505450"/>
            <a:ext cx="885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09233B"/>
                </a:solidFill>
                <a:latin typeface="Bitstream Charter"/>
                <a:ea typeface="Bitstream Charter"/>
                <a:cs typeface="Bitstream Charter"/>
              </a:defRPr>
            </a:pPr>
            <a:r>
              <a:rPr sz="1350" b="1">
                <a:solidFill>
                  <a:srgbClr val="09233B"/>
                </a:solidFill>
                <a:latin typeface="Bitstream Charter"/>
                <a:ea typeface="Bitstream Charter"/>
                <a:cs typeface="Bitstream Charter"/>
              </a:rPr>
              <a:t>If the result differs, inspect the schema and multiplication expression before writing.</a:t>
            </a:r>
          </a:p>
        </p:txBody>
      </p:sp>
    </p:spTree>
    <p:extLst>
      <p:ext uri="{BB962C8B-B14F-4D97-AF65-F5344CB8AC3E}">
        <p14:creationId xmlns:p14="http://schemas.microsoft.com/office/powerpoint/2010/main" val="12683281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F26EC69-9C97-4517-823E-8BD9AF2B1F2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88A0714-CF9E-4385-BFA4-621F42EF69C3}"/>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Read the code line by line</a:t>
            </a:r>
          </a:p>
        </p:txBody>
      </p:sp>
      <p:sp>
        <p:nvSpPr>
          <p:cNvPr id="3" name="">
            <a:extLst xmlns:a="http://schemas.openxmlformats.org/drawingml/2006/main">
              <a:ext uri="{FF2B5EF4-FFF2-40B4-BE49-F238E27FC236}">
                <a16:creationId xmlns:a16="http://schemas.microsoft.com/office/drawing/2014/main" id="{D3CEFE97-D8E8-4DF7-9F0D-EB5CB1824012}"/>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Teach meaning, not memorization</a:t>
            </a:r>
          </a:p>
        </p:txBody>
      </p:sp>
      <p:sp>
        <p:nvSpPr>
          <p:cNvPr id="4" name="">
            <a:extLst xmlns:a="http://schemas.openxmlformats.org/drawingml/2006/main">
              <a:ext uri="{FF2B5EF4-FFF2-40B4-BE49-F238E27FC236}">
                <a16:creationId xmlns:a16="http://schemas.microsoft.com/office/drawing/2014/main" id="{00693C75-9FF6-4386-A77F-2968B229E6AD}"/>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AA85D2E-2217-42BD-ADB8-AD27A5B87DD4}"/>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325353AF-9152-47E1-95C2-FEEDC75891B7}"/>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23</a:t>
            </a:r>
          </a:p>
        </p:txBody>
      </p:sp>
      <p:sp>
        <p:nvSpPr>
          <p:cNvPr id="7" name="">
            <a:extLst xmlns:a="http://schemas.openxmlformats.org/drawingml/2006/main">
              <a:ext uri="{FF2B5EF4-FFF2-40B4-BE49-F238E27FC236}">
                <a16:creationId xmlns:a16="http://schemas.microsoft.com/office/drawing/2014/main" id="{1AABE050-6914-467E-9B5D-51FF0E7D65DC}"/>
              </a:ext>
            </a:extLst>
          </p:cNvPr>
          <p:cNvSpPr>
            <a:spLocks xmlns:a="http://schemas.openxmlformats.org/drawingml/2006/main" noGrp="1"/>
          </p:cNvSpPr>
          <p:nvPr/>
        </p:nvSpPr>
        <p:spPr>
          <a:xfrm xmlns:a="http://schemas.openxmlformats.org/drawingml/2006/main">
            <a:off x="704850" y="1581150"/>
            <a:ext cx="1428750" cy="304800"/>
          </a:xfrm>
          <a:prstGeom xmlns:a="http://schemas.openxmlformats.org/drawingml/2006/main" prst="roundRect">
            <a:avLst>
              <a:gd name="adj" fmla="val 25000"/>
            </a:avLst>
          </a:prstGeom>
          <a:solidFill xmlns:a="http://schemas.openxmlformats.org/drawingml/2006/main">
            <a:srgbClr val="2E74B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C9D3321-B4CE-483E-8FDF-DA34C80ECB10}"/>
              </a:ext>
            </a:extLst>
          </p:cNvPr>
          <p:cNvSpPr>
            <a:spLocks xmlns:a="http://schemas.openxmlformats.org/drawingml/2006/main" noGrp="1"/>
          </p:cNvSpPr>
          <p:nvPr/>
        </p:nvSpPr>
        <p:spPr>
          <a:xfrm xmlns:a="http://schemas.openxmlformats.org/drawingml/2006/main">
            <a:off x="781050" y="1600200"/>
            <a:ext cx="1276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SIMPLE IDEA</a:t>
            </a:r>
          </a:p>
        </p:txBody>
      </p:sp>
      <p:sp>
        <p:nvSpPr>
          <p:cNvPr id="9" name="">
            <a:extLst xmlns:a="http://schemas.openxmlformats.org/drawingml/2006/main">
              <a:ext uri="{FF2B5EF4-FFF2-40B4-BE49-F238E27FC236}">
                <a16:creationId xmlns:a16="http://schemas.microsoft.com/office/drawing/2014/main" id="{6E537735-FFFD-442F-A05D-AA5D96F75EC6}"/>
              </a:ext>
            </a:extLst>
          </p:cNvPr>
          <p:cNvSpPr>
            <a:spLocks xmlns:a="http://schemas.openxmlformats.org/drawingml/2006/main" noGrp="1"/>
          </p:cNvSpPr>
          <p:nvPr/>
        </p:nvSpPr>
        <p:spPr>
          <a:xfrm xmlns:a="http://schemas.openxmlformats.org/drawingml/2006/main">
            <a:off x="704850" y="1952625"/>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09233B"/>
                </a:solidFill>
                <a:latin typeface="Bitstream Charter"/>
                <a:ea typeface="Bitstream Charter"/>
                <a:cs typeface="Bitstream Charter"/>
              </a:defRPr>
            </a:pPr>
            <a:r>
              <a:rPr sz="2175" b="1">
                <a:solidFill>
                  <a:srgbClr val="09233B"/>
                </a:solidFill>
                <a:latin typeface="Bitstream Charter"/>
                <a:ea typeface="Bitstream Charter"/>
                <a:cs typeface="Bitstream Charter"/>
              </a:rPr>
              <a:t>Every line creates data, describes work or requests execution.</a:t>
            </a:r>
          </a:p>
        </p:txBody>
      </p:sp>
      <p:sp>
        <p:nvSpPr>
          <p:cNvPr id="10" name="">
            <a:extLst xmlns:a="http://schemas.openxmlformats.org/drawingml/2006/main">
              <a:ext uri="{FF2B5EF4-FFF2-40B4-BE49-F238E27FC236}">
                <a16:creationId xmlns:a16="http://schemas.microsoft.com/office/drawing/2014/main" id="{1A16EE60-C1C6-42CA-9952-D03802248D82}"/>
              </a:ext>
            </a:extLst>
          </p:cNvPr>
          <p:cNvSpPr>
            <a:spLocks xmlns:a="http://schemas.openxmlformats.org/drawingml/2006/main" noGrp="1"/>
          </p:cNvSpPr>
          <p:nvPr/>
        </p:nvSpPr>
        <p:spPr>
          <a:xfrm xmlns:a="http://schemas.openxmlformats.org/drawingml/2006/main">
            <a:off x="800100" y="3267075"/>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A98D350-C313-4273-A63C-C250820EEB3A}"/>
              </a:ext>
            </a:extLst>
          </p:cNvPr>
          <p:cNvSpPr>
            <a:spLocks xmlns:a="http://schemas.openxmlformats.org/drawingml/2006/main" noGrp="1"/>
          </p:cNvSpPr>
          <p:nvPr/>
        </p:nvSpPr>
        <p:spPr>
          <a:xfrm xmlns:a="http://schemas.openxmlformats.org/drawingml/2006/main">
            <a:off x="1095375" y="31908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Import gives reusable Spark functions.</a:t>
            </a:r>
          </a:p>
        </p:txBody>
      </p:sp>
      <p:sp>
        <p:nvSpPr>
          <p:cNvPr id="12" name="">
            <a:extLst xmlns:a="http://schemas.openxmlformats.org/drawingml/2006/main">
              <a:ext uri="{FF2B5EF4-FFF2-40B4-BE49-F238E27FC236}">
                <a16:creationId xmlns:a16="http://schemas.microsoft.com/office/drawing/2014/main" id="{3626386B-17E6-412B-B526-E4F1F9B08AA1}"/>
              </a:ext>
            </a:extLst>
          </p:cNvPr>
          <p:cNvSpPr>
            <a:spLocks xmlns:a="http://schemas.openxmlformats.org/drawingml/2006/main" noGrp="1"/>
          </p:cNvSpPr>
          <p:nvPr/>
        </p:nvSpPr>
        <p:spPr>
          <a:xfrm xmlns:a="http://schemas.openxmlformats.org/drawingml/2006/main">
            <a:off x="800100" y="3848100"/>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CE3903F-31F8-4D63-A8B8-F57127FE9E95}"/>
              </a:ext>
            </a:extLst>
          </p:cNvPr>
          <p:cNvSpPr>
            <a:spLocks xmlns:a="http://schemas.openxmlformats.org/drawingml/2006/main" noGrp="1"/>
          </p:cNvSpPr>
          <p:nvPr/>
        </p:nvSpPr>
        <p:spPr>
          <a:xfrm xmlns:a="http://schemas.openxmlformats.org/drawingml/2006/main">
            <a:off x="1095375" y="37719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createDataFrame creates distributed structured data.</a:t>
            </a:r>
          </a:p>
        </p:txBody>
      </p:sp>
      <p:sp>
        <p:nvSpPr>
          <p:cNvPr id="14" name="">
            <a:extLst xmlns:a="http://schemas.openxmlformats.org/drawingml/2006/main">
              <a:ext uri="{FF2B5EF4-FFF2-40B4-BE49-F238E27FC236}">
                <a16:creationId xmlns:a16="http://schemas.microsoft.com/office/drawing/2014/main" id="{7C57AEE9-6A8C-4996-B0D7-75341988CEA3}"/>
              </a:ext>
            </a:extLst>
          </p:cNvPr>
          <p:cNvSpPr>
            <a:spLocks xmlns:a="http://schemas.openxmlformats.org/drawingml/2006/main" noGrp="1"/>
          </p:cNvSpPr>
          <p:nvPr/>
        </p:nvSpPr>
        <p:spPr>
          <a:xfrm xmlns:a="http://schemas.openxmlformats.org/drawingml/2006/main">
            <a:off x="800100" y="4429125"/>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B8D7495-538C-440F-B498-A16883366CE2}"/>
              </a:ext>
            </a:extLst>
          </p:cNvPr>
          <p:cNvSpPr>
            <a:spLocks xmlns:a="http://schemas.openxmlformats.org/drawingml/2006/main" noGrp="1"/>
          </p:cNvSpPr>
          <p:nvPr/>
        </p:nvSpPr>
        <p:spPr>
          <a:xfrm xmlns:a="http://schemas.openxmlformats.org/drawingml/2006/main">
            <a:off x="1095375" y="43529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withColumn describes a transformation.</a:t>
            </a:r>
          </a:p>
        </p:txBody>
      </p:sp>
      <p:sp>
        <p:nvSpPr>
          <p:cNvPr id="16" name="">
            <a:extLst xmlns:a="http://schemas.openxmlformats.org/drawingml/2006/main">
              <a:ext uri="{FF2B5EF4-FFF2-40B4-BE49-F238E27FC236}">
                <a16:creationId xmlns:a16="http://schemas.microsoft.com/office/drawing/2014/main" id="{E0E4180C-8FC7-48B0-9BBC-AB383346B582}"/>
              </a:ext>
            </a:extLst>
          </p:cNvPr>
          <p:cNvSpPr>
            <a:spLocks xmlns:a="http://schemas.openxmlformats.org/drawingml/2006/main" noGrp="1"/>
          </p:cNvSpPr>
          <p:nvPr/>
        </p:nvSpPr>
        <p:spPr>
          <a:xfrm xmlns:a="http://schemas.openxmlformats.org/drawingml/2006/main">
            <a:off x="800100" y="5010150"/>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051BD7D-6477-4B70-8FE6-609B1487DC3D}"/>
              </a:ext>
            </a:extLst>
          </p:cNvPr>
          <p:cNvSpPr>
            <a:spLocks xmlns:a="http://schemas.openxmlformats.org/drawingml/2006/main" noGrp="1"/>
          </p:cNvSpPr>
          <p:nvPr/>
        </p:nvSpPr>
        <p:spPr>
          <a:xfrm xmlns:a="http://schemas.openxmlformats.org/drawingml/2006/main">
            <a:off x="1095375" y="49339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display requests the visible result.</a:t>
            </a:r>
          </a:p>
        </p:txBody>
      </p:sp>
      <p:sp>
        <p:nvSpPr>
          <p:cNvPr id="18" name="">
            <a:extLst xmlns:a="http://schemas.openxmlformats.org/drawingml/2006/main">
              <a:ext uri="{FF2B5EF4-FFF2-40B4-BE49-F238E27FC236}">
                <a16:creationId xmlns:a16="http://schemas.microsoft.com/office/drawing/2014/main" id="{45B44645-7F5E-428B-B98C-74D6E29D5004}"/>
              </a:ext>
            </a:extLst>
          </p:cNvPr>
          <p:cNvSpPr>
            <a:spLocks xmlns:a="http://schemas.openxmlformats.org/drawingml/2006/main" noGrp="1"/>
          </p:cNvSpPr>
          <p:nvPr/>
        </p:nvSpPr>
        <p:spPr>
          <a:xfrm xmlns:a="http://schemas.openxmlformats.org/drawingml/2006/main">
            <a:off x="7667625" y="1714500"/>
            <a:ext cx="3714750" cy="3238500"/>
          </a:xfrm>
          <a:prstGeom xmlns:a="http://schemas.openxmlformats.org/drawingml/2006/main" prst="roundRect">
            <a:avLst>
              <a:gd name="adj" fmla="val 2353"/>
            </a:avLst>
          </a:prstGeom>
          <a:solidFill xmlns:a="http://schemas.openxmlformats.org/drawingml/2006/main">
            <a:srgbClr val="F5F8FA"/>
          </a:solidFill>
          <a:ln xmlns:a="http://schemas.openxmlformats.org/drawingml/2006/main" w="9525">
            <a:solidFill>
              <a:srgbClr val="D5DEE6"/>
            </a:solidFill>
          </a:ln>
        </p:spPr>
      </p:sp>
      <p:sp>
        <p:nvSpPr>
          <p:cNvPr id="19" name="">
            <a:extLst xmlns:a="http://schemas.openxmlformats.org/drawingml/2006/main">
              <a:ext uri="{FF2B5EF4-FFF2-40B4-BE49-F238E27FC236}">
                <a16:creationId xmlns:a16="http://schemas.microsoft.com/office/drawing/2014/main" id="{8BEC2B1E-BBD6-46B1-98DC-A41C89ABF660}"/>
              </a:ext>
            </a:extLst>
          </p:cNvPr>
          <p:cNvSpPr>
            <a:spLocks xmlns:a="http://schemas.openxmlformats.org/drawingml/2006/main" noGrp="1"/>
          </p:cNvSpPr>
          <p:nvPr/>
        </p:nvSpPr>
        <p:spPr>
          <a:xfrm xmlns:a="http://schemas.openxmlformats.org/drawingml/2006/main">
            <a:off x="7667625" y="1714500"/>
            <a:ext cx="85725" cy="3238500"/>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087F573-C5DB-4E05-9B5B-F700401BDC40}"/>
              </a:ext>
            </a:extLst>
          </p:cNvPr>
          <p:cNvSpPr>
            <a:spLocks xmlns:a="http://schemas.openxmlformats.org/drawingml/2006/main" noGrp="1"/>
          </p:cNvSpPr>
          <p:nvPr/>
        </p:nvSpPr>
        <p:spPr>
          <a:xfrm xmlns:a="http://schemas.openxmlformats.org/drawingml/2006/main">
            <a:off x="7905750" y="1847850"/>
            <a:ext cx="328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Example</a:t>
            </a:r>
          </a:p>
        </p:txBody>
      </p:sp>
      <p:sp>
        <p:nvSpPr>
          <p:cNvPr id="21" name="">
            <a:extLst xmlns:a="http://schemas.openxmlformats.org/drawingml/2006/main">
              <a:ext uri="{FF2B5EF4-FFF2-40B4-BE49-F238E27FC236}">
                <a16:creationId xmlns:a16="http://schemas.microsoft.com/office/drawing/2014/main" id="{309CEF8F-48BE-4021-B707-314758D6EBB6}"/>
              </a:ext>
            </a:extLst>
          </p:cNvPr>
          <p:cNvSpPr>
            <a:spLocks xmlns:a="http://schemas.openxmlformats.org/drawingml/2006/main" noGrp="1"/>
          </p:cNvSpPr>
          <p:nvPr/>
        </p:nvSpPr>
        <p:spPr>
          <a:xfrm xmlns:a="http://schemas.openxmlformats.org/drawingml/2006/main">
            <a:off x="7905750" y="2219325"/>
            <a:ext cx="3286125" cy="2609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Ask learners: Which exact line most clearly triggers execution? Expected: display(result_df).</a:t>
            </a:r>
          </a:p>
        </p:txBody>
      </p:sp>
      <p:sp>
        <p:nvSpPr>
          <p:cNvPr id="22" name="">
            <a:extLst xmlns:a="http://schemas.openxmlformats.org/drawingml/2006/main">
              <a:ext uri="{FF2B5EF4-FFF2-40B4-BE49-F238E27FC236}">
                <a16:creationId xmlns:a16="http://schemas.microsoft.com/office/drawing/2014/main" id="{1F972CB2-1194-4274-81D7-4067AC9F7953}"/>
              </a:ext>
            </a:extLst>
          </p:cNvPr>
          <p:cNvSpPr>
            <a:spLocks xmlns:a="http://schemas.openxmlformats.org/drawingml/2006/main" noGrp="1"/>
          </p:cNvSpPr>
          <p:nvPr/>
        </p:nvSpPr>
        <p:spPr>
          <a:xfrm xmlns:a="http://schemas.openxmlformats.org/drawingml/2006/main">
            <a:off x="7810500" y="5238750"/>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5D6A76"/>
                </a:solidFill>
                <a:latin typeface="Bitstream Charter"/>
                <a:ea typeface="Bitstream Charter"/>
                <a:cs typeface="Bitstream Charter"/>
              </a:defRPr>
            </a:pPr>
            <a:r>
              <a:rPr sz="1200" b="1">
                <a:solidFill>
                  <a:srgbClr val="5D6A76"/>
                </a:solidFill>
                <a:latin typeface="Bitstream Charter"/>
                <a:ea typeface="Bitstream Charter"/>
                <a:cs typeface="Bitstream Charter"/>
              </a:rPr>
              <a:t>Ask learners to explain this in their own words.</a:t>
            </a:r>
          </a:p>
        </p:txBody>
      </p:sp>
    </p:spTree>
    <p:extLst>
      <p:ext uri="{BB962C8B-B14F-4D97-AF65-F5344CB8AC3E}">
        <p14:creationId xmlns:p14="http://schemas.microsoft.com/office/powerpoint/2010/main" val="10311228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24BBCC3-0896-42A8-B618-2E4F04414AB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EAA0956-31A6-4617-85AB-DF9DEACDB7DC}"/>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What Delta Lake adds</a:t>
            </a:r>
          </a:p>
        </p:txBody>
      </p:sp>
      <p:sp>
        <p:nvSpPr>
          <p:cNvPr id="3" name="">
            <a:extLst xmlns:a="http://schemas.openxmlformats.org/drawingml/2006/main">
              <a:ext uri="{FF2B5EF4-FFF2-40B4-BE49-F238E27FC236}">
                <a16:creationId xmlns:a16="http://schemas.microsoft.com/office/drawing/2014/main" id="{D622952A-AA08-47AF-AFD2-255B3BDE8D76}"/>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Reliable table behavior on cloud storage</a:t>
            </a:r>
          </a:p>
        </p:txBody>
      </p:sp>
      <p:sp>
        <p:nvSpPr>
          <p:cNvPr id="4" name="">
            <a:extLst xmlns:a="http://schemas.openxmlformats.org/drawingml/2006/main">
              <a:ext uri="{FF2B5EF4-FFF2-40B4-BE49-F238E27FC236}">
                <a16:creationId xmlns:a16="http://schemas.microsoft.com/office/drawing/2014/main" id="{0FDC9AF1-2B69-40CF-918D-2711EB598A84}"/>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15D2FC7-2480-4B4C-A24D-070AC4DFC823}"/>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AE891F10-4DB3-477D-BF90-3031133E0DA8}"/>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24</a:t>
            </a:r>
          </a:p>
        </p:txBody>
      </p:sp>
      <p:sp>
        <p:nvSpPr>
          <p:cNvPr id="7" name="">
            <a:extLst xmlns:a="http://schemas.openxmlformats.org/drawingml/2006/main">
              <a:ext uri="{FF2B5EF4-FFF2-40B4-BE49-F238E27FC236}">
                <a16:creationId xmlns:a16="http://schemas.microsoft.com/office/drawing/2014/main" id="{C61DA4E8-5929-4321-BB44-610B67692033}"/>
              </a:ext>
            </a:extLst>
          </p:cNvPr>
          <p:cNvSpPr>
            <a:spLocks xmlns:a="http://schemas.openxmlformats.org/drawingml/2006/main" noGrp="1"/>
          </p:cNvSpPr>
          <p:nvPr/>
        </p:nvSpPr>
        <p:spPr>
          <a:xfrm xmlns:a="http://schemas.openxmlformats.org/drawingml/2006/main">
            <a:off x="704850" y="1581150"/>
            <a:ext cx="1428750" cy="304800"/>
          </a:xfrm>
          <a:prstGeom xmlns:a="http://schemas.openxmlformats.org/drawingml/2006/main" prst="roundRect">
            <a:avLst>
              <a:gd name="adj" fmla="val 25000"/>
            </a:avLst>
          </a:prstGeom>
          <a:solidFill xmlns:a="http://schemas.openxmlformats.org/drawingml/2006/main">
            <a:srgbClr val="2E74B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B7F62E1-1CBE-4910-8115-884064A4E067}"/>
              </a:ext>
            </a:extLst>
          </p:cNvPr>
          <p:cNvSpPr>
            <a:spLocks xmlns:a="http://schemas.openxmlformats.org/drawingml/2006/main" noGrp="1"/>
          </p:cNvSpPr>
          <p:nvPr/>
        </p:nvSpPr>
        <p:spPr>
          <a:xfrm xmlns:a="http://schemas.openxmlformats.org/drawingml/2006/main">
            <a:off x="781050" y="1600200"/>
            <a:ext cx="1276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SIMPLE IDEA</a:t>
            </a:r>
          </a:p>
        </p:txBody>
      </p:sp>
      <p:sp>
        <p:nvSpPr>
          <p:cNvPr id="9" name="">
            <a:extLst xmlns:a="http://schemas.openxmlformats.org/drawingml/2006/main">
              <a:ext uri="{FF2B5EF4-FFF2-40B4-BE49-F238E27FC236}">
                <a16:creationId xmlns:a16="http://schemas.microsoft.com/office/drawing/2014/main" id="{F235DB7E-219E-494A-9356-D634247B45E8}"/>
              </a:ext>
            </a:extLst>
          </p:cNvPr>
          <p:cNvSpPr>
            <a:spLocks xmlns:a="http://schemas.openxmlformats.org/drawingml/2006/main" noGrp="1"/>
          </p:cNvSpPr>
          <p:nvPr/>
        </p:nvSpPr>
        <p:spPr>
          <a:xfrm xmlns:a="http://schemas.openxmlformats.org/drawingml/2006/main">
            <a:off x="704850" y="1952625"/>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09233B"/>
                </a:solidFill>
                <a:latin typeface="Bitstream Charter"/>
                <a:ea typeface="Bitstream Charter"/>
                <a:cs typeface="Bitstream Charter"/>
              </a:defRPr>
            </a:pPr>
            <a:r>
              <a:rPr sz="2175" b="1">
                <a:solidFill>
                  <a:srgbClr val="09233B"/>
                </a:solidFill>
                <a:latin typeface="Bitstream Charter"/>
                <a:ea typeface="Bitstream Charter"/>
                <a:cs typeface="Bitstream Charter"/>
              </a:rPr>
              <a:t>A Delta table combines Parquet data with a transaction log.</a:t>
            </a:r>
          </a:p>
        </p:txBody>
      </p:sp>
      <p:sp>
        <p:nvSpPr>
          <p:cNvPr id="10" name="">
            <a:extLst xmlns:a="http://schemas.openxmlformats.org/drawingml/2006/main">
              <a:ext uri="{FF2B5EF4-FFF2-40B4-BE49-F238E27FC236}">
                <a16:creationId xmlns:a16="http://schemas.microsoft.com/office/drawing/2014/main" id="{B2DD5F36-659F-41A4-A8AF-857931130932}"/>
              </a:ext>
            </a:extLst>
          </p:cNvPr>
          <p:cNvSpPr>
            <a:spLocks xmlns:a="http://schemas.openxmlformats.org/drawingml/2006/main" noGrp="1"/>
          </p:cNvSpPr>
          <p:nvPr/>
        </p:nvSpPr>
        <p:spPr>
          <a:xfrm xmlns:a="http://schemas.openxmlformats.org/drawingml/2006/main">
            <a:off x="800100" y="3267075"/>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D90F8E3-CA14-467D-8E9C-DC06BF2E51F6}"/>
              </a:ext>
            </a:extLst>
          </p:cNvPr>
          <p:cNvSpPr>
            <a:spLocks xmlns:a="http://schemas.openxmlformats.org/drawingml/2006/main" noGrp="1"/>
          </p:cNvSpPr>
          <p:nvPr/>
        </p:nvSpPr>
        <p:spPr>
          <a:xfrm xmlns:a="http://schemas.openxmlformats.org/drawingml/2006/main">
            <a:off x="1095375" y="31908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Writes create committed table versions.</a:t>
            </a:r>
          </a:p>
        </p:txBody>
      </p:sp>
      <p:sp>
        <p:nvSpPr>
          <p:cNvPr id="12" name="">
            <a:extLst xmlns:a="http://schemas.openxmlformats.org/drawingml/2006/main">
              <a:ext uri="{FF2B5EF4-FFF2-40B4-BE49-F238E27FC236}">
                <a16:creationId xmlns:a16="http://schemas.microsoft.com/office/drawing/2014/main" id="{BC41DCAD-CD45-4F41-9AF4-60D942220857}"/>
              </a:ext>
            </a:extLst>
          </p:cNvPr>
          <p:cNvSpPr>
            <a:spLocks xmlns:a="http://schemas.openxmlformats.org/drawingml/2006/main" noGrp="1"/>
          </p:cNvSpPr>
          <p:nvPr/>
        </p:nvSpPr>
        <p:spPr>
          <a:xfrm xmlns:a="http://schemas.openxmlformats.org/drawingml/2006/main">
            <a:off x="800100" y="3848100"/>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58E77F1-6DD8-4946-A50A-6916C9982A2B}"/>
              </a:ext>
            </a:extLst>
          </p:cNvPr>
          <p:cNvSpPr>
            <a:spLocks xmlns:a="http://schemas.openxmlformats.org/drawingml/2006/main" noGrp="1"/>
          </p:cNvSpPr>
          <p:nvPr/>
        </p:nvSpPr>
        <p:spPr>
          <a:xfrm xmlns:a="http://schemas.openxmlformats.org/drawingml/2006/main">
            <a:off x="1095375" y="37719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Schema rules catch unexpected structure.</a:t>
            </a:r>
          </a:p>
        </p:txBody>
      </p:sp>
      <p:sp>
        <p:nvSpPr>
          <p:cNvPr id="14" name="">
            <a:extLst xmlns:a="http://schemas.openxmlformats.org/drawingml/2006/main">
              <a:ext uri="{FF2B5EF4-FFF2-40B4-BE49-F238E27FC236}">
                <a16:creationId xmlns:a16="http://schemas.microsoft.com/office/drawing/2014/main" id="{E3DB5BD4-3887-496B-AE8A-EF0F70DC3112}"/>
              </a:ext>
            </a:extLst>
          </p:cNvPr>
          <p:cNvSpPr>
            <a:spLocks xmlns:a="http://schemas.openxmlformats.org/drawingml/2006/main" noGrp="1"/>
          </p:cNvSpPr>
          <p:nvPr/>
        </p:nvSpPr>
        <p:spPr>
          <a:xfrm xmlns:a="http://schemas.openxmlformats.org/drawingml/2006/main">
            <a:off x="800100" y="4429125"/>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4FE0955-C84F-416D-9C32-4328233D640D}"/>
              </a:ext>
            </a:extLst>
          </p:cNvPr>
          <p:cNvSpPr>
            <a:spLocks xmlns:a="http://schemas.openxmlformats.org/drawingml/2006/main" noGrp="1"/>
          </p:cNvSpPr>
          <p:nvPr/>
        </p:nvSpPr>
        <p:spPr>
          <a:xfrm xmlns:a="http://schemas.openxmlformats.org/drawingml/2006/main">
            <a:off x="1095375" y="43529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History records table operations.</a:t>
            </a:r>
          </a:p>
        </p:txBody>
      </p:sp>
      <p:sp>
        <p:nvSpPr>
          <p:cNvPr id="16" name="">
            <a:extLst xmlns:a="http://schemas.openxmlformats.org/drawingml/2006/main">
              <a:ext uri="{FF2B5EF4-FFF2-40B4-BE49-F238E27FC236}">
                <a16:creationId xmlns:a16="http://schemas.microsoft.com/office/drawing/2014/main" id="{2BD0D36B-A8E3-413E-87DC-0C1258CE8443}"/>
              </a:ext>
            </a:extLst>
          </p:cNvPr>
          <p:cNvSpPr>
            <a:spLocks xmlns:a="http://schemas.openxmlformats.org/drawingml/2006/main" noGrp="1"/>
          </p:cNvSpPr>
          <p:nvPr/>
        </p:nvSpPr>
        <p:spPr>
          <a:xfrm xmlns:a="http://schemas.openxmlformats.org/drawingml/2006/main">
            <a:off x="800100" y="5010150"/>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CD6A1AA-238E-45BD-9337-E1F19B51165E}"/>
              </a:ext>
            </a:extLst>
          </p:cNvPr>
          <p:cNvSpPr>
            <a:spLocks xmlns:a="http://schemas.openxmlformats.org/drawingml/2006/main" noGrp="1"/>
          </p:cNvSpPr>
          <p:nvPr/>
        </p:nvSpPr>
        <p:spPr>
          <a:xfrm xmlns:a="http://schemas.openxmlformats.org/drawingml/2006/main">
            <a:off x="1095375" y="49339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Time travel can query an available earlier version.</a:t>
            </a:r>
          </a:p>
        </p:txBody>
      </p:sp>
      <p:sp>
        <p:nvSpPr>
          <p:cNvPr id="18" name="">
            <a:extLst xmlns:a="http://schemas.openxmlformats.org/drawingml/2006/main">
              <a:ext uri="{FF2B5EF4-FFF2-40B4-BE49-F238E27FC236}">
                <a16:creationId xmlns:a16="http://schemas.microsoft.com/office/drawing/2014/main" id="{E648618E-B95B-4464-9185-2A568F120357}"/>
              </a:ext>
            </a:extLst>
          </p:cNvPr>
          <p:cNvSpPr>
            <a:spLocks xmlns:a="http://schemas.openxmlformats.org/drawingml/2006/main" noGrp="1"/>
          </p:cNvSpPr>
          <p:nvPr/>
        </p:nvSpPr>
        <p:spPr>
          <a:xfrm xmlns:a="http://schemas.openxmlformats.org/drawingml/2006/main">
            <a:off x="7667625" y="1714500"/>
            <a:ext cx="3714750" cy="3238500"/>
          </a:xfrm>
          <a:prstGeom xmlns:a="http://schemas.openxmlformats.org/drawingml/2006/main" prst="roundRect">
            <a:avLst>
              <a:gd name="adj" fmla="val 2353"/>
            </a:avLst>
          </a:prstGeom>
          <a:solidFill xmlns:a="http://schemas.openxmlformats.org/drawingml/2006/main">
            <a:srgbClr val="F5F8FA"/>
          </a:solidFill>
          <a:ln xmlns:a="http://schemas.openxmlformats.org/drawingml/2006/main" w="9525">
            <a:solidFill>
              <a:srgbClr val="D5DEE6"/>
            </a:solidFill>
          </a:ln>
        </p:spPr>
      </p:sp>
      <p:sp>
        <p:nvSpPr>
          <p:cNvPr id="19" name="">
            <a:extLst xmlns:a="http://schemas.openxmlformats.org/drawingml/2006/main">
              <a:ext uri="{FF2B5EF4-FFF2-40B4-BE49-F238E27FC236}">
                <a16:creationId xmlns:a16="http://schemas.microsoft.com/office/drawing/2014/main" id="{2A682255-83F6-461A-A05D-1A656706AD8D}"/>
              </a:ext>
            </a:extLst>
          </p:cNvPr>
          <p:cNvSpPr>
            <a:spLocks xmlns:a="http://schemas.openxmlformats.org/drawingml/2006/main" noGrp="1"/>
          </p:cNvSpPr>
          <p:nvPr/>
        </p:nvSpPr>
        <p:spPr>
          <a:xfrm xmlns:a="http://schemas.openxmlformats.org/drawingml/2006/main">
            <a:off x="7667625" y="1714500"/>
            <a:ext cx="85725" cy="3238500"/>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0005204-1096-42E3-B18C-0776F688AB6C}"/>
              </a:ext>
            </a:extLst>
          </p:cNvPr>
          <p:cNvSpPr>
            <a:spLocks xmlns:a="http://schemas.openxmlformats.org/drawingml/2006/main" noGrp="1"/>
          </p:cNvSpPr>
          <p:nvPr/>
        </p:nvSpPr>
        <p:spPr>
          <a:xfrm xmlns:a="http://schemas.openxmlformats.org/drawingml/2006/main">
            <a:off x="7905750" y="1847850"/>
            <a:ext cx="328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Example</a:t>
            </a:r>
          </a:p>
        </p:txBody>
      </p:sp>
      <p:sp>
        <p:nvSpPr>
          <p:cNvPr id="21" name="">
            <a:extLst xmlns:a="http://schemas.openxmlformats.org/drawingml/2006/main">
              <a:ext uri="{FF2B5EF4-FFF2-40B4-BE49-F238E27FC236}">
                <a16:creationId xmlns:a16="http://schemas.microsoft.com/office/drawing/2014/main" id="{9177877A-D345-4FAA-A8BF-4C395CB280E1}"/>
              </a:ext>
            </a:extLst>
          </p:cNvPr>
          <p:cNvSpPr>
            <a:spLocks xmlns:a="http://schemas.openxmlformats.org/drawingml/2006/main" noGrp="1"/>
          </p:cNvSpPr>
          <p:nvPr/>
        </p:nvSpPr>
        <p:spPr>
          <a:xfrm xmlns:a="http://schemas.openxmlformats.org/drawingml/2006/main">
            <a:off x="7905750" y="2219325"/>
            <a:ext cx="3286125" cy="2609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A successful write should be followed by SELECT, DESCRIBE DETAIL and DESCRIBE HISTORY.</a:t>
            </a:r>
          </a:p>
        </p:txBody>
      </p:sp>
      <p:sp>
        <p:nvSpPr>
          <p:cNvPr id="22" name="">
            <a:extLst xmlns:a="http://schemas.openxmlformats.org/drawingml/2006/main">
              <a:ext uri="{FF2B5EF4-FFF2-40B4-BE49-F238E27FC236}">
                <a16:creationId xmlns:a16="http://schemas.microsoft.com/office/drawing/2014/main" id="{90474232-CC8B-4688-8716-8D251D5AD935}"/>
              </a:ext>
            </a:extLst>
          </p:cNvPr>
          <p:cNvSpPr>
            <a:spLocks xmlns:a="http://schemas.openxmlformats.org/drawingml/2006/main" noGrp="1"/>
          </p:cNvSpPr>
          <p:nvPr/>
        </p:nvSpPr>
        <p:spPr>
          <a:xfrm xmlns:a="http://schemas.openxmlformats.org/drawingml/2006/main">
            <a:off x="7810500" y="5238750"/>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5D6A76"/>
                </a:solidFill>
                <a:latin typeface="Bitstream Charter"/>
                <a:ea typeface="Bitstream Charter"/>
                <a:cs typeface="Bitstream Charter"/>
              </a:defRPr>
            </a:pPr>
            <a:r>
              <a:rPr sz="1200" b="1">
                <a:solidFill>
                  <a:srgbClr val="5D6A76"/>
                </a:solidFill>
                <a:latin typeface="Bitstream Charter"/>
                <a:ea typeface="Bitstream Charter"/>
                <a:cs typeface="Bitstream Charter"/>
              </a:rPr>
              <a:t>Ask learners to explain this in their own words.</a:t>
            </a:r>
          </a:p>
        </p:txBody>
      </p:sp>
    </p:spTree>
    <p:extLst>
      <p:ext uri="{BB962C8B-B14F-4D97-AF65-F5344CB8AC3E}">
        <p14:creationId xmlns:p14="http://schemas.microsoft.com/office/powerpoint/2010/main" val="133722409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3DCAF2B-1703-46A9-A4C8-63F6917678A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2140710-5A5C-40DA-9A05-07E436CA1228}"/>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Save the result as a Delta table</a:t>
            </a:r>
          </a:p>
        </p:txBody>
      </p:sp>
      <p:sp>
        <p:nvSpPr>
          <p:cNvPr id="3" name="">
            <a:extLst xmlns:a="http://schemas.openxmlformats.org/drawingml/2006/main">
              <a:ext uri="{FF2B5EF4-FFF2-40B4-BE49-F238E27FC236}">
                <a16:creationId xmlns:a16="http://schemas.microsoft.com/office/drawing/2014/main" id="{E4002AEB-8495-4CF3-B115-2F71D4940327}"/>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Persist and register the governed result</a:t>
            </a:r>
          </a:p>
        </p:txBody>
      </p:sp>
      <p:sp>
        <p:nvSpPr>
          <p:cNvPr id="4" name="">
            <a:extLst xmlns:a="http://schemas.openxmlformats.org/drawingml/2006/main">
              <a:ext uri="{FF2B5EF4-FFF2-40B4-BE49-F238E27FC236}">
                <a16:creationId xmlns:a16="http://schemas.microsoft.com/office/drawing/2014/main" id="{96A7146D-AAAE-446E-8DE8-8E8669D83FC9}"/>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B56F8A3-B6C8-45FC-B840-D520A11E8B80}"/>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1D1DBFBC-C691-4811-981F-93BA0686DAC5}"/>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25</a:t>
            </a:r>
          </a:p>
        </p:txBody>
      </p:sp>
      <p:sp>
        <p:nvSpPr>
          <p:cNvPr id="7" name="">
            <a:extLst xmlns:a="http://schemas.openxmlformats.org/drawingml/2006/main">
              <a:ext uri="{FF2B5EF4-FFF2-40B4-BE49-F238E27FC236}">
                <a16:creationId xmlns:a16="http://schemas.microsoft.com/office/drawing/2014/main" id="{8C23B943-D0B6-470F-939F-E69885C167E1}"/>
              </a:ext>
            </a:extLst>
          </p:cNvPr>
          <p:cNvSpPr>
            <a:spLocks xmlns:a="http://schemas.openxmlformats.org/drawingml/2006/main" noGrp="1"/>
          </p:cNvSpPr>
          <p:nvPr/>
        </p:nvSpPr>
        <p:spPr>
          <a:xfrm xmlns:a="http://schemas.openxmlformats.org/drawingml/2006/main">
            <a:off x="666750" y="1619250"/>
            <a:ext cx="1000125" cy="304800"/>
          </a:xfrm>
          <a:prstGeom xmlns:a="http://schemas.openxmlformats.org/drawingml/2006/main" prst="roundRect">
            <a:avLst>
              <a:gd name="adj" fmla="val 25000"/>
            </a:avLst>
          </a:prstGeom>
          <a:solidFill xmlns:a="http://schemas.openxmlformats.org/drawingml/2006/main">
            <a:srgbClr val="2E74B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33487C7-BA4B-4413-9B37-F1BA25FB74D2}"/>
              </a:ext>
            </a:extLst>
          </p:cNvPr>
          <p:cNvSpPr>
            <a:spLocks xmlns:a="http://schemas.openxmlformats.org/drawingml/2006/main" noGrp="1"/>
          </p:cNvSpPr>
          <p:nvPr/>
        </p:nvSpPr>
        <p:spPr>
          <a:xfrm xmlns:a="http://schemas.openxmlformats.org/drawingml/2006/main">
            <a:off x="742950" y="1638300"/>
            <a:ext cx="8477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CODE</a:t>
            </a:r>
          </a:p>
        </p:txBody>
      </p:sp>
      <p:sp>
        <p:nvSpPr>
          <p:cNvPr id="9" name="">
            <a:extLst xmlns:a="http://schemas.openxmlformats.org/drawingml/2006/main">
              <a:ext uri="{FF2B5EF4-FFF2-40B4-BE49-F238E27FC236}">
                <a16:creationId xmlns:a16="http://schemas.microsoft.com/office/drawing/2014/main" id="{8B55EDE1-099D-4CAD-9EAD-B176B3B0D4A3}"/>
              </a:ext>
            </a:extLst>
          </p:cNvPr>
          <p:cNvSpPr>
            <a:spLocks xmlns:a="http://schemas.openxmlformats.org/drawingml/2006/main" noGrp="1"/>
          </p:cNvSpPr>
          <p:nvPr/>
        </p:nvSpPr>
        <p:spPr>
          <a:xfrm xmlns:a="http://schemas.openxmlformats.org/drawingml/2006/main">
            <a:off x="666750" y="2000250"/>
            <a:ext cx="6667500" cy="3333750"/>
          </a:xfrm>
          <a:prstGeom xmlns:a="http://schemas.openxmlformats.org/drawingml/2006/main" prst="roundRect">
            <a:avLst>
              <a:gd name="adj" fmla="val 2286"/>
            </a:avLst>
          </a:prstGeom>
          <a:solidFill xmlns:a="http://schemas.openxmlformats.org/drawingml/2006/main">
            <a:srgbClr val="EEF2F6"/>
          </a:solidFill>
          <a:ln xmlns:a="http://schemas.openxmlformats.org/drawingml/2006/main" w="9525">
            <a:solidFill>
              <a:srgbClr val="D5DEE6"/>
            </a:solidFill>
          </a:ln>
        </p:spPr>
      </p:sp>
      <p:sp>
        <p:nvSpPr>
          <p:cNvPr id="10" name="">
            <a:extLst xmlns:a="http://schemas.openxmlformats.org/drawingml/2006/main">
              <a:ext uri="{FF2B5EF4-FFF2-40B4-BE49-F238E27FC236}">
                <a16:creationId xmlns:a16="http://schemas.microsoft.com/office/drawing/2014/main" id="{E983C57F-59C9-4265-84A4-BCD7D08B3662}"/>
              </a:ext>
            </a:extLst>
          </p:cNvPr>
          <p:cNvSpPr>
            <a:spLocks xmlns:a="http://schemas.openxmlformats.org/drawingml/2006/main" noGrp="1"/>
          </p:cNvSpPr>
          <p:nvPr/>
        </p:nvSpPr>
        <p:spPr>
          <a:xfrm xmlns:a="http://schemas.openxmlformats.org/drawingml/2006/main">
            <a:off x="876300" y="2143125"/>
            <a:ext cx="62484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result_df.write \</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  .format('delta') \</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  .mode('overwrite') \</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  .saveAsTable('training_lab.student_01.orders')</a:t>
            </a:r>
          </a:p>
        </p:txBody>
      </p:sp>
      <p:sp>
        <p:nvSpPr>
          <p:cNvPr id="11" name="">
            <a:extLst xmlns:a="http://schemas.openxmlformats.org/drawingml/2006/main">
              <a:ext uri="{FF2B5EF4-FFF2-40B4-BE49-F238E27FC236}">
                <a16:creationId xmlns:a16="http://schemas.microsoft.com/office/drawing/2014/main" id="{AB695933-2B0D-412E-A6AC-C8BD86261585}"/>
              </a:ext>
            </a:extLst>
          </p:cNvPr>
          <p:cNvSpPr>
            <a:spLocks xmlns:a="http://schemas.openxmlformats.org/drawingml/2006/main" noGrp="1"/>
          </p:cNvSpPr>
          <p:nvPr/>
        </p:nvSpPr>
        <p:spPr>
          <a:xfrm xmlns:a="http://schemas.openxmlformats.org/drawingml/2006/main">
            <a:off x="7762875" y="17145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09233B"/>
                </a:solidFill>
                <a:latin typeface="Bitstream Charter"/>
                <a:ea typeface="Bitstream Charter"/>
                <a:cs typeface="Bitstream Charter"/>
              </a:defRPr>
            </a:pPr>
            <a:r>
              <a:rPr sz="1725" b="1">
                <a:solidFill>
                  <a:srgbClr val="09233B"/>
                </a:solidFill>
                <a:latin typeface="Bitstream Charter"/>
                <a:ea typeface="Bitstream Charter"/>
                <a:cs typeface="Bitstream Charter"/>
              </a:rPr>
              <a:t>Read it line by line</a:t>
            </a:r>
          </a:p>
        </p:txBody>
      </p:sp>
      <p:sp>
        <p:nvSpPr>
          <p:cNvPr id="12" name="">
            <a:extLst xmlns:a="http://schemas.openxmlformats.org/drawingml/2006/main">
              <a:ext uri="{FF2B5EF4-FFF2-40B4-BE49-F238E27FC236}">
                <a16:creationId xmlns:a16="http://schemas.microsoft.com/office/drawing/2014/main" id="{B745B491-3BDB-4902-8E73-B8FE8F725C41}"/>
              </a:ext>
            </a:extLst>
          </p:cNvPr>
          <p:cNvSpPr>
            <a:spLocks xmlns:a="http://schemas.openxmlformats.org/drawingml/2006/main" noGrp="1"/>
          </p:cNvSpPr>
          <p:nvPr/>
        </p:nvSpPr>
        <p:spPr>
          <a:xfrm xmlns:a="http://schemas.openxmlformats.org/drawingml/2006/main">
            <a:off x="7810500" y="236220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EBF1CB3-053F-4A86-869D-FCD289DA9D19}"/>
              </a:ext>
            </a:extLst>
          </p:cNvPr>
          <p:cNvSpPr>
            <a:spLocks xmlns:a="http://schemas.openxmlformats.org/drawingml/2006/main" noGrp="1"/>
          </p:cNvSpPr>
          <p:nvPr/>
        </p:nvSpPr>
        <p:spPr>
          <a:xfrm xmlns:a="http://schemas.openxmlformats.org/drawingml/2006/main">
            <a:off x="8096250" y="22860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result_df.write starts a write.</a:t>
            </a:r>
          </a:p>
        </p:txBody>
      </p:sp>
      <p:sp>
        <p:nvSpPr>
          <p:cNvPr id="14" name="">
            <a:extLst xmlns:a="http://schemas.openxmlformats.org/drawingml/2006/main">
              <a:ext uri="{FF2B5EF4-FFF2-40B4-BE49-F238E27FC236}">
                <a16:creationId xmlns:a16="http://schemas.microsoft.com/office/drawing/2014/main" id="{1D9E4B1E-D514-4437-892F-528DE77760F5}"/>
              </a:ext>
            </a:extLst>
          </p:cNvPr>
          <p:cNvSpPr>
            <a:spLocks xmlns:a="http://schemas.openxmlformats.org/drawingml/2006/main" noGrp="1"/>
          </p:cNvSpPr>
          <p:nvPr/>
        </p:nvSpPr>
        <p:spPr>
          <a:xfrm xmlns:a="http://schemas.openxmlformats.org/drawingml/2006/main">
            <a:off x="7810500" y="295275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A954F35-EB7D-4829-AE47-4C02A8EBC0C7}"/>
              </a:ext>
            </a:extLst>
          </p:cNvPr>
          <p:cNvSpPr>
            <a:spLocks xmlns:a="http://schemas.openxmlformats.org/drawingml/2006/main" noGrp="1"/>
          </p:cNvSpPr>
          <p:nvPr/>
        </p:nvSpPr>
        <p:spPr>
          <a:xfrm xmlns:a="http://schemas.openxmlformats.org/drawingml/2006/main">
            <a:off x="8096250" y="28765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format selects Delta.</a:t>
            </a:r>
          </a:p>
        </p:txBody>
      </p:sp>
      <p:sp>
        <p:nvSpPr>
          <p:cNvPr id="16" name="">
            <a:extLst xmlns:a="http://schemas.openxmlformats.org/drawingml/2006/main">
              <a:ext uri="{FF2B5EF4-FFF2-40B4-BE49-F238E27FC236}">
                <a16:creationId xmlns:a16="http://schemas.microsoft.com/office/drawing/2014/main" id="{69A54B2B-00CD-46B1-8E62-0789832CAC0E}"/>
              </a:ext>
            </a:extLst>
          </p:cNvPr>
          <p:cNvSpPr>
            <a:spLocks xmlns:a="http://schemas.openxmlformats.org/drawingml/2006/main" noGrp="1"/>
          </p:cNvSpPr>
          <p:nvPr/>
        </p:nvSpPr>
        <p:spPr>
          <a:xfrm xmlns:a="http://schemas.openxmlformats.org/drawingml/2006/main">
            <a:off x="7810500" y="354330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51DA3C7-3B1F-4ABD-82E8-33A04CACB90D}"/>
              </a:ext>
            </a:extLst>
          </p:cNvPr>
          <p:cNvSpPr>
            <a:spLocks xmlns:a="http://schemas.openxmlformats.org/drawingml/2006/main" noGrp="1"/>
          </p:cNvSpPr>
          <p:nvPr/>
        </p:nvSpPr>
        <p:spPr>
          <a:xfrm xmlns:a="http://schemas.openxmlformats.org/drawingml/2006/main">
            <a:off x="8096250" y="34671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overwrite replaces this isolated lab target.</a:t>
            </a:r>
          </a:p>
        </p:txBody>
      </p:sp>
      <p:sp>
        <p:nvSpPr>
          <p:cNvPr id="18" name="">
            <a:extLst xmlns:a="http://schemas.openxmlformats.org/drawingml/2006/main">
              <a:ext uri="{FF2B5EF4-FFF2-40B4-BE49-F238E27FC236}">
                <a16:creationId xmlns:a16="http://schemas.microsoft.com/office/drawing/2014/main" id="{EEAE3C70-86A3-4A6B-91C5-8D26D191432D}"/>
              </a:ext>
            </a:extLst>
          </p:cNvPr>
          <p:cNvSpPr>
            <a:spLocks xmlns:a="http://schemas.openxmlformats.org/drawingml/2006/main" noGrp="1"/>
          </p:cNvSpPr>
          <p:nvPr/>
        </p:nvSpPr>
        <p:spPr>
          <a:xfrm xmlns:a="http://schemas.openxmlformats.org/drawingml/2006/main">
            <a:off x="7810500" y="413385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73630AC-7CC2-4AEC-B1E8-F70FC6592549}"/>
              </a:ext>
            </a:extLst>
          </p:cNvPr>
          <p:cNvSpPr>
            <a:spLocks xmlns:a="http://schemas.openxmlformats.org/drawingml/2006/main" noGrp="1"/>
          </p:cNvSpPr>
          <p:nvPr/>
        </p:nvSpPr>
        <p:spPr>
          <a:xfrm xmlns:a="http://schemas.openxmlformats.org/drawingml/2006/main">
            <a:off x="8096250" y="40576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062"/>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saveAsTable writes and registers the full name.</a:t>
            </a:r>
          </a:p>
        </p:txBody>
      </p:sp>
      <p:sp>
        <p:nvSpPr>
          <p:cNvPr id="20" name="">
            <a:extLst xmlns:a="http://schemas.openxmlformats.org/drawingml/2006/main">
              <a:ext uri="{FF2B5EF4-FFF2-40B4-BE49-F238E27FC236}">
                <a16:creationId xmlns:a16="http://schemas.microsoft.com/office/drawing/2014/main" id="{814D7C3C-2367-41C9-825F-4E04C3521C6E}"/>
              </a:ext>
            </a:extLst>
          </p:cNvPr>
          <p:cNvSpPr>
            <a:spLocks xmlns:a="http://schemas.openxmlformats.org/drawingml/2006/main" noGrp="1"/>
          </p:cNvSpPr>
          <p:nvPr/>
        </p:nvSpPr>
        <p:spPr>
          <a:xfrm xmlns:a="http://schemas.openxmlformats.org/drawingml/2006/main">
            <a:off x="7667625" y="4762500"/>
            <a:ext cx="3714750" cy="904875"/>
          </a:xfrm>
          <a:prstGeom xmlns:a="http://schemas.openxmlformats.org/drawingml/2006/main" prst="roundRect">
            <a:avLst>
              <a:gd name="adj" fmla="val 8421"/>
            </a:avLst>
          </a:prstGeom>
          <a:solidFill xmlns:a="http://schemas.openxmlformats.org/drawingml/2006/main">
            <a:srgbClr val="ECF7F1"/>
          </a:solidFill>
          <a:ln xmlns:a="http://schemas.openxmlformats.org/drawingml/2006/main" w="9525">
            <a:solidFill>
              <a:srgbClr val="D5DEE6"/>
            </a:solidFill>
          </a:ln>
        </p:spPr>
      </p:sp>
      <p:sp>
        <p:nvSpPr>
          <p:cNvPr id="21" name="">
            <a:extLst xmlns:a="http://schemas.openxmlformats.org/drawingml/2006/main">
              <a:ext uri="{FF2B5EF4-FFF2-40B4-BE49-F238E27FC236}">
                <a16:creationId xmlns:a16="http://schemas.microsoft.com/office/drawing/2014/main" id="{55E347B4-84A2-4A63-A0CD-91BE96818AFB}"/>
              </a:ext>
            </a:extLst>
          </p:cNvPr>
          <p:cNvSpPr>
            <a:spLocks xmlns:a="http://schemas.openxmlformats.org/drawingml/2006/main" noGrp="1"/>
          </p:cNvSpPr>
          <p:nvPr/>
        </p:nvSpPr>
        <p:spPr>
          <a:xfrm xmlns:a="http://schemas.openxmlformats.org/drawingml/2006/main">
            <a:off x="7905750" y="4886325"/>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2F7D5A"/>
                </a:solidFill>
                <a:latin typeface="Bitstream Charter"/>
                <a:ea typeface="Bitstream Charter"/>
                <a:cs typeface="Bitstream Charter"/>
              </a:defRPr>
            </a:pPr>
            <a:r>
              <a:rPr sz="900" b="1">
                <a:solidFill>
                  <a:srgbClr val="2F7D5A"/>
                </a:solidFill>
                <a:latin typeface="Bitstream Charter"/>
                <a:ea typeface="Bitstream Charter"/>
                <a:cs typeface="Bitstream Charter"/>
              </a:rPr>
              <a:t>EXPECTED</a:t>
            </a:r>
          </a:p>
        </p:txBody>
      </p:sp>
      <p:sp>
        <p:nvSpPr>
          <p:cNvPr id="22" name="">
            <a:extLst xmlns:a="http://schemas.openxmlformats.org/drawingml/2006/main">
              <a:ext uri="{FF2B5EF4-FFF2-40B4-BE49-F238E27FC236}">
                <a16:creationId xmlns:a16="http://schemas.microsoft.com/office/drawing/2014/main" id="{76B01373-7F23-4BB3-B0B0-4A8147B4BF1D}"/>
              </a:ext>
            </a:extLst>
          </p:cNvPr>
          <p:cNvSpPr>
            <a:spLocks xmlns:a="http://schemas.openxmlformats.org/drawingml/2006/main" noGrp="1"/>
          </p:cNvSpPr>
          <p:nvPr/>
        </p:nvSpPr>
        <p:spPr>
          <a:xfrm xmlns:a="http://schemas.openxmlformats.org/drawingml/2006/main">
            <a:off x="7905750" y="51625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09233B"/>
                </a:solidFill>
                <a:latin typeface="Bitstream Charter"/>
                <a:ea typeface="Bitstream Charter"/>
                <a:cs typeface="Bitstream Charter"/>
              </a:defRPr>
            </a:pPr>
            <a:r>
              <a:rPr sz="1350" b="1">
                <a:solidFill>
                  <a:srgbClr val="09233B"/>
                </a:solidFill>
                <a:latin typeface="Bitstream Charter"/>
                <a:ea typeface="Bitstream Charter"/>
                <a:cs typeface="Bitstream Charter"/>
              </a:rPr>
              <a:t>training_lab.student_01.orders exists.</a:t>
            </a:r>
          </a:p>
        </p:txBody>
      </p:sp>
    </p:spTree>
    <p:extLst>
      <p:ext uri="{BB962C8B-B14F-4D97-AF65-F5344CB8AC3E}">
        <p14:creationId xmlns:p14="http://schemas.microsoft.com/office/powerpoint/2010/main" val="79924679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E73E3973-2501-4D19-B070-89F5064078B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B90CA92-CF82-405D-BCEA-1B6F545FB13F}"/>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What happens during the write</a:t>
            </a:r>
          </a:p>
        </p:txBody>
      </p:sp>
      <p:sp>
        <p:nvSpPr>
          <p:cNvPr id="3" name="">
            <a:extLst xmlns:a="http://schemas.openxmlformats.org/drawingml/2006/main">
              <a:ext uri="{FF2B5EF4-FFF2-40B4-BE49-F238E27FC236}">
                <a16:creationId xmlns:a16="http://schemas.microsoft.com/office/drawing/2014/main" id="{49B7189A-C9C7-4C90-826B-019F3AA8C63C}"/>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Internal execution at a beginner level</a:t>
            </a:r>
          </a:p>
        </p:txBody>
      </p:sp>
      <p:sp>
        <p:nvSpPr>
          <p:cNvPr id="4" name="">
            <a:extLst xmlns:a="http://schemas.openxmlformats.org/drawingml/2006/main">
              <a:ext uri="{FF2B5EF4-FFF2-40B4-BE49-F238E27FC236}">
                <a16:creationId xmlns:a16="http://schemas.microsoft.com/office/drawing/2014/main" id="{6E443223-9113-48D3-A013-B06687B7CA6B}"/>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D349F8B-A4CC-43DC-B7C0-8BA542EE0F5C}"/>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88C4333E-E530-44C5-818C-2445FA8A868E}"/>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26</a:t>
            </a:r>
          </a:p>
        </p:txBody>
      </p:sp>
      <p:sp>
        <p:nvSpPr>
          <p:cNvPr id="7" name="">
            <a:extLst xmlns:a="http://schemas.openxmlformats.org/drawingml/2006/main">
              <a:ext uri="{FF2B5EF4-FFF2-40B4-BE49-F238E27FC236}">
                <a16:creationId xmlns:a16="http://schemas.microsoft.com/office/drawing/2014/main" id="{61781B0F-07F4-4807-A02B-154F9E740B67}"/>
              </a:ext>
            </a:extLst>
          </p:cNvPr>
          <p:cNvSpPr>
            <a:spLocks xmlns:a="http://schemas.openxmlformats.org/drawingml/2006/main" noGrp="1"/>
          </p:cNvSpPr>
          <p:nvPr/>
        </p:nvSpPr>
        <p:spPr>
          <a:xfrm xmlns:a="http://schemas.openxmlformats.org/drawingml/2006/main">
            <a:off x="428625" y="2000250"/>
            <a:ext cx="2000250" cy="1809750"/>
          </a:xfrm>
          <a:prstGeom xmlns:a="http://schemas.openxmlformats.org/drawingml/2006/main" prst="roundRect">
            <a:avLst>
              <a:gd name="adj" fmla="val 4211"/>
            </a:avLst>
          </a:prstGeom>
          <a:solidFill xmlns:a="http://schemas.openxmlformats.org/drawingml/2006/main">
            <a:srgbClr val="F5F8FA"/>
          </a:solidFill>
          <a:ln xmlns:a="http://schemas.openxmlformats.org/drawingml/2006/main" w="9525">
            <a:solidFill>
              <a:srgbClr val="D5DEE6"/>
            </a:solidFill>
          </a:ln>
        </p:spPr>
      </p:sp>
      <p:sp>
        <p:nvSpPr>
          <p:cNvPr id="8" name="">
            <a:extLst xmlns:a="http://schemas.openxmlformats.org/drawingml/2006/main">
              <a:ext uri="{FF2B5EF4-FFF2-40B4-BE49-F238E27FC236}">
                <a16:creationId xmlns:a16="http://schemas.microsoft.com/office/drawing/2014/main" id="{954DDA30-5183-449A-ADC3-65A234735C0D}"/>
              </a:ext>
            </a:extLst>
          </p:cNvPr>
          <p:cNvSpPr>
            <a:spLocks xmlns:a="http://schemas.openxmlformats.org/drawingml/2006/main" noGrp="1"/>
          </p:cNvSpPr>
          <p:nvPr/>
        </p:nvSpPr>
        <p:spPr>
          <a:xfrm xmlns:a="http://schemas.openxmlformats.org/drawingml/2006/main">
            <a:off x="600075" y="21717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615"/>
          </a:bodyPr>
          <a:lstStyle xmlns:a="http://schemas.openxmlformats.org/drawingml/2006/main"/>
          <a:p xmlns:a="http://schemas.openxmlformats.org/drawingml/2006/main">
            <a:pPr algn="l">
              <a:defRPr sz="1950" b="1">
                <a:solidFill>
                  <a:srgbClr val="2E74B5"/>
                </a:solidFill>
                <a:latin typeface="Bitstream Charter"/>
                <a:ea typeface="Bitstream Charter"/>
                <a:cs typeface="Bitstream Charter"/>
              </a:defRPr>
            </a:pPr>
            <a:r>
              <a:rPr sz="1950" b="1">
                <a:solidFill>
                  <a:srgbClr val="2E74B5"/>
                </a:solidFill>
                <a:latin typeface="Bitstream Charter"/>
                <a:ea typeface="Bitstream Charter"/>
                <a:cs typeface="Bitstream Charter"/>
              </a:rPr>
              <a:t>1</a:t>
            </a:r>
          </a:p>
        </p:txBody>
      </p:sp>
      <p:sp>
        <p:nvSpPr>
          <p:cNvPr id="9" name="">
            <a:extLst xmlns:a="http://schemas.openxmlformats.org/drawingml/2006/main">
              <a:ext uri="{FF2B5EF4-FFF2-40B4-BE49-F238E27FC236}">
                <a16:creationId xmlns:a16="http://schemas.microsoft.com/office/drawing/2014/main" id="{401081D4-4D7E-411E-9B9C-5E4AC81FC7AD}"/>
              </a:ext>
            </a:extLst>
          </p:cNvPr>
          <p:cNvSpPr>
            <a:spLocks xmlns:a="http://schemas.openxmlformats.org/drawingml/2006/main" noGrp="1"/>
          </p:cNvSpPr>
          <p:nvPr/>
        </p:nvSpPr>
        <p:spPr>
          <a:xfrm xmlns:a="http://schemas.openxmlformats.org/drawingml/2006/main">
            <a:off x="638175" y="2686050"/>
            <a:ext cx="158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Notebook</a:t>
            </a:r>
          </a:p>
        </p:txBody>
      </p:sp>
      <p:sp>
        <p:nvSpPr>
          <p:cNvPr id="10" name="">
            <a:extLst xmlns:a="http://schemas.openxmlformats.org/drawingml/2006/main">
              <a:ext uri="{FF2B5EF4-FFF2-40B4-BE49-F238E27FC236}">
                <a16:creationId xmlns:a16="http://schemas.microsoft.com/office/drawing/2014/main" id="{FBBB4B16-0764-4A11-9913-D93AAD88403E}"/>
              </a:ext>
            </a:extLst>
          </p:cNvPr>
          <p:cNvSpPr>
            <a:spLocks xmlns:a="http://schemas.openxmlformats.org/drawingml/2006/main" noGrp="1"/>
          </p:cNvSpPr>
          <p:nvPr/>
        </p:nvSpPr>
        <p:spPr>
          <a:xfrm xmlns:a="http://schemas.openxmlformats.org/drawingml/2006/main">
            <a:off x="638175" y="3181350"/>
            <a:ext cx="1581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17212B"/>
                </a:solidFill>
                <a:latin typeface="Bitstream Charter"/>
                <a:ea typeface="Bitstream Charter"/>
                <a:cs typeface="Bitstream Charter"/>
              </a:defRPr>
            </a:pPr>
            <a:r>
              <a:rPr sz="1125" b="0">
                <a:solidFill>
                  <a:srgbClr val="17212B"/>
                </a:solidFill>
                <a:latin typeface="Bitstream Charter"/>
                <a:ea typeface="Bitstream Charter"/>
                <a:cs typeface="Bitstream Charter"/>
              </a:rPr>
              <a:t>sends command</a:t>
            </a:r>
          </a:p>
        </p:txBody>
      </p:sp>
      <p:sp>
        <p:nvSpPr>
          <p:cNvPr id="11" name="">
            <a:extLst xmlns:a="http://schemas.openxmlformats.org/drawingml/2006/main">
              <a:ext uri="{FF2B5EF4-FFF2-40B4-BE49-F238E27FC236}">
                <a16:creationId xmlns:a16="http://schemas.microsoft.com/office/drawing/2014/main" id="{11525936-1F63-4C81-9406-CD36B086AF65}"/>
              </a:ext>
            </a:extLst>
          </p:cNvPr>
          <p:cNvSpPr>
            <a:spLocks xmlns:a="http://schemas.openxmlformats.org/drawingml/2006/main" noGrp="1"/>
          </p:cNvSpPr>
          <p:nvPr/>
        </p:nvSpPr>
        <p:spPr>
          <a:xfrm xmlns:a="http://schemas.openxmlformats.org/drawingml/2006/main">
            <a:off x="2438400" y="2619375"/>
            <a:ext cx="247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4109"/>
          </a:bodyPr>
          <a:lstStyle xmlns:a="http://schemas.openxmlformats.org/drawingml/2006/main"/>
          <a:p xmlns:a="http://schemas.openxmlformats.org/drawingml/2006/main">
            <a:pPr algn="ctr">
              <a:defRPr sz="2100" b="1">
                <a:solidFill>
                  <a:srgbClr val="2E74B5"/>
                </a:solidFill>
                <a:latin typeface="Bitstream Charter"/>
                <a:ea typeface="Bitstream Charter"/>
                <a:cs typeface="Bitstream Charter"/>
              </a:defRPr>
            </a:pPr>
            <a:r>
              <a:rPr sz="2100" b="1">
                <a:solidFill>
                  <a:srgbClr val="2E74B5"/>
                </a:solidFill>
                <a:latin typeface="Bitstream Charter"/>
                <a:ea typeface="Bitstream Charter"/>
                <a:cs typeface="Bitstream Charter"/>
              </a:rPr>
              <a:t>→</a:t>
            </a:r>
          </a:p>
        </p:txBody>
      </p:sp>
      <p:sp>
        <p:nvSpPr>
          <p:cNvPr id="12" name="">
            <a:extLst xmlns:a="http://schemas.openxmlformats.org/drawingml/2006/main">
              <a:ext uri="{FF2B5EF4-FFF2-40B4-BE49-F238E27FC236}">
                <a16:creationId xmlns:a16="http://schemas.microsoft.com/office/drawing/2014/main" id="{AEB48FE3-47C1-4708-9FE9-B6608158890D}"/>
              </a:ext>
            </a:extLst>
          </p:cNvPr>
          <p:cNvSpPr>
            <a:spLocks xmlns:a="http://schemas.openxmlformats.org/drawingml/2006/main" noGrp="1"/>
          </p:cNvSpPr>
          <p:nvPr/>
        </p:nvSpPr>
        <p:spPr>
          <a:xfrm xmlns:a="http://schemas.openxmlformats.org/drawingml/2006/main">
            <a:off x="2695575" y="2000250"/>
            <a:ext cx="2000250" cy="1809750"/>
          </a:xfrm>
          <a:prstGeom xmlns:a="http://schemas.openxmlformats.org/drawingml/2006/main" prst="roundRect">
            <a:avLst>
              <a:gd name="adj" fmla="val 4211"/>
            </a:avLst>
          </a:prstGeom>
          <a:solidFill xmlns:a="http://schemas.openxmlformats.org/drawingml/2006/main">
            <a:srgbClr val="F5F8FA"/>
          </a:solidFill>
          <a:ln xmlns:a="http://schemas.openxmlformats.org/drawingml/2006/main" w="9525">
            <a:solidFill>
              <a:srgbClr val="D5DEE6"/>
            </a:solidFill>
          </a:ln>
        </p:spPr>
      </p:sp>
      <p:sp>
        <p:nvSpPr>
          <p:cNvPr id="13" name="">
            <a:extLst xmlns:a="http://schemas.openxmlformats.org/drawingml/2006/main">
              <a:ext uri="{FF2B5EF4-FFF2-40B4-BE49-F238E27FC236}">
                <a16:creationId xmlns:a16="http://schemas.microsoft.com/office/drawing/2014/main" id="{58BDD615-1B33-4E25-BAB6-8AC8A4D94D7D}"/>
              </a:ext>
            </a:extLst>
          </p:cNvPr>
          <p:cNvSpPr>
            <a:spLocks xmlns:a="http://schemas.openxmlformats.org/drawingml/2006/main" noGrp="1"/>
          </p:cNvSpPr>
          <p:nvPr/>
        </p:nvSpPr>
        <p:spPr>
          <a:xfrm xmlns:a="http://schemas.openxmlformats.org/drawingml/2006/main">
            <a:off x="2867025" y="21717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615"/>
          </a:bodyPr>
          <a:lstStyle xmlns:a="http://schemas.openxmlformats.org/drawingml/2006/main"/>
          <a:p xmlns:a="http://schemas.openxmlformats.org/drawingml/2006/main">
            <a:pPr algn="l">
              <a:defRPr sz="1950" b="1">
                <a:solidFill>
                  <a:srgbClr val="2E74B5"/>
                </a:solidFill>
                <a:latin typeface="Bitstream Charter"/>
                <a:ea typeface="Bitstream Charter"/>
                <a:cs typeface="Bitstream Charter"/>
              </a:defRPr>
            </a:pPr>
            <a:r>
              <a:rPr sz="1950" b="1">
                <a:solidFill>
                  <a:srgbClr val="2E74B5"/>
                </a:solidFill>
                <a:latin typeface="Bitstream Charter"/>
                <a:ea typeface="Bitstream Charter"/>
                <a:cs typeface="Bitstream Charter"/>
              </a:rPr>
              <a:t>2</a:t>
            </a:r>
          </a:p>
        </p:txBody>
      </p:sp>
      <p:sp>
        <p:nvSpPr>
          <p:cNvPr id="14" name="">
            <a:extLst xmlns:a="http://schemas.openxmlformats.org/drawingml/2006/main">
              <a:ext uri="{FF2B5EF4-FFF2-40B4-BE49-F238E27FC236}">
                <a16:creationId xmlns:a16="http://schemas.microsoft.com/office/drawing/2014/main" id="{5CEEAD39-A5C4-4B43-932F-F4C5361ADE3B}"/>
              </a:ext>
            </a:extLst>
          </p:cNvPr>
          <p:cNvSpPr>
            <a:spLocks xmlns:a="http://schemas.openxmlformats.org/drawingml/2006/main" noGrp="1"/>
          </p:cNvSpPr>
          <p:nvPr/>
        </p:nvSpPr>
        <p:spPr>
          <a:xfrm xmlns:a="http://schemas.openxmlformats.org/drawingml/2006/main">
            <a:off x="2905125" y="2686050"/>
            <a:ext cx="158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Spark</a:t>
            </a:r>
          </a:p>
        </p:txBody>
      </p:sp>
      <p:sp>
        <p:nvSpPr>
          <p:cNvPr id="15" name="">
            <a:extLst xmlns:a="http://schemas.openxmlformats.org/drawingml/2006/main">
              <a:ext uri="{FF2B5EF4-FFF2-40B4-BE49-F238E27FC236}">
                <a16:creationId xmlns:a16="http://schemas.microsoft.com/office/drawing/2014/main" id="{15B672F3-EA0B-4E76-812A-373259B98D57}"/>
              </a:ext>
            </a:extLst>
          </p:cNvPr>
          <p:cNvSpPr>
            <a:spLocks xmlns:a="http://schemas.openxmlformats.org/drawingml/2006/main" noGrp="1"/>
          </p:cNvSpPr>
          <p:nvPr/>
        </p:nvSpPr>
        <p:spPr>
          <a:xfrm xmlns:a="http://schemas.openxmlformats.org/drawingml/2006/main">
            <a:off x="2905125" y="3181350"/>
            <a:ext cx="1581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17212B"/>
                </a:solidFill>
                <a:latin typeface="Bitstream Charter"/>
                <a:ea typeface="Bitstream Charter"/>
                <a:cs typeface="Bitstream Charter"/>
              </a:defRPr>
            </a:pPr>
            <a:r>
              <a:rPr sz="1125" b="0">
                <a:solidFill>
                  <a:srgbClr val="17212B"/>
                </a:solidFill>
                <a:latin typeface="Bitstream Charter"/>
                <a:ea typeface="Bitstream Charter"/>
                <a:cs typeface="Bitstream Charter"/>
              </a:rPr>
              <a:t>plans tasks</a:t>
            </a:r>
          </a:p>
        </p:txBody>
      </p:sp>
      <p:sp>
        <p:nvSpPr>
          <p:cNvPr id="16" name="">
            <a:extLst xmlns:a="http://schemas.openxmlformats.org/drawingml/2006/main">
              <a:ext uri="{FF2B5EF4-FFF2-40B4-BE49-F238E27FC236}">
                <a16:creationId xmlns:a16="http://schemas.microsoft.com/office/drawing/2014/main" id="{C69CAB30-4879-439E-B1A0-1E2075487FD7}"/>
              </a:ext>
            </a:extLst>
          </p:cNvPr>
          <p:cNvSpPr>
            <a:spLocks xmlns:a="http://schemas.openxmlformats.org/drawingml/2006/main" noGrp="1"/>
          </p:cNvSpPr>
          <p:nvPr/>
        </p:nvSpPr>
        <p:spPr>
          <a:xfrm xmlns:a="http://schemas.openxmlformats.org/drawingml/2006/main">
            <a:off x="4705350" y="2619375"/>
            <a:ext cx="247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4109"/>
          </a:bodyPr>
          <a:lstStyle xmlns:a="http://schemas.openxmlformats.org/drawingml/2006/main"/>
          <a:p xmlns:a="http://schemas.openxmlformats.org/drawingml/2006/main">
            <a:pPr algn="ctr">
              <a:defRPr sz="2100" b="1">
                <a:solidFill>
                  <a:srgbClr val="2E74B5"/>
                </a:solidFill>
                <a:latin typeface="Bitstream Charter"/>
                <a:ea typeface="Bitstream Charter"/>
                <a:cs typeface="Bitstream Charter"/>
              </a:defRPr>
            </a:pPr>
            <a:r>
              <a:rPr sz="2100" b="1">
                <a:solidFill>
                  <a:srgbClr val="2E74B5"/>
                </a:solidFill>
                <a:latin typeface="Bitstream Charter"/>
                <a:ea typeface="Bitstream Charter"/>
                <a:cs typeface="Bitstream Charter"/>
              </a:rPr>
              <a:t>→</a:t>
            </a:r>
          </a:p>
        </p:txBody>
      </p:sp>
      <p:sp>
        <p:nvSpPr>
          <p:cNvPr id="17" name="">
            <a:extLst xmlns:a="http://schemas.openxmlformats.org/drawingml/2006/main">
              <a:ext uri="{FF2B5EF4-FFF2-40B4-BE49-F238E27FC236}">
                <a16:creationId xmlns:a16="http://schemas.microsoft.com/office/drawing/2014/main" id="{AED42DC9-3583-408F-B59B-CBAE36BCEC26}"/>
              </a:ext>
            </a:extLst>
          </p:cNvPr>
          <p:cNvSpPr>
            <a:spLocks xmlns:a="http://schemas.openxmlformats.org/drawingml/2006/main" noGrp="1"/>
          </p:cNvSpPr>
          <p:nvPr/>
        </p:nvSpPr>
        <p:spPr>
          <a:xfrm xmlns:a="http://schemas.openxmlformats.org/drawingml/2006/main">
            <a:off x="4962525" y="2000250"/>
            <a:ext cx="2000250" cy="1809750"/>
          </a:xfrm>
          <a:prstGeom xmlns:a="http://schemas.openxmlformats.org/drawingml/2006/main" prst="roundRect">
            <a:avLst>
              <a:gd name="adj" fmla="val 4211"/>
            </a:avLst>
          </a:prstGeom>
          <a:solidFill xmlns:a="http://schemas.openxmlformats.org/drawingml/2006/main">
            <a:srgbClr val="F5F8FA"/>
          </a:solidFill>
          <a:ln xmlns:a="http://schemas.openxmlformats.org/drawingml/2006/main" w="9525">
            <a:solidFill>
              <a:srgbClr val="D5DEE6"/>
            </a:solidFill>
          </a:ln>
        </p:spPr>
      </p:sp>
      <p:sp>
        <p:nvSpPr>
          <p:cNvPr id="18" name="">
            <a:extLst xmlns:a="http://schemas.openxmlformats.org/drawingml/2006/main">
              <a:ext uri="{FF2B5EF4-FFF2-40B4-BE49-F238E27FC236}">
                <a16:creationId xmlns:a16="http://schemas.microsoft.com/office/drawing/2014/main" id="{A8DEC0CA-5F55-4E61-8721-EE8A38A8FF1D}"/>
              </a:ext>
            </a:extLst>
          </p:cNvPr>
          <p:cNvSpPr>
            <a:spLocks xmlns:a="http://schemas.openxmlformats.org/drawingml/2006/main" noGrp="1"/>
          </p:cNvSpPr>
          <p:nvPr/>
        </p:nvSpPr>
        <p:spPr>
          <a:xfrm xmlns:a="http://schemas.openxmlformats.org/drawingml/2006/main">
            <a:off x="5133975" y="21717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615"/>
          </a:bodyPr>
          <a:lstStyle xmlns:a="http://schemas.openxmlformats.org/drawingml/2006/main"/>
          <a:p xmlns:a="http://schemas.openxmlformats.org/drawingml/2006/main">
            <a:pPr algn="l">
              <a:defRPr sz="1950" b="1">
                <a:solidFill>
                  <a:srgbClr val="2E74B5"/>
                </a:solidFill>
                <a:latin typeface="Bitstream Charter"/>
                <a:ea typeface="Bitstream Charter"/>
                <a:cs typeface="Bitstream Charter"/>
              </a:defRPr>
            </a:pPr>
            <a:r>
              <a:rPr sz="1950" b="1">
                <a:solidFill>
                  <a:srgbClr val="2E74B5"/>
                </a:solidFill>
                <a:latin typeface="Bitstream Charter"/>
                <a:ea typeface="Bitstream Charter"/>
                <a:cs typeface="Bitstream Charter"/>
              </a:rPr>
              <a:t>3</a:t>
            </a:r>
          </a:p>
        </p:txBody>
      </p:sp>
      <p:sp>
        <p:nvSpPr>
          <p:cNvPr id="19" name="">
            <a:extLst xmlns:a="http://schemas.openxmlformats.org/drawingml/2006/main">
              <a:ext uri="{FF2B5EF4-FFF2-40B4-BE49-F238E27FC236}">
                <a16:creationId xmlns:a16="http://schemas.microsoft.com/office/drawing/2014/main" id="{F95E4292-57DC-4A74-AC4B-727B31E2F865}"/>
              </a:ext>
            </a:extLst>
          </p:cNvPr>
          <p:cNvSpPr>
            <a:spLocks xmlns:a="http://schemas.openxmlformats.org/drawingml/2006/main" noGrp="1"/>
          </p:cNvSpPr>
          <p:nvPr/>
        </p:nvSpPr>
        <p:spPr>
          <a:xfrm xmlns:a="http://schemas.openxmlformats.org/drawingml/2006/main">
            <a:off x="5172075" y="2686050"/>
            <a:ext cx="158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Executors</a:t>
            </a:r>
          </a:p>
        </p:txBody>
      </p:sp>
      <p:sp>
        <p:nvSpPr>
          <p:cNvPr id="20" name="">
            <a:extLst xmlns:a="http://schemas.openxmlformats.org/drawingml/2006/main">
              <a:ext uri="{FF2B5EF4-FFF2-40B4-BE49-F238E27FC236}">
                <a16:creationId xmlns:a16="http://schemas.microsoft.com/office/drawing/2014/main" id="{80E4F83C-FE93-49A9-9808-BE5C695EB2A4}"/>
              </a:ext>
            </a:extLst>
          </p:cNvPr>
          <p:cNvSpPr>
            <a:spLocks xmlns:a="http://schemas.openxmlformats.org/drawingml/2006/main" noGrp="1"/>
          </p:cNvSpPr>
          <p:nvPr/>
        </p:nvSpPr>
        <p:spPr>
          <a:xfrm xmlns:a="http://schemas.openxmlformats.org/drawingml/2006/main">
            <a:off x="5172075" y="3181350"/>
            <a:ext cx="1581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17212B"/>
                </a:solidFill>
                <a:latin typeface="Bitstream Charter"/>
                <a:ea typeface="Bitstream Charter"/>
                <a:cs typeface="Bitstream Charter"/>
              </a:defRPr>
            </a:pPr>
            <a:r>
              <a:rPr sz="1125" b="0">
                <a:solidFill>
                  <a:srgbClr val="17212B"/>
                </a:solidFill>
                <a:latin typeface="Bitstream Charter"/>
                <a:ea typeface="Bitstream Charter"/>
                <a:cs typeface="Bitstream Charter"/>
              </a:rPr>
              <a:t>write files</a:t>
            </a:r>
          </a:p>
        </p:txBody>
      </p:sp>
      <p:sp>
        <p:nvSpPr>
          <p:cNvPr id="21" name="">
            <a:extLst xmlns:a="http://schemas.openxmlformats.org/drawingml/2006/main">
              <a:ext uri="{FF2B5EF4-FFF2-40B4-BE49-F238E27FC236}">
                <a16:creationId xmlns:a16="http://schemas.microsoft.com/office/drawing/2014/main" id="{5E4CA143-8704-417C-9A49-24F52AE268F9}"/>
              </a:ext>
            </a:extLst>
          </p:cNvPr>
          <p:cNvSpPr>
            <a:spLocks xmlns:a="http://schemas.openxmlformats.org/drawingml/2006/main" noGrp="1"/>
          </p:cNvSpPr>
          <p:nvPr/>
        </p:nvSpPr>
        <p:spPr>
          <a:xfrm xmlns:a="http://schemas.openxmlformats.org/drawingml/2006/main">
            <a:off x="6972300" y="2619375"/>
            <a:ext cx="247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4109"/>
          </a:bodyPr>
          <a:lstStyle xmlns:a="http://schemas.openxmlformats.org/drawingml/2006/main"/>
          <a:p xmlns:a="http://schemas.openxmlformats.org/drawingml/2006/main">
            <a:pPr algn="ctr">
              <a:defRPr sz="2100" b="1">
                <a:solidFill>
                  <a:srgbClr val="2E74B5"/>
                </a:solidFill>
                <a:latin typeface="Bitstream Charter"/>
                <a:ea typeface="Bitstream Charter"/>
                <a:cs typeface="Bitstream Charter"/>
              </a:defRPr>
            </a:pPr>
            <a:r>
              <a:rPr sz="2100" b="1">
                <a:solidFill>
                  <a:srgbClr val="2E74B5"/>
                </a:solidFill>
                <a:latin typeface="Bitstream Charter"/>
                <a:ea typeface="Bitstream Charter"/>
                <a:cs typeface="Bitstream Charter"/>
              </a:rPr>
              <a:t>→</a:t>
            </a:r>
          </a:p>
        </p:txBody>
      </p:sp>
      <p:sp>
        <p:nvSpPr>
          <p:cNvPr id="22" name="">
            <a:extLst xmlns:a="http://schemas.openxmlformats.org/drawingml/2006/main">
              <a:ext uri="{FF2B5EF4-FFF2-40B4-BE49-F238E27FC236}">
                <a16:creationId xmlns:a16="http://schemas.microsoft.com/office/drawing/2014/main" id="{8CF506E8-21EF-4695-B157-03B8E2334832}"/>
              </a:ext>
            </a:extLst>
          </p:cNvPr>
          <p:cNvSpPr>
            <a:spLocks xmlns:a="http://schemas.openxmlformats.org/drawingml/2006/main" noGrp="1"/>
          </p:cNvSpPr>
          <p:nvPr/>
        </p:nvSpPr>
        <p:spPr>
          <a:xfrm xmlns:a="http://schemas.openxmlformats.org/drawingml/2006/main">
            <a:off x="7229475" y="2000250"/>
            <a:ext cx="2000250" cy="1809750"/>
          </a:xfrm>
          <a:prstGeom xmlns:a="http://schemas.openxmlformats.org/drawingml/2006/main" prst="roundRect">
            <a:avLst>
              <a:gd name="adj" fmla="val 4211"/>
            </a:avLst>
          </a:prstGeom>
          <a:solidFill xmlns:a="http://schemas.openxmlformats.org/drawingml/2006/main">
            <a:srgbClr val="F5F8FA"/>
          </a:solidFill>
          <a:ln xmlns:a="http://schemas.openxmlformats.org/drawingml/2006/main" w="9525">
            <a:solidFill>
              <a:srgbClr val="D5DEE6"/>
            </a:solidFill>
          </a:ln>
        </p:spPr>
      </p:sp>
      <p:sp>
        <p:nvSpPr>
          <p:cNvPr id="23" name="">
            <a:extLst xmlns:a="http://schemas.openxmlformats.org/drawingml/2006/main">
              <a:ext uri="{FF2B5EF4-FFF2-40B4-BE49-F238E27FC236}">
                <a16:creationId xmlns:a16="http://schemas.microsoft.com/office/drawing/2014/main" id="{F42AB5C4-C375-40D2-94F8-4938C21C73A0}"/>
              </a:ext>
            </a:extLst>
          </p:cNvPr>
          <p:cNvSpPr>
            <a:spLocks xmlns:a="http://schemas.openxmlformats.org/drawingml/2006/main" noGrp="1"/>
          </p:cNvSpPr>
          <p:nvPr/>
        </p:nvSpPr>
        <p:spPr>
          <a:xfrm xmlns:a="http://schemas.openxmlformats.org/drawingml/2006/main">
            <a:off x="7400925" y="21717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615"/>
          </a:bodyPr>
          <a:lstStyle xmlns:a="http://schemas.openxmlformats.org/drawingml/2006/main"/>
          <a:p xmlns:a="http://schemas.openxmlformats.org/drawingml/2006/main">
            <a:pPr algn="l">
              <a:defRPr sz="1950" b="1">
                <a:solidFill>
                  <a:srgbClr val="2E74B5"/>
                </a:solidFill>
                <a:latin typeface="Bitstream Charter"/>
                <a:ea typeface="Bitstream Charter"/>
                <a:cs typeface="Bitstream Charter"/>
              </a:defRPr>
            </a:pPr>
            <a:r>
              <a:rPr sz="1950" b="1">
                <a:solidFill>
                  <a:srgbClr val="2E74B5"/>
                </a:solidFill>
                <a:latin typeface="Bitstream Charter"/>
                <a:ea typeface="Bitstream Charter"/>
                <a:cs typeface="Bitstream Charter"/>
              </a:rPr>
              <a:t>4</a:t>
            </a:r>
          </a:p>
        </p:txBody>
      </p:sp>
      <p:sp>
        <p:nvSpPr>
          <p:cNvPr id="24" name="">
            <a:extLst xmlns:a="http://schemas.openxmlformats.org/drawingml/2006/main">
              <a:ext uri="{FF2B5EF4-FFF2-40B4-BE49-F238E27FC236}">
                <a16:creationId xmlns:a16="http://schemas.microsoft.com/office/drawing/2014/main" id="{267CC83C-F82A-44C9-96F3-AD2EE36CEBAE}"/>
              </a:ext>
            </a:extLst>
          </p:cNvPr>
          <p:cNvSpPr>
            <a:spLocks xmlns:a="http://schemas.openxmlformats.org/drawingml/2006/main" noGrp="1"/>
          </p:cNvSpPr>
          <p:nvPr/>
        </p:nvSpPr>
        <p:spPr>
          <a:xfrm xmlns:a="http://schemas.openxmlformats.org/drawingml/2006/main">
            <a:off x="7439025" y="2686050"/>
            <a:ext cx="158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Delta</a:t>
            </a:r>
          </a:p>
        </p:txBody>
      </p:sp>
      <p:sp>
        <p:nvSpPr>
          <p:cNvPr id="25" name="">
            <a:extLst xmlns:a="http://schemas.openxmlformats.org/drawingml/2006/main">
              <a:ext uri="{FF2B5EF4-FFF2-40B4-BE49-F238E27FC236}">
                <a16:creationId xmlns:a16="http://schemas.microsoft.com/office/drawing/2014/main" id="{4D28092C-8B7A-4C87-96B3-37517F449F42}"/>
              </a:ext>
            </a:extLst>
          </p:cNvPr>
          <p:cNvSpPr>
            <a:spLocks xmlns:a="http://schemas.openxmlformats.org/drawingml/2006/main" noGrp="1"/>
          </p:cNvSpPr>
          <p:nvPr/>
        </p:nvSpPr>
        <p:spPr>
          <a:xfrm xmlns:a="http://schemas.openxmlformats.org/drawingml/2006/main">
            <a:off x="7439025" y="3181350"/>
            <a:ext cx="1581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17212B"/>
                </a:solidFill>
                <a:latin typeface="Bitstream Charter"/>
                <a:ea typeface="Bitstream Charter"/>
                <a:cs typeface="Bitstream Charter"/>
              </a:defRPr>
            </a:pPr>
            <a:r>
              <a:rPr sz="1125" b="0">
                <a:solidFill>
                  <a:srgbClr val="17212B"/>
                </a:solidFill>
                <a:latin typeface="Bitstream Charter"/>
                <a:ea typeface="Bitstream Charter"/>
                <a:cs typeface="Bitstream Charter"/>
              </a:rPr>
              <a:t>commits version</a:t>
            </a:r>
          </a:p>
        </p:txBody>
      </p:sp>
      <p:sp>
        <p:nvSpPr>
          <p:cNvPr id="26" name="">
            <a:extLst xmlns:a="http://schemas.openxmlformats.org/drawingml/2006/main">
              <a:ext uri="{FF2B5EF4-FFF2-40B4-BE49-F238E27FC236}">
                <a16:creationId xmlns:a16="http://schemas.microsoft.com/office/drawing/2014/main" id="{183BF37F-39A9-4CAD-9652-8D4FBC5951B1}"/>
              </a:ext>
            </a:extLst>
          </p:cNvPr>
          <p:cNvSpPr>
            <a:spLocks xmlns:a="http://schemas.openxmlformats.org/drawingml/2006/main" noGrp="1"/>
          </p:cNvSpPr>
          <p:nvPr/>
        </p:nvSpPr>
        <p:spPr>
          <a:xfrm xmlns:a="http://schemas.openxmlformats.org/drawingml/2006/main">
            <a:off x="9239250" y="2619375"/>
            <a:ext cx="247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4109"/>
          </a:bodyPr>
          <a:lstStyle xmlns:a="http://schemas.openxmlformats.org/drawingml/2006/main"/>
          <a:p xmlns:a="http://schemas.openxmlformats.org/drawingml/2006/main">
            <a:pPr algn="ctr">
              <a:defRPr sz="2100" b="1">
                <a:solidFill>
                  <a:srgbClr val="2E74B5"/>
                </a:solidFill>
                <a:latin typeface="Bitstream Charter"/>
                <a:ea typeface="Bitstream Charter"/>
                <a:cs typeface="Bitstream Charter"/>
              </a:defRPr>
            </a:pPr>
            <a:r>
              <a:rPr sz="2100" b="1">
                <a:solidFill>
                  <a:srgbClr val="2E74B5"/>
                </a:solidFill>
                <a:latin typeface="Bitstream Charter"/>
                <a:ea typeface="Bitstream Charter"/>
                <a:cs typeface="Bitstream Charter"/>
              </a:rPr>
              <a:t>→</a:t>
            </a:r>
          </a:p>
        </p:txBody>
      </p:sp>
      <p:sp>
        <p:nvSpPr>
          <p:cNvPr id="27" name="">
            <a:extLst xmlns:a="http://schemas.openxmlformats.org/drawingml/2006/main">
              <a:ext uri="{FF2B5EF4-FFF2-40B4-BE49-F238E27FC236}">
                <a16:creationId xmlns:a16="http://schemas.microsoft.com/office/drawing/2014/main" id="{EA66368B-15F9-45F0-8BF5-040965E2539B}"/>
              </a:ext>
            </a:extLst>
          </p:cNvPr>
          <p:cNvSpPr>
            <a:spLocks xmlns:a="http://schemas.openxmlformats.org/drawingml/2006/main" noGrp="1"/>
          </p:cNvSpPr>
          <p:nvPr/>
        </p:nvSpPr>
        <p:spPr>
          <a:xfrm xmlns:a="http://schemas.openxmlformats.org/drawingml/2006/main">
            <a:off x="9496425" y="2000250"/>
            <a:ext cx="2000250" cy="1809750"/>
          </a:xfrm>
          <a:prstGeom xmlns:a="http://schemas.openxmlformats.org/drawingml/2006/main" prst="roundRect">
            <a:avLst>
              <a:gd name="adj" fmla="val 4211"/>
            </a:avLst>
          </a:prstGeom>
          <a:solidFill xmlns:a="http://schemas.openxmlformats.org/drawingml/2006/main">
            <a:srgbClr val="ECF7F1"/>
          </a:solidFill>
          <a:ln xmlns:a="http://schemas.openxmlformats.org/drawingml/2006/main" w="9525">
            <a:solidFill>
              <a:srgbClr val="D5DEE6"/>
            </a:solidFill>
          </a:ln>
        </p:spPr>
      </p:sp>
      <p:sp>
        <p:nvSpPr>
          <p:cNvPr id="28" name="">
            <a:extLst xmlns:a="http://schemas.openxmlformats.org/drawingml/2006/main">
              <a:ext uri="{FF2B5EF4-FFF2-40B4-BE49-F238E27FC236}">
                <a16:creationId xmlns:a16="http://schemas.microsoft.com/office/drawing/2014/main" id="{35E8FBA6-C7C3-411B-BF1D-313F19054EC6}"/>
              </a:ext>
            </a:extLst>
          </p:cNvPr>
          <p:cNvSpPr>
            <a:spLocks xmlns:a="http://schemas.openxmlformats.org/drawingml/2006/main" noGrp="1"/>
          </p:cNvSpPr>
          <p:nvPr/>
        </p:nvSpPr>
        <p:spPr>
          <a:xfrm xmlns:a="http://schemas.openxmlformats.org/drawingml/2006/main">
            <a:off x="9667875" y="21717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615"/>
          </a:bodyPr>
          <a:lstStyle xmlns:a="http://schemas.openxmlformats.org/drawingml/2006/main"/>
          <a:p xmlns:a="http://schemas.openxmlformats.org/drawingml/2006/main">
            <a:pPr algn="l">
              <a:defRPr sz="1950" b="1">
                <a:solidFill>
                  <a:srgbClr val="2F7D5A"/>
                </a:solidFill>
                <a:latin typeface="Bitstream Charter"/>
                <a:ea typeface="Bitstream Charter"/>
                <a:cs typeface="Bitstream Charter"/>
              </a:defRPr>
            </a:pPr>
            <a:r>
              <a:rPr sz="1950" b="1">
                <a:solidFill>
                  <a:srgbClr val="2F7D5A"/>
                </a:solidFill>
                <a:latin typeface="Bitstream Charter"/>
                <a:ea typeface="Bitstream Charter"/>
                <a:cs typeface="Bitstream Charter"/>
              </a:rPr>
              <a:t>5</a:t>
            </a:r>
          </a:p>
        </p:txBody>
      </p:sp>
      <p:sp>
        <p:nvSpPr>
          <p:cNvPr id="29" name="">
            <a:extLst xmlns:a="http://schemas.openxmlformats.org/drawingml/2006/main">
              <a:ext uri="{FF2B5EF4-FFF2-40B4-BE49-F238E27FC236}">
                <a16:creationId xmlns:a16="http://schemas.microsoft.com/office/drawing/2014/main" id="{601D0702-7985-43D6-8244-2746FBA814F7}"/>
              </a:ext>
            </a:extLst>
          </p:cNvPr>
          <p:cNvSpPr>
            <a:spLocks xmlns:a="http://schemas.openxmlformats.org/drawingml/2006/main" noGrp="1"/>
          </p:cNvSpPr>
          <p:nvPr/>
        </p:nvSpPr>
        <p:spPr>
          <a:xfrm xmlns:a="http://schemas.openxmlformats.org/drawingml/2006/main">
            <a:off x="9705975" y="2686050"/>
            <a:ext cx="158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Catalog</a:t>
            </a:r>
          </a:p>
        </p:txBody>
      </p:sp>
      <p:sp>
        <p:nvSpPr>
          <p:cNvPr id="30" name="">
            <a:extLst xmlns:a="http://schemas.openxmlformats.org/drawingml/2006/main">
              <a:ext uri="{FF2B5EF4-FFF2-40B4-BE49-F238E27FC236}">
                <a16:creationId xmlns:a16="http://schemas.microsoft.com/office/drawing/2014/main" id="{20E30BB1-542F-4AB3-9556-47C7EE64D02E}"/>
              </a:ext>
            </a:extLst>
          </p:cNvPr>
          <p:cNvSpPr>
            <a:spLocks xmlns:a="http://schemas.openxmlformats.org/drawingml/2006/main" noGrp="1"/>
          </p:cNvSpPr>
          <p:nvPr/>
        </p:nvSpPr>
        <p:spPr>
          <a:xfrm xmlns:a="http://schemas.openxmlformats.org/drawingml/2006/main">
            <a:off x="9705975" y="3181350"/>
            <a:ext cx="1581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17212B"/>
                </a:solidFill>
                <a:latin typeface="Bitstream Charter"/>
                <a:ea typeface="Bitstream Charter"/>
                <a:cs typeface="Bitstream Charter"/>
              </a:defRPr>
            </a:pPr>
            <a:r>
              <a:rPr sz="1125" b="0">
                <a:solidFill>
                  <a:srgbClr val="17212B"/>
                </a:solidFill>
                <a:latin typeface="Bitstream Charter"/>
                <a:ea typeface="Bitstream Charter"/>
                <a:cs typeface="Bitstream Charter"/>
              </a:rPr>
              <a:t>registers name</a:t>
            </a:r>
          </a:p>
        </p:txBody>
      </p:sp>
      <p:sp>
        <p:nvSpPr>
          <p:cNvPr id="31" name="">
            <a:extLst xmlns:a="http://schemas.openxmlformats.org/drawingml/2006/main">
              <a:ext uri="{FF2B5EF4-FFF2-40B4-BE49-F238E27FC236}">
                <a16:creationId xmlns:a16="http://schemas.microsoft.com/office/drawing/2014/main" id="{A9C7A279-0B5D-4E91-BFF2-9AD677E28877}"/>
              </a:ext>
            </a:extLst>
          </p:cNvPr>
          <p:cNvSpPr>
            <a:spLocks xmlns:a="http://schemas.openxmlformats.org/drawingml/2006/main" noGrp="1"/>
          </p:cNvSpPr>
          <p:nvPr/>
        </p:nvSpPr>
        <p:spPr>
          <a:xfrm xmlns:a="http://schemas.openxmlformats.org/drawingml/2006/main">
            <a:off x="1381125" y="4572000"/>
            <a:ext cx="9429750" cy="742950"/>
          </a:xfrm>
          <a:prstGeom xmlns:a="http://schemas.openxmlformats.org/drawingml/2006/main" prst="roundRect">
            <a:avLst>
              <a:gd name="adj" fmla="val 10256"/>
            </a:avLst>
          </a:prstGeom>
          <a:solidFill xmlns:a="http://schemas.openxmlformats.org/drawingml/2006/main">
            <a:srgbClr val="09233B"/>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3EC48561-BC57-4C8E-B858-8C0EDEEB04FD}"/>
              </a:ext>
            </a:extLst>
          </p:cNvPr>
          <p:cNvSpPr>
            <a:spLocks xmlns:a="http://schemas.openxmlformats.org/drawingml/2006/main" noGrp="1"/>
          </p:cNvSpPr>
          <p:nvPr/>
        </p:nvSpPr>
        <p:spPr>
          <a:xfrm xmlns:a="http://schemas.openxmlformats.org/drawingml/2006/main">
            <a:off x="1666875" y="4714875"/>
            <a:ext cx="885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Bitstream Charter"/>
                <a:ea typeface="Bitstream Charter"/>
                <a:cs typeface="Bitstream Charter"/>
              </a:defRPr>
            </a:pPr>
            <a:r>
              <a:rPr sz="1650" b="1">
                <a:solidFill>
                  <a:srgbClr val="FFFFFF"/>
                </a:solidFill>
                <a:latin typeface="Bitstream Charter"/>
                <a:ea typeface="Bitstream Charter"/>
                <a:cs typeface="Bitstream Charter"/>
              </a:rPr>
              <a:t>Authorized users and jobs can now discover and query the governed table.</a:t>
            </a:r>
          </a:p>
        </p:txBody>
      </p:sp>
    </p:spTree>
    <p:extLst>
      <p:ext uri="{BB962C8B-B14F-4D97-AF65-F5344CB8AC3E}">
        <p14:creationId xmlns:p14="http://schemas.microsoft.com/office/powerpoint/2010/main" val="171747994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482BA25-F1A4-4BA4-9FCA-742EC4B49E3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7E1D6A0-4815-4537-869C-C845DDD11E84}"/>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Understand catalog.schema.table</a:t>
            </a:r>
          </a:p>
        </p:txBody>
      </p:sp>
      <p:sp>
        <p:nvSpPr>
          <p:cNvPr id="3" name="">
            <a:extLst xmlns:a="http://schemas.openxmlformats.org/drawingml/2006/main">
              <a:ext uri="{FF2B5EF4-FFF2-40B4-BE49-F238E27FC236}">
                <a16:creationId xmlns:a16="http://schemas.microsoft.com/office/drawing/2014/main" id="{D69F424C-8790-4E36-8D8F-2C04A50285E5}"/>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The full name prevents ambiguity</a:t>
            </a:r>
          </a:p>
        </p:txBody>
      </p:sp>
      <p:sp>
        <p:nvSpPr>
          <p:cNvPr id="4" name="">
            <a:extLst xmlns:a="http://schemas.openxmlformats.org/drawingml/2006/main">
              <a:ext uri="{FF2B5EF4-FFF2-40B4-BE49-F238E27FC236}">
                <a16:creationId xmlns:a16="http://schemas.microsoft.com/office/drawing/2014/main" id="{07FA67C5-8336-4423-BF42-B8980AA99832}"/>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2DA811E-A0AD-4726-A6F9-93D24CD78049}"/>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4434D417-64C0-4C78-B330-460DC92E929F}"/>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27</a:t>
            </a:r>
          </a:p>
        </p:txBody>
      </p:sp>
      <p:graphicFrame>
        <p:nvGraphicFramePr>
          <p:cNvPr id="16" name=""/>
          <p:cNvGraphicFramePr/>
          <p:nvPr/>
        </p:nvGraphicFramePr>
        <p:xfrm>
          <a:off xmlns:a="http://schemas.openxmlformats.org/drawingml/2006/main" x="666750" y="1666875"/>
          <a:ext xmlns:a="http://schemas.openxmlformats.org/drawingml/2006/main" cx="10858500" cy="3476625"/>
        </p:xfrm>
        <a:graphic xmlns:a="http://schemas.openxmlformats.org/drawingml/2006/main">
          <a:graphicData uri="http://schemas.openxmlformats.org/drawingml/2006/table">
            <a:tbl>
              <a:tblPr firstRow="1" bandRow="1"/>
              <a:tblGrid>
                <a:gridCol w="2857500"/>
                <a:gridCol w="3143250"/>
                <a:gridCol w="4857750"/>
              </a:tblGrid>
              <a:tr h="869156">
                <a:tc>
                  <a:txBody>
                    <a:bodyPr/>
                    <a:lstStyle/>
                    <a:p>
                      <a:r>
                        <a:rPr sz="1125" b="1">
                          <a:solidFill>
                            <a:srgbClr val="FFFFFF"/>
                          </a:solidFill>
                          <a:latin typeface="Bitstream Charter"/>
                          <a:ea typeface="Bitstream Charter"/>
                          <a:cs typeface="Bitstream Charter"/>
                        </a:rPr>
                        <a:t>Name level</a:t>
                      </a:r>
                    </a:p>
                  </a:txBody>
                  <a:tcPr marL="91440" marR="91440" marT="45720" marB="45720">
                    <a:solidFill>
                      <a:srgbClr val="09233B"/>
                    </a:solidFill>
                  </a:tcPr>
                </a:tc>
                <a:tc>
                  <a:txBody>
                    <a:bodyPr/>
                    <a:lstStyle/>
                    <a:p>
                      <a:r>
                        <a:rPr sz="1125" b="1">
                          <a:solidFill>
                            <a:srgbClr val="FFFFFF"/>
                          </a:solidFill>
                          <a:latin typeface="Bitstream Charter"/>
                          <a:ea typeface="Bitstream Charter"/>
                          <a:cs typeface="Bitstream Charter"/>
                        </a:rPr>
                        <a:t>Example</a:t>
                      </a:r>
                    </a:p>
                  </a:txBody>
                  <a:tcPr marL="91440" marR="91440" marT="45720" marB="45720">
                    <a:solidFill>
                      <a:srgbClr val="09233B"/>
                    </a:solidFill>
                  </a:tcPr>
                </a:tc>
                <a:tc>
                  <a:txBody>
                    <a:bodyPr/>
                    <a:lstStyle/>
                    <a:p>
                      <a:r>
                        <a:rPr sz="1125" b="1">
                          <a:solidFill>
                            <a:srgbClr val="FFFFFF"/>
                          </a:solidFill>
                          <a:latin typeface="Bitstream Charter"/>
                          <a:ea typeface="Bitstream Charter"/>
                          <a:cs typeface="Bitstream Charter"/>
                        </a:rPr>
                        <a:t>Meaning</a:t>
                      </a:r>
                    </a:p>
                  </a:txBody>
                  <a:tcPr marL="91440" marR="91440" marT="45720" marB="45720">
                    <a:solidFill>
                      <a:srgbClr val="09233B"/>
                    </a:solidFill>
                  </a:tcPr>
                </a:tc>
              </a:tr>
              <a:tr h="869156">
                <a:tc>
                  <a:txBody>
                    <a:bodyPr/>
                    <a:lstStyle/>
                    <a:p>
                      <a:r>
                        <a:rPr sz="1050">
                          <a:solidFill>
                            <a:srgbClr val="17212B"/>
                          </a:solidFill>
                          <a:latin typeface="Bitstream Charter"/>
                          <a:ea typeface="Bitstream Charter"/>
                          <a:cs typeface="Bitstream Charter"/>
                        </a:rPr>
                        <a:t>Catalog</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training_lab</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Main governed domain for the class</a:t>
                      </a:r>
                    </a:p>
                  </a:txBody>
                  <a:tcPr marL="91440" marR="91440" marT="45720" marB="45720">
                    <a:solidFill>
                      <a:srgbClr val="FFFFFF"/>
                    </a:solidFill>
                  </a:tcPr>
                </a:tc>
              </a:tr>
              <a:tr h="869156">
                <a:tc>
                  <a:txBody>
                    <a:bodyPr/>
                    <a:lstStyle/>
                    <a:p>
                      <a:r>
                        <a:rPr sz="1050">
                          <a:solidFill>
                            <a:srgbClr val="17212B"/>
                          </a:solidFill>
                          <a:latin typeface="Bitstream Charter"/>
                          <a:ea typeface="Bitstream Charter"/>
                          <a:cs typeface="Bitstream Charter"/>
                        </a:rPr>
                        <a:t>Schema</a:t>
                      </a:r>
                    </a:p>
                  </a:txBody>
                  <a:tcPr marL="91440" marR="91440" marT="45720" marB="45720">
                    <a:solidFill>
                      <a:srgbClr val="F5F8FA"/>
                    </a:solidFill>
                  </a:tcPr>
                </a:tc>
                <a:tc>
                  <a:txBody>
                    <a:bodyPr/>
                    <a:lstStyle/>
                    <a:p>
                      <a:r>
                        <a:rPr sz="1050">
                          <a:solidFill>
                            <a:srgbClr val="17212B"/>
                          </a:solidFill>
                          <a:latin typeface="Bitstream Charter"/>
                          <a:ea typeface="Bitstream Charter"/>
                          <a:cs typeface="Bitstream Charter"/>
                        </a:rPr>
                        <a:t>student_01</a:t>
                      </a:r>
                    </a:p>
                  </a:txBody>
                  <a:tcPr marL="91440" marR="91440" marT="45720" marB="45720">
                    <a:solidFill>
                      <a:srgbClr val="F5F8FA"/>
                    </a:solidFill>
                  </a:tcPr>
                </a:tc>
                <a:tc>
                  <a:txBody>
                    <a:bodyPr/>
                    <a:lstStyle/>
                    <a:p>
                      <a:r>
                        <a:rPr sz="1050">
                          <a:solidFill>
                            <a:srgbClr val="17212B"/>
                          </a:solidFill>
                          <a:latin typeface="Bitstream Charter"/>
                          <a:ea typeface="Bitstream Charter"/>
                          <a:cs typeface="Bitstream Charter"/>
                        </a:rPr>
                        <a:t>Learner-isolated area</a:t>
                      </a:r>
                    </a:p>
                  </a:txBody>
                  <a:tcPr marL="91440" marR="91440" marT="45720" marB="45720">
                    <a:solidFill>
                      <a:srgbClr val="F5F8FA"/>
                    </a:solidFill>
                  </a:tcPr>
                </a:tc>
              </a:tr>
              <a:tr h="869156">
                <a:tc>
                  <a:txBody>
                    <a:bodyPr/>
                    <a:lstStyle/>
                    <a:p>
                      <a:r>
                        <a:rPr sz="1050">
                          <a:solidFill>
                            <a:srgbClr val="17212B"/>
                          </a:solidFill>
                          <a:latin typeface="Bitstream Charter"/>
                          <a:ea typeface="Bitstream Charter"/>
                          <a:cs typeface="Bitstream Charter"/>
                        </a:rPr>
                        <a:t>Table</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orders</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Published order dataset</a:t>
                      </a:r>
                    </a:p>
                  </a:txBody>
                  <a:tcPr marL="91440" marR="91440" marT="45720" marB="4572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954B1FE3-77A5-4940-A98E-9C92C48ADB62}"/>
              </a:ext>
            </a:extLst>
          </p:cNvPr>
          <p:cNvSpPr>
            <a:spLocks xmlns:a="http://schemas.openxmlformats.org/drawingml/2006/main" noGrp="1"/>
          </p:cNvSpPr>
          <p:nvPr/>
        </p:nvSpPr>
        <p:spPr>
          <a:xfrm xmlns:a="http://schemas.openxmlformats.org/drawingml/2006/main">
            <a:off x="1476375" y="5429250"/>
            <a:ext cx="9239250" cy="523875"/>
          </a:xfrm>
          <a:prstGeom xmlns:a="http://schemas.openxmlformats.org/drawingml/2006/main" prst="roundRect">
            <a:avLst>
              <a:gd name="adj" fmla="val 14545"/>
            </a:avLst>
          </a:prstGeom>
          <a:solidFill xmlns:a="http://schemas.openxmlformats.org/drawingml/2006/main">
            <a:srgbClr val="EAF4FB"/>
          </a:solidFill>
          <a:ln xmlns:a="http://schemas.openxmlformats.org/drawingml/2006/main" w="9525">
            <a:solidFill>
              <a:srgbClr val="D5DEE6"/>
            </a:solidFill>
          </a:ln>
        </p:spPr>
      </p:sp>
      <p:sp>
        <p:nvSpPr>
          <p:cNvPr id="9" name="">
            <a:extLst xmlns:a="http://schemas.openxmlformats.org/drawingml/2006/main">
              <a:ext uri="{FF2B5EF4-FFF2-40B4-BE49-F238E27FC236}">
                <a16:creationId xmlns:a16="http://schemas.microsoft.com/office/drawing/2014/main" id="{83F826FC-688D-4D7E-B37A-4D0AC43782B2}"/>
              </a:ext>
            </a:extLst>
          </p:cNvPr>
          <p:cNvSpPr>
            <a:spLocks xmlns:a="http://schemas.openxmlformats.org/drawingml/2006/main" noGrp="1"/>
          </p:cNvSpPr>
          <p:nvPr/>
        </p:nvSpPr>
        <p:spPr>
          <a:xfrm xmlns:a="http://schemas.openxmlformats.org/drawingml/2006/main">
            <a:off x="1666875" y="5505450"/>
            <a:ext cx="885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09233B"/>
                </a:solidFill>
                <a:latin typeface="Bitstream Charter"/>
                <a:ea typeface="Bitstream Charter"/>
                <a:cs typeface="Bitstream Charter"/>
              </a:defRPr>
            </a:pPr>
            <a:r>
              <a:rPr sz="1350" b="1">
                <a:solidFill>
                  <a:srgbClr val="09233B"/>
                </a:solidFill>
                <a:latin typeface="Bitstream Charter"/>
                <a:ea typeface="Bitstream Charter"/>
                <a:cs typeface="Bitstream Charter"/>
              </a:rPr>
              <a:t>Always replace student_01 with the schema assigned to the learner.</a:t>
            </a:r>
          </a:p>
        </p:txBody>
      </p:sp>
    </p:spTree>
    <p:extLst>
      <p:ext uri="{BB962C8B-B14F-4D97-AF65-F5344CB8AC3E}">
        <p14:creationId xmlns:p14="http://schemas.microsoft.com/office/powerpoint/2010/main" val="1567259432"/>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C96B65E-8423-46FD-AEF1-1F0B49B8EDA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86EFF51-3300-4189-9D1C-29178FADA9BD}"/>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Lesson 1 review</a:t>
            </a:r>
          </a:p>
        </p:txBody>
      </p:sp>
      <p:sp>
        <p:nvSpPr>
          <p:cNvPr id="3" name="">
            <a:extLst xmlns:a="http://schemas.openxmlformats.org/drawingml/2006/main">
              <a:ext uri="{FF2B5EF4-FFF2-40B4-BE49-F238E27FC236}">
                <a16:creationId xmlns:a16="http://schemas.microsoft.com/office/drawing/2014/main" id="{EC0EF8A2-7557-4C84-BBA7-0BA36A910B26}"/>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Ask before moving to the workspace lesson</a:t>
            </a:r>
          </a:p>
        </p:txBody>
      </p:sp>
      <p:sp>
        <p:nvSpPr>
          <p:cNvPr id="4" name="">
            <a:extLst xmlns:a="http://schemas.openxmlformats.org/drawingml/2006/main">
              <a:ext uri="{FF2B5EF4-FFF2-40B4-BE49-F238E27FC236}">
                <a16:creationId xmlns:a16="http://schemas.microsoft.com/office/drawing/2014/main" id="{E370AC5E-EA85-4C9E-BAF4-C654327B4A62}"/>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6427F42-FC6C-467C-B9A2-A0125F2BB89A}"/>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5D8DB6B4-AAF6-4AC6-B4DE-6041DCB95E6C}"/>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28</a:t>
            </a:r>
          </a:p>
        </p:txBody>
      </p:sp>
      <p:sp>
        <p:nvSpPr>
          <p:cNvPr id="7" name="">
            <a:extLst xmlns:a="http://schemas.openxmlformats.org/drawingml/2006/main">
              <a:ext uri="{FF2B5EF4-FFF2-40B4-BE49-F238E27FC236}">
                <a16:creationId xmlns:a16="http://schemas.microsoft.com/office/drawing/2014/main" id="{343CC1A9-E5F1-4414-9183-C86992AC151D}"/>
              </a:ext>
            </a:extLst>
          </p:cNvPr>
          <p:cNvSpPr>
            <a:spLocks xmlns:a="http://schemas.openxmlformats.org/drawingml/2006/main" noGrp="1"/>
          </p:cNvSpPr>
          <p:nvPr/>
        </p:nvSpPr>
        <p:spPr>
          <a:xfrm xmlns:a="http://schemas.openxmlformats.org/drawingml/2006/main">
            <a:off x="704850" y="1581150"/>
            <a:ext cx="1428750" cy="304800"/>
          </a:xfrm>
          <a:prstGeom xmlns:a="http://schemas.openxmlformats.org/drawingml/2006/main" prst="roundRect">
            <a:avLst>
              <a:gd name="adj" fmla="val 25000"/>
            </a:avLst>
          </a:prstGeom>
          <a:solidFill xmlns:a="http://schemas.openxmlformats.org/drawingml/2006/main">
            <a:srgbClr val="2E74B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E4C028D-6045-4BDC-A4B3-158A08A6B38C}"/>
              </a:ext>
            </a:extLst>
          </p:cNvPr>
          <p:cNvSpPr>
            <a:spLocks xmlns:a="http://schemas.openxmlformats.org/drawingml/2006/main" noGrp="1"/>
          </p:cNvSpPr>
          <p:nvPr/>
        </p:nvSpPr>
        <p:spPr>
          <a:xfrm xmlns:a="http://schemas.openxmlformats.org/drawingml/2006/main">
            <a:off x="781050" y="1600200"/>
            <a:ext cx="1276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SIMPLE IDEA</a:t>
            </a:r>
          </a:p>
        </p:txBody>
      </p:sp>
      <p:sp>
        <p:nvSpPr>
          <p:cNvPr id="9" name="">
            <a:extLst xmlns:a="http://schemas.openxmlformats.org/drawingml/2006/main">
              <a:ext uri="{FF2B5EF4-FFF2-40B4-BE49-F238E27FC236}">
                <a16:creationId xmlns:a16="http://schemas.microsoft.com/office/drawing/2014/main" id="{110DDC52-F751-4B49-9DB9-896946E9016C}"/>
              </a:ext>
            </a:extLst>
          </p:cNvPr>
          <p:cNvSpPr>
            <a:spLocks xmlns:a="http://schemas.openxmlformats.org/drawingml/2006/main" noGrp="1"/>
          </p:cNvSpPr>
          <p:nvPr/>
        </p:nvSpPr>
        <p:spPr>
          <a:xfrm xmlns:a="http://schemas.openxmlformats.org/drawingml/2006/main">
            <a:off x="704850" y="1952625"/>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09233B"/>
                </a:solidFill>
                <a:latin typeface="Bitstream Charter"/>
                <a:ea typeface="Bitstream Charter"/>
                <a:cs typeface="Bitstream Charter"/>
              </a:defRPr>
            </a:pPr>
            <a:r>
              <a:rPr sz="2175" b="1">
                <a:solidFill>
                  <a:srgbClr val="09233B"/>
                </a:solidFill>
                <a:latin typeface="Bitstream Charter"/>
                <a:ea typeface="Bitstream Charter"/>
                <a:cs typeface="Bitstream Charter"/>
              </a:rPr>
              <a:t>The platform pieces now have clear responsibilities.</a:t>
            </a:r>
          </a:p>
        </p:txBody>
      </p:sp>
      <p:sp>
        <p:nvSpPr>
          <p:cNvPr id="10" name="">
            <a:extLst xmlns:a="http://schemas.openxmlformats.org/drawingml/2006/main">
              <a:ext uri="{FF2B5EF4-FFF2-40B4-BE49-F238E27FC236}">
                <a16:creationId xmlns:a16="http://schemas.microsoft.com/office/drawing/2014/main" id="{079917D4-3FE3-4F93-8B50-2984A73434AC}"/>
              </a:ext>
            </a:extLst>
          </p:cNvPr>
          <p:cNvSpPr>
            <a:spLocks xmlns:a="http://schemas.openxmlformats.org/drawingml/2006/main" noGrp="1"/>
          </p:cNvSpPr>
          <p:nvPr/>
        </p:nvSpPr>
        <p:spPr>
          <a:xfrm xmlns:a="http://schemas.openxmlformats.org/drawingml/2006/main">
            <a:off x="800100" y="3267075"/>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B55AB57-40EF-463C-A4FA-6118080DD3F2}"/>
              </a:ext>
            </a:extLst>
          </p:cNvPr>
          <p:cNvSpPr>
            <a:spLocks xmlns:a="http://schemas.openxmlformats.org/drawingml/2006/main" noGrp="1"/>
          </p:cNvSpPr>
          <p:nvPr/>
        </p:nvSpPr>
        <p:spPr>
          <a:xfrm xmlns:a="http://schemas.openxmlformats.org/drawingml/2006/main">
            <a:off x="1095375" y="31908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Cloud storage holds the data.</a:t>
            </a:r>
          </a:p>
        </p:txBody>
      </p:sp>
      <p:sp>
        <p:nvSpPr>
          <p:cNvPr id="12" name="">
            <a:extLst xmlns:a="http://schemas.openxmlformats.org/drawingml/2006/main">
              <a:ext uri="{FF2B5EF4-FFF2-40B4-BE49-F238E27FC236}">
                <a16:creationId xmlns:a16="http://schemas.microsoft.com/office/drawing/2014/main" id="{DCD2638D-BEF0-4661-BAED-2434788807CB}"/>
              </a:ext>
            </a:extLst>
          </p:cNvPr>
          <p:cNvSpPr>
            <a:spLocks xmlns:a="http://schemas.openxmlformats.org/drawingml/2006/main" noGrp="1"/>
          </p:cNvSpPr>
          <p:nvPr/>
        </p:nvSpPr>
        <p:spPr>
          <a:xfrm xmlns:a="http://schemas.openxmlformats.org/drawingml/2006/main">
            <a:off x="800100" y="3848100"/>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A4ADCA0-5E98-4F42-8012-499377A83CE3}"/>
              </a:ext>
            </a:extLst>
          </p:cNvPr>
          <p:cNvSpPr>
            <a:spLocks xmlns:a="http://schemas.openxmlformats.org/drawingml/2006/main" noGrp="1"/>
          </p:cNvSpPr>
          <p:nvPr/>
        </p:nvSpPr>
        <p:spPr>
          <a:xfrm xmlns:a="http://schemas.openxmlformats.org/drawingml/2006/main">
            <a:off x="1095375" y="37719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Spark processes distributed data.</a:t>
            </a:r>
          </a:p>
        </p:txBody>
      </p:sp>
      <p:sp>
        <p:nvSpPr>
          <p:cNvPr id="14" name="">
            <a:extLst xmlns:a="http://schemas.openxmlformats.org/drawingml/2006/main">
              <a:ext uri="{FF2B5EF4-FFF2-40B4-BE49-F238E27FC236}">
                <a16:creationId xmlns:a16="http://schemas.microsoft.com/office/drawing/2014/main" id="{E0859887-C3C6-4721-A94C-78BC3E717353}"/>
              </a:ext>
            </a:extLst>
          </p:cNvPr>
          <p:cNvSpPr>
            <a:spLocks xmlns:a="http://schemas.openxmlformats.org/drawingml/2006/main" noGrp="1"/>
          </p:cNvSpPr>
          <p:nvPr/>
        </p:nvSpPr>
        <p:spPr>
          <a:xfrm xmlns:a="http://schemas.openxmlformats.org/drawingml/2006/main">
            <a:off x="800100" y="4429125"/>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696FBFC-1959-4AD7-8293-6F44C19D4292}"/>
              </a:ext>
            </a:extLst>
          </p:cNvPr>
          <p:cNvSpPr>
            <a:spLocks xmlns:a="http://schemas.openxmlformats.org/drawingml/2006/main" noGrp="1"/>
          </p:cNvSpPr>
          <p:nvPr/>
        </p:nvSpPr>
        <p:spPr>
          <a:xfrm xmlns:a="http://schemas.openxmlformats.org/drawingml/2006/main">
            <a:off x="1095375" y="43529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Delta records reliable table versions.</a:t>
            </a:r>
          </a:p>
        </p:txBody>
      </p:sp>
      <p:sp>
        <p:nvSpPr>
          <p:cNvPr id="16" name="">
            <a:extLst xmlns:a="http://schemas.openxmlformats.org/drawingml/2006/main">
              <a:ext uri="{FF2B5EF4-FFF2-40B4-BE49-F238E27FC236}">
                <a16:creationId xmlns:a16="http://schemas.microsoft.com/office/drawing/2014/main" id="{EE23C823-6BBA-44EC-ADA5-C82F72FB67A7}"/>
              </a:ext>
            </a:extLst>
          </p:cNvPr>
          <p:cNvSpPr>
            <a:spLocks xmlns:a="http://schemas.openxmlformats.org/drawingml/2006/main" noGrp="1"/>
          </p:cNvSpPr>
          <p:nvPr/>
        </p:nvSpPr>
        <p:spPr>
          <a:xfrm xmlns:a="http://schemas.openxmlformats.org/drawingml/2006/main">
            <a:off x="800100" y="5010150"/>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33AD1C3-BA6F-47F3-B345-26CA817C7968}"/>
              </a:ext>
            </a:extLst>
          </p:cNvPr>
          <p:cNvSpPr>
            <a:spLocks xmlns:a="http://schemas.openxmlformats.org/drawingml/2006/main" noGrp="1"/>
          </p:cNvSpPr>
          <p:nvPr/>
        </p:nvSpPr>
        <p:spPr>
          <a:xfrm xmlns:a="http://schemas.openxmlformats.org/drawingml/2006/main">
            <a:off x="1095375" y="49339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Unity Catalog names and governs the table.</a:t>
            </a:r>
          </a:p>
        </p:txBody>
      </p:sp>
      <p:sp>
        <p:nvSpPr>
          <p:cNvPr id="18" name="">
            <a:extLst xmlns:a="http://schemas.openxmlformats.org/drawingml/2006/main">
              <a:ext uri="{FF2B5EF4-FFF2-40B4-BE49-F238E27FC236}">
                <a16:creationId xmlns:a16="http://schemas.microsoft.com/office/drawing/2014/main" id="{4F564546-FCF7-4874-8261-09983E84ABBF}"/>
              </a:ext>
            </a:extLst>
          </p:cNvPr>
          <p:cNvSpPr>
            <a:spLocks xmlns:a="http://schemas.openxmlformats.org/drawingml/2006/main" noGrp="1"/>
          </p:cNvSpPr>
          <p:nvPr/>
        </p:nvSpPr>
        <p:spPr>
          <a:xfrm xmlns:a="http://schemas.openxmlformats.org/drawingml/2006/main">
            <a:off x="7667625" y="1714500"/>
            <a:ext cx="3714750" cy="3238500"/>
          </a:xfrm>
          <a:prstGeom xmlns:a="http://schemas.openxmlformats.org/drawingml/2006/main" prst="roundRect">
            <a:avLst>
              <a:gd name="adj" fmla="val 2353"/>
            </a:avLst>
          </a:prstGeom>
          <a:solidFill xmlns:a="http://schemas.openxmlformats.org/drawingml/2006/main">
            <a:srgbClr val="F5F8FA"/>
          </a:solidFill>
          <a:ln xmlns:a="http://schemas.openxmlformats.org/drawingml/2006/main" w="9525">
            <a:solidFill>
              <a:srgbClr val="D5DEE6"/>
            </a:solidFill>
          </a:ln>
        </p:spPr>
      </p:sp>
      <p:sp>
        <p:nvSpPr>
          <p:cNvPr id="19" name="">
            <a:extLst xmlns:a="http://schemas.openxmlformats.org/drawingml/2006/main">
              <a:ext uri="{FF2B5EF4-FFF2-40B4-BE49-F238E27FC236}">
                <a16:creationId xmlns:a16="http://schemas.microsoft.com/office/drawing/2014/main" id="{D212E36E-A4B8-4B3C-BE65-CFE7CD52AE1D}"/>
              </a:ext>
            </a:extLst>
          </p:cNvPr>
          <p:cNvSpPr>
            <a:spLocks xmlns:a="http://schemas.openxmlformats.org/drawingml/2006/main" noGrp="1"/>
          </p:cNvSpPr>
          <p:nvPr/>
        </p:nvSpPr>
        <p:spPr>
          <a:xfrm xmlns:a="http://schemas.openxmlformats.org/drawingml/2006/main">
            <a:off x="7667625" y="1714500"/>
            <a:ext cx="85725" cy="3238500"/>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590B70F-EDED-433B-96DE-F8E785B5C136}"/>
              </a:ext>
            </a:extLst>
          </p:cNvPr>
          <p:cNvSpPr>
            <a:spLocks xmlns:a="http://schemas.openxmlformats.org/drawingml/2006/main" noGrp="1"/>
          </p:cNvSpPr>
          <p:nvPr/>
        </p:nvSpPr>
        <p:spPr>
          <a:xfrm xmlns:a="http://schemas.openxmlformats.org/drawingml/2006/main">
            <a:off x="7905750" y="1847850"/>
            <a:ext cx="328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Example</a:t>
            </a:r>
          </a:p>
        </p:txBody>
      </p:sp>
      <p:sp>
        <p:nvSpPr>
          <p:cNvPr id="21" name="">
            <a:extLst xmlns:a="http://schemas.openxmlformats.org/drawingml/2006/main">
              <a:ext uri="{FF2B5EF4-FFF2-40B4-BE49-F238E27FC236}">
                <a16:creationId xmlns:a16="http://schemas.microsoft.com/office/drawing/2014/main" id="{6F365EB8-444D-4BC7-ABD5-271E760F84AE}"/>
              </a:ext>
            </a:extLst>
          </p:cNvPr>
          <p:cNvSpPr>
            <a:spLocks xmlns:a="http://schemas.openxmlformats.org/drawingml/2006/main" noGrp="1"/>
          </p:cNvSpPr>
          <p:nvPr/>
        </p:nvSpPr>
        <p:spPr>
          <a:xfrm xmlns:a="http://schemas.openxmlformats.org/drawingml/2006/main">
            <a:off x="7905750" y="2219325"/>
            <a:ext cx="3286125" cy="2609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One-sentence answer: Databricks brings the workspace and execution experience together around governed data.</a:t>
            </a:r>
          </a:p>
        </p:txBody>
      </p:sp>
      <p:sp>
        <p:nvSpPr>
          <p:cNvPr id="22" name="">
            <a:extLst xmlns:a="http://schemas.openxmlformats.org/drawingml/2006/main">
              <a:ext uri="{FF2B5EF4-FFF2-40B4-BE49-F238E27FC236}">
                <a16:creationId xmlns:a16="http://schemas.microsoft.com/office/drawing/2014/main" id="{4CC86803-B977-4A47-B6ED-3C8B7A6D7879}"/>
              </a:ext>
            </a:extLst>
          </p:cNvPr>
          <p:cNvSpPr>
            <a:spLocks xmlns:a="http://schemas.openxmlformats.org/drawingml/2006/main" noGrp="1"/>
          </p:cNvSpPr>
          <p:nvPr/>
        </p:nvSpPr>
        <p:spPr>
          <a:xfrm xmlns:a="http://schemas.openxmlformats.org/drawingml/2006/main">
            <a:off x="7810500" y="5238750"/>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5D6A76"/>
                </a:solidFill>
                <a:latin typeface="Bitstream Charter"/>
                <a:ea typeface="Bitstream Charter"/>
                <a:cs typeface="Bitstream Charter"/>
              </a:defRPr>
            </a:pPr>
            <a:r>
              <a:rPr sz="1200" b="1">
                <a:solidFill>
                  <a:srgbClr val="5D6A76"/>
                </a:solidFill>
                <a:latin typeface="Bitstream Charter"/>
                <a:ea typeface="Bitstream Charter"/>
                <a:cs typeface="Bitstream Charter"/>
              </a:rPr>
              <a:t>Ask learners to explain this in their own words.</a:t>
            </a:r>
          </a:p>
        </p:txBody>
      </p:sp>
    </p:spTree>
    <p:extLst>
      <p:ext uri="{BB962C8B-B14F-4D97-AF65-F5344CB8AC3E}">
        <p14:creationId xmlns:p14="http://schemas.microsoft.com/office/powerpoint/2010/main" val="1694363070"/>
      </p:ext>
    </p:extLst>
  </p:cSld>
</p:sld>
</file>

<file path=ppt/slides/slide29.xml><?xml version="1.0" encoding="utf-8"?>
<p:sld xmlns:p="http://schemas.openxmlformats.org/presentationml/2006/main">
  <p:cSld>
    <p:bg>
      <p:bgPr>
        <a:solidFill xmlns:a="http://schemas.openxmlformats.org/drawingml/2006/main">
          <a:srgbClr val="09233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94A09C2-9334-4951-95F3-6061B770BF46}"/>
              </a:ext>
            </a:extLst>
          </p:cNvPr>
          <p:cNvSpPr>
            <a:spLocks xmlns:a="http://schemas.openxmlformats.org/drawingml/2006/main" noGrp="1"/>
          </p:cNvSpPr>
          <p:nvPr/>
        </p:nvSpPr>
        <p:spPr>
          <a:xfrm xmlns:a="http://schemas.openxmlformats.org/drawingml/2006/main">
            <a:off x="742950" y="74295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37AFA7"/>
                </a:solidFill>
                <a:latin typeface="Bitstream Charter"/>
                <a:ea typeface="Bitstream Charter"/>
                <a:cs typeface="Bitstream Charter"/>
              </a:defRPr>
            </a:pPr>
            <a:r>
              <a:rPr sz="1125" b="1">
                <a:solidFill>
                  <a:srgbClr val="37AFA7"/>
                </a:solidFill>
                <a:latin typeface="Bitstream Charter"/>
                <a:ea typeface="Bitstream Charter"/>
                <a:cs typeface="Bitstream Charter"/>
              </a:rPr>
              <a:t>LESSON 2</a:t>
            </a:r>
          </a:p>
        </p:txBody>
      </p:sp>
      <p:sp>
        <p:nvSpPr>
          <p:cNvPr id="2" name="">
            <a:extLst xmlns:a="http://schemas.openxmlformats.org/drawingml/2006/main">
              <a:ext uri="{FF2B5EF4-FFF2-40B4-BE49-F238E27FC236}">
                <a16:creationId xmlns:a16="http://schemas.microsoft.com/office/drawing/2014/main" id="{C09030C3-664F-4FA7-8239-AD1AA68D8103}"/>
              </a:ext>
            </a:extLst>
          </p:cNvPr>
          <p:cNvSpPr>
            <a:spLocks xmlns:a="http://schemas.openxmlformats.org/drawingml/2006/main" noGrp="1"/>
          </p:cNvSpPr>
          <p:nvPr/>
        </p:nvSpPr>
        <p:spPr>
          <a:xfrm xmlns:a="http://schemas.openxmlformats.org/drawingml/2006/main">
            <a:off x="742950" y="1524000"/>
            <a:ext cx="990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600" b="1">
                <a:solidFill>
                  <a:srgbClr val="FFFFFF"/>
                </a:solidFill>
                <a:latin typeface="Bitstream Charter"/>
                <a:ea typeface="Bitstream Charter"/>
                <a:cs typeface="Bitstream Charter"/>
              </a:defRPr>
            </a:pPr>
            <a:r>
              <a:rPr sz="3600" b="1">
                <a:solidFill>
                  <a:srgbClr val="FFFFFF"/>
                </a:solidFill>
                <a:latin typeface="Bitstream Charter"/>
                <a:ea typeface="Bitstream Charter"/>
                <a:cs typeface="Bitstream Charter"/>
              </a:rPr>
              <a:t>Workspace, notebooks and compute</a:t>
            </a:r>
          </a:p>
        </p:txBody>
      </p:sp>
      <p:sp>
        <p:nvSpPr>
          <p:cNvPr id="3" name="">
            <a:extLst xmlns:a="http://schemas.openxmlformats.org/drawingml/2006/main">
              <a:ext uri="{FF2B5EF4-FFF2-40B4-BE49-F238E27FC236}">
                <a16:creationId xmlns:a16="http://schemas.microsoft.com/office/drawing/2014/main" id="{6A5B9D59-23A7-413D-90FD-8769EA1F6A2A}"/>
              </a:ext>
            </a:extLst>
          </p:cNvPr>
          <p:cNvSpPr>
            <a:spLocks xmlns:a="http://schemas.openxmlformats.org/drawingml/2006/main" noGrp="1"/>
          </p:cNvSpPr>
          <p:nvPr/>
        </p:nvSpPr>
        <p:spPr>
          <a:xfrm xmlns:a="http://schemas.openxmlformats.org/drawingml/2006/main">
            <a:off x="781050" y="2428875"/>
            <a:ext cx="9239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D3E0E9"/>
                </a:solidFill>
                <a:latin typeface="Bitstream Charter"/>
                <a:ea typeface="Bitstream Charter"/>
                <a:cs typeface="Bitstream Charter"/>
              </a:defRPr>
            </a:pPr>
            <a:r>
              <a:rPr sz="1725" b="0">
                <a:solidFill>
                  <a:srgbClr val="D3E0E9"/>
                </a:solidFill>
                <a:latin typeface="Bitstream Charter"/>
                <a:ea typeface="Bitstream Charter"/>
                <a:cs typeface="Bitstream Charter"/>
              </a:rPr>
              <a:t>Where work is organized and what actually executes it</a:t>
            </a:r>
          </a:p>
        </p:txBody>
      </p:sp>
      <p:sp>
        <p:nvSpPr>
          <p:cNvPr id="4" name="">
            <a:extLst xmlns:a="http://schemas.openxmlformats.org/drawingml/2006/main">
              <a:ext uri="{FF2B5EF4-FFF2-40B4-BE49-F238E27FC236}">
                <a16:creationId xmlns:a16="http://schemas.microsoft.com/office/drawing/2014/main" id="{5959E758-46A6-42E5-B045-89E04C9EC0F4}"/>
              </a:ext>
            </a:extLst>
          </p:cNvPr>
          <p:cNvSpPr>
            <a:spLocks xmlns:a="http://schemas.openxmlformats.org/drawingml/2006/main" noGrp="1"/>
          </p:cNvSpPr>
          <p:nvPr/>
        </p:nvSpPr>
        <p:spPr>
          <a:xfrm xmlns:a="http://schemas.openxmlformats.org/drawingml/2006/main">
            <a:off x="781050" y="3429000"/>
            <a:ext cx="7048500" cy="47625"/>
          </a:xfrm>
          <a:prstGeom xmlns:a="http://schemas.openxmlformats.org/drawingml/2006/main" prst="rect">
            <a:avLst/>
          </a:prstGeom>
          <a:solidFill xmlns:a="http://schemas.openxmlformats.org/drawingml/2006/main">
            <a:srgbClr val="E6A73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2EBEC22-C61B-48B3-A778-9697FC6F9F04}"/>
              </a:ext>
            </a:extLst>
          </p:cNvPr>
          <p:cNvSpPr>
            <a:spLocks xmlns:a="http://schemas.openxmlformats.org/drawingml/2006/main" noGrp="1"/>
          </p:cNvSpPr>
          <p:nvPr/>
        </p:nvSpPr>
        <p:spPr>
          <a:xfrm xmlns:a="http://schemas.openxmlformats.org/drawingml/2006/main">
            <a:off x="781050" y="3714750"/>
            <a:ext cx="762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FFFFFF"/>
                </a:solidFill>
                <a:latin typeface="Bitstream Charter"/>
                <a:ea typeface="Bitstream Charter"/>
                <a:cs typeface="Bitstream Charter"/>
              </a:defRPr>
            </a:pPr>
            <a:r>
              <a:rPr sz="1725" b="1">
                <a:solidFill>
                  <a:srgbClr val="FFFFFF"/>
                </a:solidFill>
                <a:latin typeface="Bitstream Charter"/>
                <a:ea typeface="Bitstream Charter"/>
                <a:cs typeface="Bitstream Charter"/>
              </a:rPr>
              <a:t>Explain → show → ask → practise</a:t>
            </a:r>
          </a:p>
        </p:txBody>
      </p:sp>
      <p:sp>
        <p:nvSpPr>
          <p:cNvPr id="6" name="">
            <a:extLst xmlns:a="http://schemas.openxmlformats.org/drawingml/2006/main">
              <a:ext uri="{FF2B5EF4-FFF2-40B4-BE49-F238E27FC236}">
                <a16:creationId xmlns:a16="http://schemas.microsoft.com/office/drawing/2014/main" id="{4B2A8E5B-26EC-4669-93F9-7CD31D075E7B}"/>
              </a:ext>
            </a:extLst>
          </p:cNvPr>
          <p:cNvSpPr>
            <a:spLocks xmlns:a="http://schemas.openxmlformats.org/drawingml/2006/main" noGrp="1"/>
          </p:cNvSpPr>
          <p:nvPr/>
        </p:nvSpPr>
        <p:spPr>
          <a:xfrm xmlns:a="http://schemas.openxmlformats.org/drawingml/2006/main">
            <a:off x="11049000" y="64389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A8B8C5"/>
                </a:solidFill>
                <a:latin typeface="Bitstream Charter"/>
                <a:ea typeface="Bitstream Charter"/>
                <a:cs typeface="Bitstream Charter"/>
              </a:defRPr>
            </a:pPr>
            <a:r>
              <a:rPr sz="825" b="1">
                <a:solidFill>
                  <a:srgbClr val="A8B8C5"/>
                </a:solidFill>
                <a:latin typeface="Bitstream Charter"/>
                <a:ea typeface="Bitstream Charter"/>
                <a:cs typeface="Bitstream Charter"/>
              </a:rPr>
              <a:t>29</a:t>
            </a:r>
          </a:p>
        </p:txBody>
      </p:sp>
    </p:spTree>
    <p:extLst>
      <p:ext uri="{BB962C8B-B14F-4D97-AF65-F5344CB8AC3E}">
        <p14:creationId xmlns:p14="http://schemas.microsoft.com/office/powerpoint/2010/main" val="114913996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78F45B0-7562-442A-A86A-4B979788360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E27C98C-066A-4B7F-8997-017EAA833385}"/>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What a workspace is</a:t>
            </a:r>
          </a:p>
        </p:txBody>
      </p:sp>
      <p:sp>
        <p:nvSpPr>
          <p:cNvPr id="3" name="">
            <a:extLst xmlns:a="http://schemas.openxmlformats.org/drawingml/2006/main">
              <a:ext uri="{FF2B5EF4-FFF2-40B4-BE49-F238E27FC236}">
                <a16:creationId xmlns:a16="http://schemas.microsoft.com/office/drawing/2014/main" id="{9CCDE074-57FB-4D2E-8FC9-1D4453F06B8A}"/>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The collaborative environment</a:t>
            </a:r>
          </a:p>
        </p:txBody>
      </p:sp>
      <p:sp>
        <p:nvSpPr>
          <p:cNvPr id="4" name="">
            <a:extLst xmlns:a="http://schemas.openxmlformats.org/drawingml/2006/main">
              <a:ext uri="{FF2B5EF4-FFF2-40B4-BE49-F238E27FC236}">
                <a16:creationId xmlns:a16="http://schemas.microsoft.com/office/drawing/2014/main" id="{31D83B6A-0D28-495F-ABBF-61BAE5B8AC01}"/>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5C268F1-C41B-45BA-978D-A8BD80057196}"/>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B310FF20-9B3F-48DA-9A71-C822545473E5}"/>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30</a:t>
            </a:r>
          </a:p>
        </p:txBody>
      </p:sp>
      <p:sp>
        <p:nvSpPr>
          <p:cNvPr id="7" name="">
            <a:extLst xmlns:a="http://schemas.openxmlformats.org/drawingml/2006/main">
              <a:ext uri="{FF2B5EF4-FFF2-40B4-BE49-F238E27FC236}">
                <a16:creationId xmlns:a16="http://schemas.microsoft.com/office/drawing/2014/main" id="{A062904F-79CB-4D9C-914F-44B065B4E5F3}"/>
              </a:ext>
            </a:extLst>
          </p:cNvPr>
          <p:cNvSpPr>
            <a:spLocks xmlns:a="http://schemas.openxmlformats.org/drawingml/2006/main" noGrp="1"/>
          </p:cNvSpPr>
          <p:nvPr/>
        </p:nvSpPr>
        <p:spPr>
          <a:xfrm xmlns:a="http://schemas.openxmlformats.org/drawingml/2006/main">
            <a:off x="704850" y="1581150"/>
            <a:ext cx="1428750" cy="304800"/>
          </a:xfrm>
          <a:prstGeom xmlns:a="http://schemas.openxmlformats.org/drawingml/2006/main" prst="roundRect">
            <a:avLst>
              <a:gd name="adj" fmla="val 25000"/>
            </a:avLst>
          </a:prstGeom>
          <a:solidFill xmlns:a="http://schemas.openxmlformats.org/drawingml/2006/main">
            <a:srgbClr val="2E74B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7139949-DC37-442B-A639-A59EFF38BDAC}"/>
              </a:ext>
            </a:extLst>
          </p:cNvPr>
          <p:cNvSpPr>
            <a:spLocks xmlns:a="http://schemas.openxmlformats.org/drawingml/2006/main" noGrp="1"/>
          </p:cNvSpPr>
          <p:nvPr/>
        </p:nvSpPr>
        <p:spPr>
          <a:xfrm xmlns:a="http://schemas.openxmlformats.org/drawingml/2006/main">
            <a:off x="781050" y="1600200"/>
            <a:ext cx="1276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SIMPLE IDEA</a:t>
            </a:r>
          </a:p>
        </p:txBody>
      </p:sp>
      <p:sp>
        <p:nvSpPr>
          <p:cNvPr id="9" name="">
            <a:extLst xmlns:a="http://schemas.openxmlformats.org/drawingml/2006/main">
              <a:ext uri="{FF2B5EF4-FFF2-40B4-BE49-F238E27FC236}">
                <a16:creationId xmlns:a16="http://schemas.microsoft.com/office/drawing/2014/main" id="{31270C9B-FC38-445A-8034-5DBED953C1E8}"/>
              </a:ext>
            </a:extLst>
          </p:cNvPr>
          <p:cNvSpPr>
            <a:spLocks xmlns:a="http://schemas.openxmlformats.org/drawingml/2006/main" noGrp="1"/>
          </p:cNvSpPr>
          <p:nvPr/>
        </p:nvSpPr>
        <p:spPr>
          <a:xfrm xmlns:a="http://schemas.openxmlformats.org/drawingml/2006/main">
            <a:off x="704850" y="1952625"/>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09233B"/>
                </a:solidFill>
                <a:latin typeface="Bitstream Charter"/>
                <a:ea typeface="Bitstream Charter"/>
                <a:cs typeface="Bitstream Charter"/>
              </a:defRPr>
            </a:pPr>
            <a:r>
              <a:rPr sz="2175" b="1">
                <a:solidFill>
                  <a:srgbClr val="09233B"/>
                </a:solidFill>
                <a:latin typeface="Bitstream Charter"/>
                <a:ea typeface="Bitstream Charter"/>
                <a:cs typeface="Bitstream Charter"/>
              </a:rPr>
              <a:t>A Databricks workspace is where users organize data and AI work.</a:t>
            </a:r>
          </a:p>
        </p:txBody>
      </p:sp>
      <p:sp>
        <p:nvSpPr>
          <p:cNvPr id="10" name="">
            <a:extLst xmlns:a="http://schemas.openxmlformats.org/drawingml/2006/main">
              <a:ext uri="{FF2B5EF4-FFF2-40B4-BE49-F238E27FC236}">
                <a16:creationId xmlns:a16="http://schemas.microsoft.com/office/drawing/2014/main" id="{2CCD7001-3D98-4992-A0AA-7034B0DA04AF}"/>
              </a:ext>
            </a:extLst>
          </p:cNvPr>
          <p:cNvSpPr>
            <a:spLocks xmlns:a="http://schemas.openxmlformats.org/drawingml/2006/main" noGrp="1"/>
          </p:cNvSpPr>
          <p:nvPr/>
        </p:nvSpPr>
        <p:spPr>
          <a:xfrm xmlns:a="http://schemas.openxmlformats.org/drawingml/2006/main">
            <a:off x="800100" y="3267075"/>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B3C31CD-ACEB-4DC6-B35F-95CADF6BDBCD}"/>
              </a:ext>
            </a:extLst>
          </p:cNvPr>
          <p:cNvSpPr>
            <a:spLocks xmlns:a="http://schemas.openxmlformats.org/drawingml/2006/main" noGrp="1"/>
          </p:cNvSpPr>
          <p:nvPr/>
        </p:nvSpPr>
        <p:spPr>
          <a:xfrm xmlns:a="http://schemas.openxmlformats.org/drawingml/2006/main">
            <a:off x="1095375" y="31908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It contains notebooks and folders.</a:t>
            </a:r>
          </a:p>
        </p:txBody>
      </p:sp>
      <p:sp>
        <p:nvSpPr>
          <p:cNvPr id="12" name="">
            <a:extLst xmlns:a="http://schemas.openxmlformats.org/drawingml/2006/main">
              <a:ext uri="{FF2B5EF4-FFF2-40B4-BE49-F238E27FC236}">
                <a16:creationId xmlns:a16="http://schemas.microsoft.com/office/drawing/2014/main" id="{E88C8557-BCFF-4A70-B2BF-300B7D79F442}"/>
              </a:ext>
            </a:extLst>
          </p:cNvPr>
          <p:cNvSpPr>
            <a:spLocks xmlns:a="http://schemas.openxmlformats.org/drawingml/2006/main" noGrp="1"/>
          </p:cNvSpPr>
          <p:nvPr/>
        </p:nvSpPr>
        <p:spPr>
          <a:xfrm xmlns:a="http://schemas.openxmlformats.org/drawingml/2006/main">
            <a:off x="800100" y="3848100"/>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53F7A66-695E-496B-829E-5CEDD8F9F75A}"/>
              </a:ext>
            </a:extLst>
          </p:cNvPr>
          <p:cNvSpPr>
            <a:spLocks xmlns:a="http://schemas.openxmlformats.org/drawingml/2006/main" noGrp="1"/>
          </p:cNvSpPr>
          <p:nvPr/>
        </p:nvSpPr>
        <p:spPr>
          <a:xfrm xmlns:a="http://schemas.openxmlformats.org/drawingml/2006/main">
            <a:off x="1095375" y="37719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It exposes Catalog, SQL and job experiences.</a:t>
            </a:r>
          </a:p>
        </p:txBody>
      </p:sp>
      <p:sp>
        <p:nvSpPr>
          <p:cNvPr id="14" name="">
            <a:extLst xmlns:a="http://schemas.openxmlformats.org/drawingml/2006/main">
              <a:ext uri="{FF2B5EF4-FFF2-40B4-BE49-F238E27FC236}">
                <a16:creationId xmlns:a16="http://schemas.microsoft.com/office/drawing/2014/main" id="{3B3CFD88-AF48-4BCF-97BC-7F88188D71D6}"/>
              </a:ext>
            </a:extLst>
          </p:cNvPr>
          <p:cNvSpPr>
            <a:spLocks xmlns:a="http://schemas.openxmlformats.org/drawingml/2006/main" noGrp="1"/>
          </p:cNvSpPr>
          <p:nvPr/>
        </p:nvSpPr>
        <p:spPr>
          <a:xfrm xmlns:a="http://schemas.openxmlformats.org/drawingml/2006/main">
            <a:off x="800100" y="4429125"/>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4AF5F52-2037-4ABC-B5F5-4CA28E6C9F26}"/>
              </a:ext>
            </a:extLst>
          </p:cNvPr>
          <p:cNvSpPr>
            <a:spLocks xmlns:a="http://schemas.openxmlformats.org/drawingml/2006/main" noGrp="1"/>
          </p:cNvSpPr>
          <p:nvPr/>
        </p:nvSpPr>
        <p:spPr>
          <a:xfrm xmlns:a="http://schemas.openxmlformats.org/drawingml/2006/main">
            <a:off x="1095375" y="43529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It provides approved compute choices.</a:t>
            </a:r>
          </a:p>
        </p:txBody>
      </p:sp>
      <p:sp>
        <p:nvSpPr>
          <p:cNvPr id="16" name="">
            <a:extLst xmlns:a="http://schemas.openxmlformats.org/drawingml/2006/main">
              <a:ext uri="{FF2B5EF4-FFF2-40B4-BE49-F238E27FC236}">
                <a16:creationId xmlns:a16="http://schemas.microsoft.com/office/drawing/2014/main" id="{B3EAD5B8-0F67-4DA4-AFFC-89772356BCD0}"/>
              </a:ext>
            </a:extLst>
          </p:cNvPr>
          <p:cNvSpPr>
            <a:spLocks xmlns:a="http://schemas.openxmlformats.org/drawingml/2006/main" noGrp="1"/>
          </p:cNvSpPr>
          <p:nvPr/>
        </p:nvSpPr>
        <p:spPr>
          <a:xfrm xmlns:a="http://schemas.openxmlformats.org/drawingml/2006/main">
            <a:off x="800100" y="5010150"/>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837B351-86F7-4F1A-B51A-18AD255B7A68}"/>
              </a:ext>
            </a:extLst>
          </p:cNvPr>
          <p:cNvSpPr>
            <a:spLocks xmlns:a="http://schemas.openxmlformats.org/drawingml/2006/main" noGrp="1"/>
          </p:cNvSpPr>
          <p:nvPr/>
        </p:nvSpPr>
        <p:spPr>
          <a:xfrm xmlns:a="http://schemas.openxmlformats.org/drawingml/2006/main">
            <a:off x="1095375" y="49339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It stores workspace metadata, not every business data file.</a:t>
            </a:r>
          </a:p>
        </p:txBody>
      </p:sp>
      <p:sp>
        <p:nvSpPr>
          <p:cNvPr id="18" name="">
            <a:extLst xmlns:a="http://schemas.openxmlformats.org/drawingml/2006/main">
              <a:ext uri="{FF2B5EF4-FFF2-40B4-BE49-F238E27FC236}">
                <a16:creationId xmlns:a16="http://schemas.microsoft.com/office/drawing/2014/main" id="{420C4C7B-15E9-4896-AED1-AC7736DA9B29}"/>
              </a:ext>
            </a:extLst>
          </p:cNvPr>
          <p:cNvSpPr>
            <a:spLocks xmlns:a="http://schemas.openxmlformats.org/drawingml/2006/main" noGrp="1"/>
          </p:cNvSpPr>
          <p:nvPr/>
        </p:nvSpPr>
        <p:spPr>
          <a:xfrm xmlns:a="http://schemas.openxmlformats.org/drawingml/2006/main">
            <a:off x="7667625" y="1714500"/>
            <a:ext cx="3714750" cy="3238500"/>
          </a:xfrm>
          <a:prstGeom xmlns:a="http://schemas.openxmlformats.org/drawingml/2006/main" prst="roundRect">
            <a:avLst>
              <a:gd name="adj" fmla="val 2353"/>
            </a:avLst>
          </a:prstGeom>
          <a:solidFill xmlns:a="http://schemas.openxmlformats.org/drawingml/2006/main">
            <a:srgbClr val="F5F8FA"/>
          </a:solidFill>
          <a:ln xmlns:a="http://schemas.openxmlformats.org/drawingml/2006/main" w="9525">
            <a:solidFill>
              <a:srgbClr val="D5DEE6"/>
            </a:solidFill>
          </a:ln>
        </p:spPr>
      </p:sp>
      <p:sp>
        <p:nvSpPr>
          <p:cNvPr id="19" name="">
            <a:extLst xmlns:a="http://schemas.openxmlformats.org/drawingml/2006/main">
              <a:ext uri="{FF2B5EF4-FFF2-40B4-BE49-F238E27FC236}">
                <a16:creationId xmlns:a16="http://schemas.microsoft.com/office/drawing/2014/main" id="{9C7F0DFB-9971-4B6E-AFDA-9756BE3C8A51}"/>
              </a:ext>
            </a:extLst>
          </p:cNvPr>
          <p:cNvSpPr>
            <a:spLocks xmlns:a="http://schemas.openxmlformats.org/drawingml/2006/main" noGrp="1"/>
          </p:cNvSpPr>
          <p:nvPr/>
        </p:nvSpPr>
        <p:spPr>
          <a:xfrm xmlns:a="http://schemas.openxmlformats.org/drawingml/2006/main">
            <a:off x="7667625" y="1714500"/>
            <a:ext cx="85725" cy="3238500"/>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32AB7D4-E3F2-46F7-B8AC-C096B4CD8AAA}"/>
              </a:ext>
            </a:extLst>
          </p:cNvPr>
          <p:cNvSpPr>
            <a:spLocks xmlns:a="http://schemas.openxmlformats.org/drawingml/2006/main" noGrp="1"/>
          </p:cNvSpPr>
          <p:nvPr/>
        </p:nvSpPr>
        <p:spPr>
          <a:xfrm xmlns:a="http://schemas.openxmlformats.org/drawingml/2006/main">
            <a:off x="7905750" y="1847850"/>
            <a:ext cx="328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Example</a:t>
            </a:r>
          </a:p>
        </p:txBody>
      </p:sp>
      <p:sp>
        <p:nvSpPr>
          <p:cNvPr id="21" name="">
            <a:extLst xmlns:a="http://schemas.openxmlformats.org/drawingml/2006/main">
              <a:ext uri="{FF2B5EF4-FFF2-40B4-BE49-F238E27FC236}">
                <a16:creationId xmlns:a16="http://schemas.microsoft.com/office/drawing/2014/main" id="{B40A9686-50FF-4B9D-B861-8E6E8C9932A9}"/>
              </a:ext>
            </a:extLst>
          </p:cNvPr>
          <p:cNvSpPr>
            <a:spLocks xmlns:a="http://schemas.openxmlformats.org/drawingml/2006/main" noGrp="1"/>
          </p:cNvSpPr>
          <p:nvPr/>
        </p:nvSpPr>
        <p:spPr>
          <a:xfrm xmlns:a="http://schemas.openxmlformats.org/drawingml/2006/main">
            <a:off x="7905750" y="2219325"/>
            <a:ext cx="3286125" cy="2609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Office analogy: workspace is the office building; notebook is a working document; compute is the computer.</a:t>
            </a:r>
          </a:p>
        </p:txBody>
      </p:sp>
      <p:sp>
        <p:nvSpPr>
          <p:cNvPr id="22" name="">
            <a:extLst xmlns:a="http://schemas.openxmlformats.org/drawingml/2006/main">
              <a:ext uri="{FF2B5EF4-FFF2-40B4-BE49-F238E27FC236}">
                <a16:creationId xmlns:a16="http://schemas.microsoft.com/office/drawing/2014/main" id="{15E1D502-B528-4D1F-95A8-C43858FC64A2}"/>
              </a:ext>
            </a:extLst>
          </p:cNvPr>
          <p:cNvSpPr>
            <a:spLocks xmlns:a="http://schemas.openxmlformats.org/drawingml/2006/main" noGrp="1"/>
          </p:cNvSpPr>
          <p:nvPr/>
        </p:nvSpPr>
        <p:spPr>
          <a:xfrm xmlns:a="http://schemas.openxmlformats.org/drawingml/2006/main">
            <a:off x="7810500" y="5238750"/>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5D6A76"/>
                </a:solidFill>
                <a:latin typeface="Bitstream Charter"/>
                <a:ea typeface="Bitstream Charter"/>
                <a:cs typeface="Bitstream Charter"/>
              </a:defRPr>
            </a:pPr>
            <a:r>
              <a:rPr sz="1200" b="1">
                <a:solidFill>
                  <a:srgbClr val="5D6A76"/>
                </a:solidFill>
                <a:latin typeface="Bitstream Charter"/>
                <a:ea typeface="Bitstream Charter"/>
                <a:cs typeface="Bitstream Charter"/>
              </a:rPr>
              <a:t>Ask learners to explain this in their own words.</a:t>
            </a:r>
          </a:p>
        </p:txBody>
      </p:sp>
    </p:spTree>
    <p:extLst>
      <p:ext uri="{BB962C8B-B14F-4D97-AF65-F5344CB8AC3E}">
        <p14:creationId xmlns:p14="http://schemas.microsoft.com/office/powerpoint/2010/main" val="1385520355"/>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712D469-60E8-40D6-AD14-3E40C7CE267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3CE8F2E-C6CD-4B60-8A14-2223C263FE73}"/>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Azure portal versus Databricks workspace</a:t>
            </a:r>
          </a:p>
        </p:txBody>
      </p:sp>
      <p:sp>
        <p:nvSpPr>
          <p:cNvPr id="3" name="">
            <a:extLst xmlns:a="http://schemas.openxmlformats.org/drawingml/2006/main">
              <a:ext uri="{FF2B5EF4-FFF2-40B4-BE49-F238E27FC236}">
                <a16:creationId xmlns:a16="http://schemas.microsoft.com/office/drawing/2014/main" id="{010311F1-A789-49EC-AE72-1B5D6C6BD128}"/>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Two places with different jobs</a:t>
            </a:r>
          </a:p>
        </p:txBody>
      </p:sp>
      <p:sp>
        <p:nvSpPr>
          <p:cNvPr id="4" name="">
            <a:extLst xmlns:a="http://schemas.openxmlformats.org/drawingml/2006/main">
              <a:ext uri="{FF2B5EF4-FFF2-40B4-BE49-F238E27FC236}">
                <a16:creationId xmlns:a16="http://schemas.microsoft.com/office/drawing/2014/main" id="{E8215C52-0EEB-4583-BA3D-EAA9E288991C}"/>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F598D11-C771-44E8-95F8-A6D69FF13FF4}"/>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8EB7B7A8-C1BA-4F7C-9BA4-E2C98DAB87F9}"/>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31</a:t>
            </a:r>
          </a:p>
        </p:txBody>
      </p:sp>
      <p:sp>
        <p:nvSpPr>
          <p:cNvPr id="7" name="">
            <a:extLst xmlns:a="http://schemas.openxmlformats.org/drawingml/2006/main">
              <a:ext uri="{FF2B5EF4-FFF2-40B4-BE49-F238E27FC236}">
                <a16:creationId xmlns:a16="http://schemas.microsoft.com/office/drawing/2014/main" id="{95B91735-72E4-4EC7-AD45-A591DA86F36A}"/>
              </a:ext>
            </a:extLst>
          </p:cNvPr>
          <p:cNvSpPr>
            <a:spLocks xmlns:a="http://schemas.openxmlformats.org/drawingml/2006/main" noGrp="1"/>
          </p:cNvSpPr>
          <p:nvPr/>
        </p:nvSpPr>
        <p:spPr>
          <a:xfrm xmlns:a="http://schemas.openxmlformats.org/drawingml/2006/main">
            <a:off x="666750" y="1666875"/>
            <a:ext cx="5095875" cy="3143250"/>
          </a:xfrm>
          <a:prstGeom xmlns:a="http://schemas.openxmlformats.org/drawingml/2006/main" prst="roundRect">
            <a:avLst>
              <a:gd name="adj" fmla="val 2424"/>
            </a:avLst>
          </a:prstGeom>
          <a:solidFill xmlns:a="http://schemas.openxmlformats.org/drawingml/2006/main">
            <a:srgbClr val="EAF4FB"/>
          </a:solidFill>
          <a:ln xmlns:a="http://schemas.openxmlformats.org/drawingml/2006/main" w="9525">
            <a:solidFill>
              <a:srgbClr val="D5DEE6"/>
            </a:solidFill>
          </a:ln>
        </p:spPr>
      </p:sp>
      <p:sp>
        <p:nvSpPr>
          <p:cNvPr id="8" name="">
            <a:extLst xmlns:a="http://schemas.openxmlformats.org/drawingml/2006/main">
              <a:ext uri="{FF2B5EF4-FFF2-40B4-BE49-F238E27FC236}">
                <a16:creationId xmlns:a16="http://schemas.microsoft.com/office/drawing/2014/main" id="{9A25F4EB-1514-46F5-9337-6F2DB9E56225}"/>
              </a:ext>
            </a:extLst>
          </p:cNvPr>
          <p:cNvSpPr>
            <a:spLocks xmlns:a="http://schemas.openxmlformats.org/drawingml/2006/main" noGrp="1"/>
          </p:cNvSpPr>
          <p:nvPr/>
        </p:nvSpPr>
        <p:spPr>
          <a:xfrm xmlns:a="http://schemas.openxmlformats.org/drawingml/2006/main">
            <a:off x="6429375" y="1666875"/>
            <a:ext cx="5095875" cy="3143250"/>
          </a:xfrm>
          <a:prstGeom xmlns:a="http://schemas.openxmlformats.org/drawingml/2006/main" prst="roundRect">
            <a:avLst>
              <a:gd name="adj" fmla="val 2424"/>
            </a:avLst>
          </a:prstGeom>
          <a:solidFill xmlns:a="http://schemas.openxmlformats.org/drawingml/2006/main">
            <a:srgbClr val="ECF7F1"/>
          </a:solidFill>
          <a:ln xmlns:a="http://schemas.openxmlformats.org/drawingml/2006/main" w="9525">
            <a:solidFill>
              <a:srgbClr val="D5DEE6"/>
            </a:solidFill>
          </a:ln>
        </p:spPr>
      </p:sp>
      <p:sp>
        <p:nvSpPr>
          <p:cNvPr id="9" name="">
            <a:extLst xmlns:a="http://schemas.openxmlformats.org/drawingml/2006/main">
              <a:ext uri="{FF2B5EF4-FFF2-40B4-BE49-F238E27FC236}">
                <a16:creationId xmlns:a16="http://schemas.microsoft.com/office/drawing/2014/main" id="{EF340C2A-BE9B-4C89-8D92-EE0EEF176701}"/>
              </a:ext>
            </a:extLst>
          </p:cNvPr>
          <p:cNvSpPr>
            <a:spLocks xmlns:a="http://schemas.openxmlformats.org/drawingml/2006/main" noGrp="1"/>
          </p:cNvSpPr>
          <p:nvPr/>
        </p:nvSpPr>
        <p:spPr>
          <a:xfrm xmlns:a="http://schemas.openxmlformats.org/drawingml/2006/main">
            <a:off x="952500" y="1857375"/>
            <a:ext cx="4524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1">
                <a:solidFill>
                  <a:srgbClr val="09233B"/>
                </a:solidFill>
                <a:latin typeface="Bitstream Charter"/>
                <a:ea typeface="Bitstream Charter"/>
                <a:cs typeface="Bitstream Charter"/>
              </a:defRPr>
            </a:pPr>
            <a:r>
              <a:rPr sz="1950" b="1">
                <a:solidFill>
                  <a:srgbClr val="09233B"/>
                </a:solidFill>
                <a:latin typeface="Bitstream Charter"/>
                <a:ea typeface="Bitstream Charter"/>
                <a:cs typeface="Bitstream Charter"/>
              </a:rPr>
              <a:t>Azure portal</a:t>
            </a:r>
          </a:p>
        </p:txBody>
      </p:sp>
      <p:sp>
        <p:nvSpPr>
          <p:cNvPr id="10" name="">
            <a:extLst xmlns:a="http://schemas.openxmlformats.org/drawingml/2006/main">
              <a:ext uri="{FF2B5EF4-FFF2-40B4-BE49-F238E27FC236}">
                <a16:creationId xmlns:a16="http://schemas.microsoft.com/office/drawing/2014/main" id="{D32B9F92-053A-47BE-9BCB-00EC06EF5D08}"/>
              </a:ext>
            </a:extLst>
          </p:cNvPr>
          <p:cNvSpPr>
            <a:spLocks xmlns:a="http://schemas.openxmlformats.org/drawingml/2006/main" noGrp="1"/>
          </p:cNvSpPr>
          <p:nvPr/>
        </p:nvSpPr>
        <p:spPr>
          <a:xfrm xmlns:a="http://schemas.openxmlformats.org/drawingml/2006/main">
            <a:off x="952500" y="2428875"/>
            <a:ext cx="45243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7212B"/>
                </a:solidFill>
                <a:latin typeface="Bitstream Charter"/>
                <a:ea typeface="Bitstream Charter"/>
                <a:cs typeface="Bitstream Charter"/>
              </a:defRPr>
            </a:pPr>
            <a:r>
              <a:rPr sz="1425" b="0">
                <a:solidFill>
                  <a:srgbClr val="17212B"/>
                </a:solidFill>
                <a:latin typeface="Bitstream Charter"/>
                <a:ea typeface="Bitstream Charter"/>
                <a:cs typeface="Bitstream Charter"/>
              </a:rPr>
              <a:t>Create and manage Azure resources</a:t>
            </a:r>
          </a:p>
          <a:p xmlns:a="http://schemas.openxmlformats.org/drawingml/2006/main">
            <a:pPr algn="l">
              <a:defRPr sz="1425" b="0">
                <a:solidFill>
                  <a:srgbClr val="17212B"/>
                </a:solidFill>
                <a:latin typeface="Bitstream Charter"/>
                <a:ea typeface="Bitstream Charter"/>
                <a:cs typeface="Bitstream Charter"/>
              </a:defRPr>
            </a:pPr>
            <a:r>
              <a:rPr sz="1425" b="0">
                <a:solidFill>
                  <a:srgbClr val="17212B"/>
                </a:solidFill>
                <a:latin typeface="Bitstream Charter"/>
                <a:ea typeface="Bitstream Charter"/>
                <a:cs typeface="Bitstream Charter"/>
              </a:rPr>
              <a:t>Subscriptions and resource groups</a:t>
            </a:r>
          </a:p>
          <a:p xmlns:a="http://schemas.openxmlformats.org/drawingml/2006/main">
            <a:pPr algn="l">
              <a:defRPr sz="1425" b="0">
                <a:solidFill>
                  <a:srgbClr val="17212B"/>
                </a:solidFill>
                <a:latin typeface="Bitstream Charter"/>
                <a:ea typeface="Bitstream Charter"/>
                <a:cs typeface="Bitstream Charter"/>
              </a:defRPr>
            </a:pPr>
            <a:r>
              <a:rPr sz="1425" b="0">
                <a:solidFill>
                  <a:srgbClr val="17212B"/>
                </a:solidFill>
                <a:latin typeface="Bitstream Charter"/>
                <a:ea typeface="Bitstream Charter"/>
                <a:cs typeface="Bitstream Charter"/>
              </a:rPr>
              <a:t>Azure networking and identities</a:t>
            </a:r>
          </a:p>
          <a:p xmlns:a="http://schemas.openxmlformats.org/drawingml/2006/main">
            <a:pPr algn="l">
              <a:defRPr sz="1425" b="0">
                <a:solidFill>
                  <a:srgbClr val="17212B"/>
                </a:solidFill>
                <a:latin typeface="Bitstream Charter"/>
                <a:ea typeface="Bitstream Charter"/>
                <a:cs typeface="Bitstream Charter"/>
              </a:defRPr>
            </a:pPr>
            <a:r>
              <a:rPr sz="1425" b="0">
                <a:solidFill>
                  <a:srgbClr val="17212B"/>
                </a:solidFill>
                <a:latin typeface="Bitstream Charter"/>
                <a:ea typeface="Bitstream Charter"/>
                <a:cs typeface="Bitstream Charter"/>
              </a:rPr>
              <a:t>Used mainly by cloud administrators</a:t>
            </a:r>
          </a:p>
        </p:txBody>
      </p:sp>
      <p:sp>
        <p:nvSpPr>
          <p:cNvPr id="11" name="">
            <a:extLst xmlns:a="http://schemas.openxmlformats.org/drawingml/2006/main">
              <a:ext uri="{FF2B5EF4-FFF2-40B4-BE49-F238E27FC236}">
                <a16:creationId xmlns:a16="http://schemas.microsoft.com/office/drawing/2014/main" id="{565CA420-6C49-498B-9FCD-112819B7555A}"/>
              </a:ext>
            </a:extLst>
          </p:cNvPr>
          <p:cNvSpPr>
            <a:spLocks xmlns:a="http://schemas.openxmlformats.org/drawingml/2006/main" noGrp="1"/>
          </p:cNvSpPr>
          <p:nvPr/>
        </p:nvSpPr>
        <p:spPr>
          <a:xfrm xmlns:a="http://schemas.openxmlformats.org/drawingml/2006/main">
            <a:off x="6715125" y="1857375"/>
            <a:ext cx="4524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1">
                <a:solidFill>
                  <a:srgbClr val="09233B"/>
                </a:solidFill>
                <a:latin typeface="Bitstream Charter"/>
                <a:ea typeface="Bitstream Charter"/>
                <a:cs typeface="Bitstream Charter"/>
              </a:defRPr>
            </a:pPr>
            <a:r>
              <a:rPr sz="1950" b="1">
                <a:solidFill>
                  <a:srgbClr val="09233B"/>
                </a:solidFill>
                <a:latin typeface="Bitstream Charter"/>
                <a:ea typeface="Bitstream Charter"/>
                <a:cs typeface="Bitstream Charter"/>
              </a:rPr>
              <a:t>Databricks workspace</a:t>
            </a:r>
          </a:p>
        </p:txBody>
      </p:sp>
      <p:sp>
        <p:nvSpPr>
          <p:cNvPr id="12" name="">
            <a:extLst xmlns:a="http://schemas.openxmlformats.org/drawingml/2006/main">
              <a:ext uri="{FF2B5EF4-FFF2-40B4-BE49-F238E27FC236}">
                <a16:creationId xmlns:a16="http://schemas.microsoft.com/office/drawing/2014/main" id="{8B4C5104-3EFD-47B9-B012-D7403A3D1E3D}"/>
              </a:ext>
            </a:extLst>
          </p:cNvPr>
          <p:cNvSpPr>
            <a:spLocks xmlns:a="http://schemas.openxmlformats.org/drawingml/2006/main" noGrp="1"/>
          </p:cNvSpPr>
          <p:nvPr/>
        </p:nvSpPr>
        <p:spPr>
          <a:xfrm xmlns:a="http://schemas.openxmlformats.org/drawingml/2006/main">
            <a:off x="6715125" y="2428875"/>
            <a:ext cx="45243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7212B"/>
                </a:solidFill>
                <a:latin typeface="Bitstream Charter"/>
                <a:ea typeface="Bitstream Charter"/>
                <a:cs typeface="Bitstream Charter"/>
              </a:defRPr>
            </a:pPr>
            <a:r>
              <a:rPr sz="1425" b="0">
                <a:solidFill>
                  <a:srgbClr val="17212B"/>
                </a:solidFill>
                <a:latin typeface="Bitstream Charter"/>
                <a:ea typeface="Bitstream Charter"/>
                <a:cs typeface="Bitstream Charter"/>
              </a:rPr>
              <a:t>Create notebooks and queries</a:t>
            </a:r>
          </a:p>
          <a:p xmlns:a="http://schemas.openxmlformats.org/drawingml/2006/main">
            <a:pPr algn="l">
              <a:defRPr sz="1425" b="0">
                <a:solidFill>
                  <a:srgbClr val="17212B"/>
                </a:solidFill>
                <a:latin typeface="Bitstream Charter"/>
                <a:ea typeface="Bitstream Charter"/>
                <a:cs typeface="Bitstream Charter"/>
              </a:defRPr>
            </a:pPr>
            <a:r>
              <a:rPr sz="1425" b="0">
                <a:solidFill>
                  <a:srgbClr val="17212B"/>
                </a:solidFill>
                <a:latin typeface="Bitstream Charter"/>
                <a:ea typeface="Bitstream Charter"/>
                <a:cs typeface="Bitstream Charter"/>
              </a:rPr>
              <a:t>Process data and run SQL</a:t>
            </a:r>
          </a:p>
          <a:p xmlns:a="http://schemas.openxmlformats.org/drawingml/2006/main">
            <a:pPr algn="l">
              <a:defRPr sz="1425" b="0">
                <a:solidFill>
                  <a:srgbClr val="17212B"/>
                </a:solidFill>
                <a:latin typeface="Bitstream Charter"/>
                <a:ea typeface="Bitstream Charter"/>
                <a:cs typeface="Bitstream Charter"/>
              </a:defRPr>
            </a:pPr>
            <a:r>
              <a:rPr sz="1425" b="0">
                <a:solidFill>
                  <a:srgbClr val="17212B"/>
                </a:solidFill>
                <a:latin typeface="Bitstream Charter"/>
                <a:ea typeface="Bitstream Charter"/>
                <a:cs typeface="Bitstream Charter"/>
              </a:rPr>
              <a:t>Browse governed objects</a:t>
            </a:r>
          </a:p>
          <a:p xmlns:a="http://schemas.openxmlformats.org/drawingml/2006/main">
            <a:pPr algn="l">
              <a:defRPr sz="1425" b="0">
                <a:solidFill>
                  <a:srgbClr val="17212B"/>
                </a:solidFill>
                <a:latin typeface="Bitstream Charter"/>
                <a:ea typeface="Bitstream Charter"/>
                <a:cs typeface="Bitstream Charter"/>
              </a:defRPr>
            </a:pPr>
            <a:r>
              <a:rPr sz="1425" b="0">
                <a:solidFill>
                  <a:srgbClr val="17212B"/>
                </a:solidFill>
                <a:latin typeface="Bitstream Charter"/>
                <a:ea typeface="Bitstream Charter"/>
                <a:cs typeface="Bitstream Charter"/>
              </a:rPr>
              <a:t>Used by engineers and analysts</a:t>
            </a:r>
          </a:p>
        </p:txBody>
      </p:sp>
      <p:sp>
        <p:nvSpPr>
          <p:cNvPr id="13" name="">
            <a:extLst xmlns:a="http://schemas.openxmlformats.org/drawingml/2006/main">
              <a:ext uri="{FF2B5EF4-FFF2-40B4-BE49-F238E27FC236}">
                <a16:creationId xmlns:a16="http://schemas.microsoft.com/office/drawing/2014/main" id="{2B480156-6841-41C4-9555-AD7E9106C7B9}"/>
              </a:ext>
            </a:extLst>
          </p:cNvPr>
          <p:cNvSpPr>
            <a:spLocks xmlns:a="http://schemas.openxmlformats.org/drawingml/2006/main" noGrp="1"/>
          </p:cNvSpPr>
          <p:nvPr/>
        </p:nvSpPr>
        <p:spPr>
          <a:xfrm xmlns:a="http://schemas.openxmlformats.org/drawingml/2006/main">
            <a:off x="1571625" y="5191125"/>
            <a:ext cx="9048750" cy="647700"/>
          </a:xfrm>
          <a:prstGeom xmlns:a="http://schemas.openxmlformats.org/drawingml/2006/main" prst="roundRect">
            <a:avLst>
              <a:gd name="adj" fmla="val 11765"/>
            </a:avLst>
          </a:prstGeom>
          <a:solidFill xmlns:a="http://schemas.openxmlformats.org/drawingml/2006/main">
            <a:srgbClr val="09233B"/>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5937E82-6E1D-4683-B954-FCFDB6F93B8C}"/>
              </a:ext>
            </a:extLst>
          </p:cNvPr>
          <p:cNvSpPr>
            <a:spLocks xmlns:a="http://schemas.openxmlformats.org/drawingml/2006/main" noGrp="1"/>
          </p:cNvSpPr>
          <p:nvPr/>
        </p:nvSpPr>
        <p:spPr>
          <a:xfrm xmlns:a="http://schemas.openxmlformats.org/drawingml/2006/main">
            <a:off x="1809750" y="5286375"/>
            <a:ext cx="857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FFFFFF"/>
                </a:solidFill>
                <a:latin typeface="Bitstream Charter"/>
                <a:ea typeface="Bitstream Charter"/>
                <a:cs typeface="Bitstream Charter"/>
              </a:defRPr>
            </a:pPr>
            <a:r>
              <a:rPr sz="1575" b="1">
                <a:solidFill>
                  <a:srgbClr val="FFFFFF"/>
                </a:solidFill>
                <a:latin typeface="Bitstream Charter"/>
                <a:ea typeface="Bitstream Charter"/>
                <a:cs typeface="Bitstream Charter"/>
              </a:rPr>
              <a:t>Azure creates and manages the service; Databricks is where data work happens.</a:t>
            </a:r>
          </a:p>
        </p:txBody>
      </p:sp>
    </p:spTree>
    <p:extLst>
      <p:ext uri="{BB962C8B-B14F-4D97-AF65-F5344CB8AC3E}">
        <p14:creationId xmlns:p14="http://schemas.microsoft.com/office/powerpoint/2010/main" val="435843869"/>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449CCF0-8718-4E4C-B677-8A3535E9C60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437ECD5-AEA7-4383-8D7D-6232D27AFE7D}"/>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Important workspace areas</a:t>
            </a:r>
          </a:p>
        </p:txBody>
      </p:sp>
      <p:sp>
        <p:nvSpPr>
          <p:cNvPr id="3" name="">
            <a:extLst xmlns:a="http://schemas.openxmlformats.org/drawingml/2006/main">
              <a:ext uri="{FF2B5EF4-FFF2-40B4-BE49-F238E27FC236}">
                <a16:creationId xmlns:a16="http://schemas.microsoft.com/office/drawing/2014/main" id="{9383ACEF-87FC-4396-83B7-1C118EE0994B}"/>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Teach purpose rather than menu position</a:t>
            </a:r>
          </a:p>
        </p:txBody>
      </p:sp>
      <p:sp>
        <p:nvSpPr>
          <p:cNvPr id="4" name="">
            <a:extLst xmlns:a="http://schemas.openxmlformats.org/drawingml/2006/main">
              <a:ext uri="{FF2B5EF4-FFF2-40B4-BE49-F238E27FC236}">
                <a16:creationId xmlns:a16="http://schemas.microsoft.com/office/drawing/2014/main" id="{4882751C-29AF-46D5-8C69-509DA1DA79C7}"/>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21E72E3-41F9-44C5-8708-02E1646018FB}"/>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6A0A217D-AA9B-401F-B018-B7BEDB98058F}"/>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32</a:t>
            </a:r>
          </a:p>
        </p:txBody>
      </p:sp>
      <p:graphicFrame>
        <p:nvGraphicFramePr>
          <p:cNvPr id="16" name=""/>
          <p:cNvGraphicFramePr/>
          <p:nvPr/>
        </p:nvGraphicFramePr>
        <p:xfrm>
          <a:off xmlns:a="http://schemas.openxmlformats.org/drawingml/2006/main" x="666750" y="1666875"/>
          <a:ext xmlns:a="http://schemas.openxmlformats.org/drawingml/2006/main" cx="10858500" cy="3476625"/>
        </p:xfrm>
        <a:graphic xmlns:a="http://schemas.openxmlformats.org/drawingml/2006/main">
          <a:graphicData uri="http://schemas.openxmlformats.org/drawingml/2006/table">
            <a:tbl>
              <a:tblPr firstRow="1" bandRow="1"/>
              <a:tblGrid>
                <a:gridCol w="3429000"/>
                <a:gridCol w="7429500"/>
              </a:tblGrid>
              <a:tr h="579438">
                <a:tc>
                  <a:txBody>
                    <a:bodyPr/>
                    <a:lstStyle/>
                    <a:p>
                      <a:r>
                        <a:rPr sz="1125" b="1">
                          <a:solidFill>
                            <a:srgbClr val="FFFFFF"/>
                          </a:solidFill>
                          <a:latin typeface="Bitstream Charter"/>
                          <a:ea typeface="Bitstream Charter"/>
                          <a:cs typeface="Bitstream Charter"/>
                        </a:rPr>
                        <a:t>Area</a:t>
                      </a:r>
                    </a:p>
                  </a:txBody>
                  <a:tcPr marL="91440" marR="91440" marT="45720" marB="45720">
                    <a:solidFill>
                      <a:srgbClr val="09233B"/>
                    </a:solidFill>
                  </a:tcPr>
                </a:tc>
                <a:tc>
                  <a:txBody>
                    <a:bodyPr/>
                    <a:lstStyle/>
                    <a:p>
                      <a:r>
                        <a:rPr sz="1125" b="1">
                          <a:solidFill>
                            <a:srgbClr val="FFFFFF"/>
                          </a:solidFill>
                          <a:latin typeface="Bitstream Charter"/>
                          <a:ea typeface="Bitstream Charter"/>
                          <a:cs typeface="Bitstream Charter"/>
                        </a:rPr>
                        <a:t>What learners use it for</a:t>
                      </a:r>
                    </a:p>
                  </a:txBody>
                  <a:tcPr marL="91440" marR="91440" marT="45720" marB="45720">
                    <a:solidFill>
                      <a:srgbClr val="09233B"/>
                    </a:solidFill>
                  </a:tcPr>
                </a:tc>
              </a:tr>
              <a:tr h="579438">
                <a:tc>
                  <a:txBody>
                    <a:bodyPr/>
                    <a:lstStyle/>
                    <a:p>
                      <a:r>
                        <a:rPr sz="1050">
                          <a:solidFill>
                            <a:srgbClr val="17212B"/>
                          </a:solidFill>
                          <a:latin typeface="Bitstream Charter"/>
                          <a:ea typeface="Bitstream Charter"/>
                          <a:cs typeface="Bitstream Charter"/>
                        </a:rPr>
                        <a:t>Workspace</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Browse notebooks, files and folders</a:t>
                      </a:r>
                    </a:p>
                  </a:txBody>
                  <a:tcPr marL="91440" marR="91440" marT="45720" marB="45720">
                    <a:solidFill>
                      <a:srgbClr val="FFFFFF"/>
                    </a:solidFill>
                  </a:tcPr>
                </a:tc>
              </a:tr>
              <a:tr h="579438">
                <a:tc>
                  <a:txBody>
                    <a:bodyPr/>
                    <a:lstStyle/>
                    <a:p>
                      <a:r>
                        <a:rPr sz="1050">
                          <a:solidFill>
                            <a:srgbClr val="17212B"/>
                          </a:solidFill>
                          <a:latin typeface="Bitstream Charter"/>
                          <a:ea typeface="Bitstream Charter"/>
                          <a:cs typeface="Bitstream Charter"/>
                        </a:rPr>
                        <a:t>Catalog</a:t>
                      </a:r>
                    </a:p>
                  </a:txBody>
                  <a:tcPr marL="91440" marR="91440" marT="45720" marB="45720">
                    <a:solidFill>
                      <a:srgbClr val="F5F8FA"/>
                    </a:solidFill>
                  </a:tcPr>
                </a:tc>
                <a:tc>
                  <a:txBody>
                    <a:bodyPr/>
                    <a:lstStyle/>
                    <a:p>
                      <a:r>
                        <a:rPr sz="1050">
                          <a:solidFill>
                            <a:srgbClr val="17212B"/>
                          </a:solidFill>
                          <a:latin typeface="Bitstream Charter"/>
                          <a:ea typeface="Bitstream Charter"/>
                          <a:cs typeface="Bitstream Charter"/>
                        </a:rPr>
                        <a:t>Browse catalogs, schemas and tables</a:t>
                      </a:r>
                    </a:p>
                  </a:txBody>
                  <a:tcPr marL="91440" marR="91440" marT="45720" marB="45720">
                    <a:solidFill>
                      <a:srgbClr val="F5F8FA"/>
                    </a:solidFill>
                  </a:tcPr>
                </a:tc>
              </a:tr>
              <a:tr h="579438">
                <a:tc>
                  <a:txBody>
                    <a:bodyPr/>
                    <a:lstStyle/>
                    <a:p>
                      <a:r>
                        <a:rPr sz="1050">
                          <a:solidFill>
                            <a:srgbClr val="17212B"/>
                          </a:solidFill>
                          <a:latin typeface="Bitstream Charter"/>
                          <a:ea typeface="Bitstream Charter"/>
                          <a:cs typeface="Bitstream Charter"/>
                        </a:rPr>
                        <a:t>Compute</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Select approved serverless or classic compute</a:t>
                      </a:r>
                    </a:p>
                  </a:txBody>
                  <a:tcPr marL="91440" marR="91440" marT="45720" marB="45720">
                    <a:solidFill>
                      <a:srgbClr val="FFFFFF"/>
                    </a:solidFill>
                  </a:tcPr>
                </a:tc>
              </a:tr>
              <a:tr h="579438">
                <a:tc>
                  <a:txBody>
                    <a:bodyPr/>
                    <a:lstStyle/>
                    <a:p>
                      <a:r>
                        <a:rPr sz="1050">
                          <a:solidFill>
                            <a:srgbClr val="17212B"/>
                          </a:solidFill>
                          <a:latin typeface="Bitstream Charter"/>
                          <a:ea typeface="Bitstream Charter"/>
                          <a:cs typeface="Bitstream Charter"/>
                        </a:rPr>
                        <a:t>SQL</a:t>
                      </a:r>
                    </a:p>
                  </a:txBody>
                  <a:tcPr marL="91440" marR="91440" marT="45720" marB="45720">
                    <a:solidFill>
                      <a:srgbClr val="F5F8FA"/>
                    </a:solidFill>
                  </a:tcPr>
                </a:tc>
                <a:tc>
                  <a:txBody>
                    <a:bodyPr/>
                    <a:lstStyle/>
                    <a:p>
                      <a:r>
                        <a:rPr sz="1050">
                          <a:solidFill>
                            <a:srgbClr val="17212B"/>
                          </a:solidFill>
                          <a:latin typeface="Bitstream Charter"/>
                          <a:ea typeface="Bitstream Charter"/>
                          <a:cs typeface="Bitstream Charter"/>
                        </a:rPr>
                        <a:t>Use SQL editor, warehouses and dashboards</a:t>
                      </a:r>
                    </a:p>
                  </a:txBody>
                  <a:tcPr marL="91440" marR="91440" marT="45720" marB="45720">
                    <a:solidFill>
                      <a:srgbClr val="F5F8FA"/>
                    </a:solidFill>
                  </a:tcPr>
                </a:tc>
              </a:tr>
              <a:tr h="579438">
                <a:tc>
                  <a:txBody>
                    <a:bodyPr/>
                    <a:lstStyle/>
                    <a:p>
                      <a:r>
                        <a:rPr sz="1050">
                          <a:solidFill>
                            <a:srgbClr val="17212B"/>
                          </a:solidFill>
                          <a:latin typeface="Bitstream Charter"/>
                          <a:ea typeface="Bitstream Charter"/>
                          <a:cs typeface="Bitstream Charter"/>
                        </a:rPr>
                        <a:t>Jobs and Pipelines</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Build repeatable scheduled workflows</a:t>
                      </a:r>
                    </a:p>
                  </a:txBody>
                  <a:tcPr marL="91440" marR="91440" marT="45720" marB="4572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45471F70-DE79-484C-B278-824022823E57}"/>
              </a:ext>
            </a:extLst>
          </p:cNvPr>
          <p:cNvSpPr>
            <a:spLocks xmlns:a="http://schemas.openxmlformats.org/drawingml/2006/main" noGrp="1"/>
          </p:cNvSpPr>
          <p:nvPr/>
        </p:nvSpPr>
        <p:spPr>
          <a:xfrm xmlns:a="http://schemas.openxmlformats.org/drawingml/2006/main">
            <a:off x="1476375" y="5429250"/>
            <a:ext cx="9239250" cy="523875"/>
          </a:xfrm>
          <a:prstGeom xmlns:a="http://schemas.openxmlformats.org/drawingml/2006/main" prst="roundRect">
            <a:avLst>
              <a:gd name="adj" fmla="val 14545"/>
            </a:avLst>
          </a:prstGeom>
          <a:solidFill xmlns:a="http://schemas.openxmlformats.org/drawingml/2006/main">
            <a:srgbClr val="EAF4FB"/>
          </a:solidFill>
          <a:ln xmlns:a="http://schemas.openxmlformats.org/drawingml/2006/main" w="9525">
            <a:solidFill>
              <a:srgbClr val="D5DEE6"/>
            </a:solidFill>
          </a:ln>
        </p:spPr>
      </p:sp>
      <p:sp>
        <p:nvSpPr>
          <p:cNvPr id="9" name="">
            <a:extLst xmlns:a="http://schemas.openxmlformats.org/drawingml/2006/main">
              <a:ext uri="{FF2B5EF4-FFF2-40B4-BE49-F238E27FC236}">
                <a16:creationId xmlns:a16="http://schemas.microsoft.com/office/drawing/2014/main" id="{F96534F4-7921-4D0C-B5A0-4462472869AE}"/>
              </a:ext>
            </a:extLst>
          </p:cNvPr>
          <p:cNvSpPr>
            <a:spLocks xmlns:a="http://schemas.openxmlformats.org/drawingml/2006/main" noGrp="1"/>
          </p:cNvSpPr>
          <p:nvPr/>
        </p:nvSpPr>
        <p:spPr>
          <a:xfrm xmlns:a="http://schemas.openxmlformats.org/drawingml/2006/main">
            <a:off x="1666875" y="5505450"/>
            <a:ext cx="885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09233B"/>
                </a:solidFill>
                <a:latin typeface="Bitstream Charter"/>
                <a:ea typeface="Bitstream Charter"/>
                <a:cs typeface="Bitstream Charter"/>
              </a:defRPr>
            </a:pPr>
            <a:r>
              <a:rPr sz="1350" b="1">
                <a:solidFill>
                  <a:srgbClr val="09233B"/>
                </a:solidFill>
                <a:latin typeface="Bitstream Charter"/>
                <a:ea typeface="Bitstream Charter"/>
                <a:cs typeface="Bitstream Charter"/>
              </a:rPr>
              <a:t>Menu order can change; the purpose of each area remains the anchor.</a:t>
            </a:r>
          </a:p>
        </p:txBody>
      </p:sp>
    </p:spTree>
    <p:extLst>
      <p:ext uri="{BB962C8B-B14F-4D97-AF65-F5344CB8AC3E}">
        <p14:creationId xmlns:p14="http://schemas.microsoft.com/office/powerpoint/2010/main" val="1775153988"/>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FBF8F81-914F-474B-AC30-6DA238D0A11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788AA39-D65D-4D50-8A34-2F0F7C766F38}"/>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The office analogy</a:t>
            </a:r>
          </a:p>
        </p:txBody>
      </p:sp>
      <p:sp>
        <p:nvSpPr>
          <p:cNvPr id="3" name="">
            <a:extLst xmlns:a="http://schemas.openxmlformats.org/drawingml/2006/main">
              <a:ext uri="{FF2B5EF4-FFF2-40B4-BE49-F238E27FC236}">
                <a16:creationId xmlns:a16="http://schemas.microsoft.com/office/drawing/2014/main" id="{2D1A0B95-DA7F-44C3-B55C-CC0D0F34AE83}"/>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A memory aid for new learners</a:t>
            </a:r>
          </a:p>
        </p:txBody>
      </p:sp>
      <p:sp>
        <p:nvSpPr>
          <p:cNvPr id="4" name="">
            <a:extLst xmlns:a="http://schemas.openxmlformats.org/drawingml/2006/main">
              <a:ext uri="{FF2B5EF4-FFF2-40B4-BE49-F238E27FC236}">
                <a16:creationId xmlns:a16="http://schemas.microsoft.com/office/drawing/2014/main" id="{6A11D278-2698-464B-8196-BF2181413BB1}"/>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36A2357-4D04-4B74-B4CB-545EFDE921EA}"/>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DA64F56F-F811-4188-9265-64038DCF8E57}"/>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33</a:t>
            </a:r>
          </a:p>
        </p:txBody>
      </p:sp>
      <p:sp>
        <p:nvSpPr>
          <p:cNvPr id="7" name="">
            <a:extLst xmlns:a="http://schemas.openxmlformats.org/drawingml/2006/main">
              <a:ext uri="{FF2B5EF4-FFF2-40B4-BE49-F238E27FC236}">
                <a16:creationId xmlns:a16="http://schemas.microsoft.com/office/drawing/2014/main" id="{862F8EBE-441C-4C84-883E-795F813B2533}"/>
              </a:ext>
            </a:extLst>
          </p:cNvPr>
          <p:cNvSpPr>
            <a:spLocks xmlns:a="http://schemas.openxmlformats.org/drawingml/2006/main" noGrp="1"/>
          </p:cNvSpPr>
          <p:nvPr/>
        </p:nvSpPr>
        <p:spPr>
          <a:xfrm xmlns:a="http://schemas.openxmlformats.org/drawingml/2006/main">
            <a:off x="704850" y="1581150"/>
            <a:ext cx="1428750" cy="304800"/>
          </a:xfrm>
          <a:prstGeom xmlns:a="http://schemas.openxmlformats.org/drawingml/2006/main" prst="roundRect">
            <a:avLst>
              <a:gd name="adj" fmla="val 25000"/>
            </a:avLst>
          </a:prstGeom>
          <a:solidFill xmlns:a="http://schemas.openxmlformats.org/drawingml/2006/main">
            <a:srgbClr val="2E74B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8BB46E8-04DA-4E07-8F59-C9BF4DB7A9AC}"/>
              </a:ext>
            </a:extLst>
          </p:cNvPr>
          <p:cNvSpPr>
            <a:spLocks xmlns:a="http://schemas.openxmlformats.org/drawingml/2006/main" noGrp="1"/>
          </p:cNvSpPr>
          <p:nvPr/>
        </p:nvSpPr>
        <p:spPr>
          <a:xfrm xmlns:a="http://schemas.openxmlformats.org/drawingml/2006/main">
            <a:off x="781050" y="1600200"/>
            <a:ext cx="1276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SIMPLE IDEA</a:t>
            </a:r>
          </a:p>
        </p:txBody>
      </p:sp>
      <p:sp>
        <p:nvSpPr>
          <p:cNvPr id="9" name="">
            <a:extLst xmlns:a="http://schemas.openxmlformats.org/drawingml/2006/main">
              <a:ext uri="{FF2B5EF4-FFF2-40B4-BE49-F238E27FC236}">
                <a16:creationId xmlns:a16="http://schemas.microsoft.com/office/drawing/2014/main" id="{A0846C9F-2F77-46D5-9584-E3D4EDAD9AB2}"/>
              </a:ext>
            </a:extLst>
          </p:cNvPr>
          <p:cNvSpPr>
            <a:spLocks xmlns:a="http://schemas.openxmlformats.org/drawingml/2006/main" noGrp="1"/>
          </p:cNvSpPr>
          <p:nvPr/>
        </p:nvSpPr>
        <p:spPr>
          <a:xfrm xmlns:a="http://schemas.openxmlformats.org/drawingml/2006/main">
            <a:off x="704850" y="1952625"/>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09233B"/>
                </a:solidFill>
                <a:latin typeface="Bitstream Charter"/>
                <a:ea typeface="Bitstream Charter"/>
                <a:cs typeface="Bitstream Charter"/>
              </a:defRPr>
            </a:pPr>
            <a:r>
              <a:rPr sz="2175" b="1">
                <a:solidFill>
                  <a:srgbClr val="09233B"/>
                </a:solidFill>
                <a:latin typeface="Bitstream Charter"/>
                <a:ea typeface="Bitstream Charter"/>
                <a:cs typeface="Bitstream Charter"/>
              </a:rPr>
              <a:t>Use the analogy to separate organization from execution.</a:t>
            </a:r>
          </a:p>
        </p:txBody>
      </p:sp>
      <p:sp>
        <p:nvSpPr>
          <p:cNvPr id="10" name="">
            <a:extLst xmlns:a="http://schemas.openxmlformats.org/drawingml/2006/main">
              <a:ext uri="{FF2B5EF4-FFF2-40B4-BE49-F238E27FC236}">
                <a16:creationId xmlns:a16="http://schemas.microsoft.com/office/drawing/2014/main" id="{C35732E9-282C-416B-AEF5-6CD1467E8AE9}"/>
              </a:ext>
            </a:extLst>
          </p:cNvPr>
          <p:cNvSpPr>
            <a:spLocks xmlns:a="http://schemas.openxmlformats.org/drawingml/2006/main" noGrp="1"/>
          </p:cNvSpPr>
          <p:nvPr/>
        </p:nvSpPr>
        <p:spPr>
          <a:xfrm xmlns:a="http://schemas.openxmlformats.org/drawingml/2006/main">
            <a:off x="800100" y="3267075"/>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9D52A4F-E15E-45B3-B7EA-3192E41188F1}"/>
              </a:ext>
            </a:extLst>
          </p:cNvPr>
          <p:cNvSpPr>
            <a:spLocks xmlns:a="http://schemas.openxmlformats.org/drawingml/2006/main" noGrp="1"/>
          </p:cNvSpPr>
          <p:nvPr/>
        </p:nvSpPr>
        <p:spPr>
          <a:xfrm xmlns:a="http://schemas.openxmlformats.org/drawingml/2006/main">
            <a:off x="1095375" y="31908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Workspace = office building.</a:t>
            </a:r>
          </a:p>
        </p:txBody>
      </p:sp>
      <p:sp>
        <p:nvSpPr>
          <p:cNvPr id="12" name="">
            <a:extLst xmlns:a="http://schemas.openxmlformats.org/drawingml/2006/main">
              <a:ext uri="{FF2B5EF4-FFF2-40B4-BE49-F238E27FC236}">
                <a16:creationId xmlns:a16="http://schemas.microsoft.com/office/drawing/2014/main" id="{C075606B-B6F5-449E-8899-20AAFCC06EB0}"/>
              </a:ext>
            </a:extLst>
          </p:cNvPr>
          <p:cNvSpPr>
            <a:spLocks xmlns:a="http://schemas.openxmlformats.org/drawingml/2006/main" noGrp="1"/>
          </p:cNvSpPr>
          <p:nvPr/>
        </p:nvSpPr>
        <p:spPr>
          <a:xfrm xmlns:a="http://schemas.openxmlformats.org/drawingml/2006/main">
            <a:off x="800100" y="3848100"/>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D682004-C4BA-4B5E-89D8-F0660F859F55}"/>
              </a:ext>
            </a:extLst>
          </p:cNvPr>
          <p:cNvSpPr>
            <a:spLocks xmlns:a="http://schemas.openxmlformats.org/drawingml/2006/main" noGrp="1"/>
          </p:cNvSpPr>
          <p:nvPr/>
        </p:nvSpPr>
        <p:spPr>
          <a:xfrm xmlns:a="http://schemas.openxmlformats.org/drawingml/2006/main">
            <a:off x="1095375" y="37719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Notebook = employee working document.</a:t>
            </a:r>
          </a:p>
        </p:txBody>
      </p:sp>
      <p:sp>
        <p:nvSpPr>
          <p:cNvPr id="14" name="">
            <a:extLst xmlns:a="http://schemas.openxmlformats.org/drawingml/2006/main">
              <a:ext uri="{FF2B5EF4-FFF2-40B4-BE49-F238E27FC236}">
                <a16:creationId xmlns:a16="http://schemas.microsoft.com/office/drawing/2014/main" id="{298D74A2-D522-4338-A0C7-99054B04C0A5}"/>
              </a:ext>
            </a:extLst>
          </p:cNvPr>
          <p:cNvSpPr>
            <a:spLocks xmlns:a="http://schemas.openxmlformats.org/drawingml/2006/main" noGrp="1"/>
          </p:cNvSpPr>
          <p:nvPr/>
        </p:nvSpPr>
        <p:spPr>
          <a:xfrm xmlns:a="http://schemas.openxmlformats.org/drawingml/2006/main">
            <a:off x="800100" y="4429125"/>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EA12C08-0886-4D25-9E72-3BF6FF719F63}"/>
              </a:ext>
            </a:extLst>
          </p:cNvPr>
          <p:cNvSpPr>
            <a:spLocks xmlns:a="http://schemas.openxmlformats.org/drawingml/2006/main" noGrp="1"/>
          </p:cNvSpPr>
          <p:nvPr/>
        </p:nvSpPr>
        <p:spPr>
          <a:xfrm xmlns:a="http://schemas.openxmlformats.org/drawingml/2006/main">
            <a:off x="1095375" y="43529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Compute = computer or processing machine.</a:t>
            </a:r>
          </a:p>
        </p:txBody>
      </p:sp>
      <p:sp>
        <p:nvSpPr>
          <p:cNvPr id="16" name="">
            <a:extLst xmlns:a="http://schemas.openxmlformats.org/drawingml/2006/main">
              <a:ext uri="{FF2B5EF4-FFF2-40B4-BE49-F238E27FC236}">
                <a16:creationId xmlns:a16="http://schemas.microsoft.com/office/drawing/2014/main" id="{A2B9E7D4-61C1-4557-AE46-E3765CA214E9}"/>
              </a:ext>
            </a:extLst>
          </p:cNvPr>
          <p:cNvSpPr>
            <a:spLocks xmlns:a="http://schemas.openxmlformats.org/drawingml/2006/main" noGrp="1"/>
          </p:cNvSpPr>
          <p:nvPr/>
        </p:nvSpPr>
        <p:spPr>
          <a:xfrm xmlns:a="http://schemas.openxmlformats.org/drawingml/2006/main">
            <a:off x="800100" y="5010150"/>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7AAB75D-9ED3-4AB9-8208-67C5DD002B17}"/>
              </a:ext>
            </a:extLst>
          </p:cNvPr>
          <p:cNvSpPr>
            <a:spLocks xmlns:a="http://schemas.openxmlformats.org/drawingml/2006/main" noGrp="1"/>
          </p:cNvSpPr>
          <p:nvPr/>
        </p:nvSpPr>
        <p:spPr>
          <a:xfrm xmlns:a="http://schemas.openxmlformats.org/drawingml/2006/main">
            <a:off x="1095375" y="49339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Unity Catalog = security and records department.</a:t>
            </a:r>
          </a:p>
        </p:txBody>
      </p:sp>
      <p:sp>
        <p:nvSpPr>
          <p:cNvPr id="18" name="">
            <a:extLst xmlns:a="http://schemas.openxmlformats.org/drawingml/2006/main">
              <a:ext uri="{FF2B5EF4-FFF2-40B4-BE49-F238E27FC236}">
                <a16:creationId xmlns:a16="http://schemas.microsoft.com/office/drawing/2014/main" id="{2AF5C57E-0771-44A2-83BD-E37E04B2C20B}"/>
              </a:ext>
            </a:extLst>
          </p:cNvPr>
          <p:cNvSpPr>
            <a:spLocks xmlns:a="http://schemas.openxmlformats.org/drawingml/2006/main" noGrp="1"/>
          </p:cNvSpPr>
          <p:nvPr/>
        </p:nvSpPr>
        <p:spPr>
          <a:xfrm xmlns:a="http://schemas.openxmlformats.org/drawingml/2006/main">
            <a:off x="7667625" y="1714500"/>
            <a:ext cx="3714750" cy="3238500"/>
          </a:xfrm>
          <a:prstGeom xmlns:a="http://schemas.openxmlformats.org/drawingml/2006/main" prst="roundRect">
            <a:avLst>
              <a:gd name="adj" fmla="val 2353"/>
            </a:avLst>
          </a:prstGeom>
          <a:solidFill xmlns:a="http://schemas.openxmlformats.org/drawingml/2006/main">
            <a:srgbClr val="F5F8FA"/>
          </a:solidFill>
          <a:ln xmlns:a="http://schemas.openxmlformats.org/drawingml/2006/main" w="9525">
            <a:solidFill>
              <a:srgbClr val="D5DEE6"/>
            </a:solidFill>
          </a:ln>
        </p:spPr>
      </p:sp>
      <p:sp>
        <p:nvSpPr>
          <p:cNvPr id="19" name="">
            <a:extLst xmlns:a="http://schemas.openxmlformats.org/drawingml/2006/main">
              <a:ext uri="{FF2B5EF4-FFF2-40B4-BE49-F238E27FC236}">
                <a16:creationId xmlns:a16="http://schemas.microsoft.com/office/drawing/2014/main" id="{F9DC8031-E200-46F9-9932-B0A001E34057}"/>
              </a:ext>
            </a:extLst>
          </p:cNvPr>
          <p:cNvSpPr>
            <a:spLocks xmlns:a="http://schemas.openxmlformats.org/drawingml/2006/main" noGrp="1"/>
          </p:cNvSpPr>
          <p:nvPr/>
        </p:nvSpPr>
        <p:spPr>
          <a:xfrm xmlns:a="http://schemas.openxmlformats.org/drawingml/2006/main">
            <a:off x="7667625" y="1714500"/>
            <a:ext cx="85725" cy="3238500"/>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7285BBF-156E-4132-A4FB-31F68A591735}"/>
              </a:ext>
            </a:extLst>
          </p:cNvPr>
          <p:cNvSpPr>
            <a:spLocks xmlns:a="http://schemas.openxmlformats.org/drawingml/2006/main" noGrp="1"/>
          </p:cNvSpPr>
          <p:nvPr/>
        </p:nvSpPr>
        <p:spPr>
          <a:xfrm xmlns:a="http://schemas.openxmlformats.org/drawingml/2006/main">
            <a:off x="7905750" y="1847850"/>
            <a:ext cx="328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Example</a:t>
            </a:r>
          </a:p>
        </p:txBody>
      </p:sp>
      <p:sp>
        <p:nvSpPr>
          <p:cNvPr id="21" name="">
            <a:extLst xmlns:a="http://schemas.openxmlformats.org/drawingml/2006/main">
              <a:ext uri="{FF2B5EF4-FFF2-40B4-BE49-F238E27FC236}">
                <a16:creationId xmlns:a16="http://schemas.microsoft.com/office/drawing/2014/main" id="{776A3C5F-C78B-4D81-9CF6-0F1D61FD75AA}"/>
              </a:ext>
            </a:extLst>
          </p:cNvPr>
          <p:cNvSpPr>
            <a:spLocks xmlns:a="http://schemas.openxmlformats.org/drawingml/2006/main" noGrp="1"/>
          </p:cNvSpPr>
          <p:nvPr/>
        </p:nvSpPr>
        <p:spPr>
          <a:xfrm xmlns:a="http://schemas.openxmlformats.org/drawingml/2006/main">
            <a:off x="7905750" y="2219325"/>
            <a:ext cx="3286125" cy="2609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A notebook can contain instructions, but without compute those instructions cannot process Spark data.</a:t>
            </a:r>
          </a:p>
        </p:txBody>
      </p:sp>
      <p:sp>
        <p:nvSpPr>
          <p:cNvPr id="22" name="">
            <a:extLst xmlns:a="http://schemas.openxmlformats.org/drawingml/2006/main">
              <a:ext uri="{FF2B5EF4-FFF2-40B4-BE49-F238E27FC236}">
                <a16:creationId xmlns:a16="http://schemas.microsoft.com/office/drawing/2014/main" id="{5123B3FC-E0BF-467F-ABE5-1413F4076E35}"/>
              </a:ext>
            </a:extLst>
          </p:cNvPr>
          <p:cNvSpPr>
            <a:spLocks xmlns:a="http://schemas.openxmlformats.org/drawingml/2006/main" noGrp="1"/>
          </p:cNvSpPr>
          <p:nvPr/>
        </p:nvSpPr>
        <p:spPr>
          <a:xfrm xmlns:a="http://schemas.openxmlformats.org/drawingml/2006/main">
            <a:off x="7810500" y="5238750"/>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5D6A76"/>
                </a:solidFill>
                <a:latin typeface="Bitstream Charter"/>
                <a:ea typeface="Bitstream Charter"/>
                <a:cs typeface="Bitstream Charter"/>
              </a:defRPr>
            </a:pPr>
            <a:r>
              <a:rPr sz="1200" b="1">
                <a:solidFill>
                  <a:srgbClr val="5D6A76"/>
                </a:solidFill>
                <a:latin typeface="Bitstream Charter"/>
                <a:ea typeface="Bitstream Charter"/>
                <a:cs typeface="Bitstream Charter"/>
              </a:rPr>
              <a:t>Ask learners to explain this in their own words.</a:t>
            </a:r>
          </a:p>
        </p:txBody>
      </p:sp>
    </p:spTree>
    <p:extLst>
      <p:ext uri="{BB962C8B-B14F-4D97-AF65-F5344CB8AC3E}">
        <p14:creationId xmlns:p14="http://schemas.microsoft.com/office/powerpoint/2010/main" val="85894720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AEACA50-B420-4604-BBC8-57714314A16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D205102-18BF-4F6E-A726-F18CB53A0034}"/>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Recent workspace interface</a:t>
            </a:r>
          </a:p>
        </p:txBody>
      </p:sp>
      <p:sp>
        <p:nvSpPr>
          <p:cNvPr id="3" name="">
            <a:extLst xmlns:a="http://schemas.openxmlformats.org/drawingml/2006/main">
              <a:ext uri="{FF2B5EF4-FFF2-40B4-BE49-F238E27FC236}">
                <a16:creationId xmlns:a16="http://schemas.microsoft.com/office/drawing/2014/main" id="{58B4A716-B279-41B6-B126-011BB23D4423}"/>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Start a notebook from the New menu</a:t>
            </a:r>
          </a:p>
        </p:txBody>
      </p:sp>
      <p:sp>
        <p:nvSpPr>
          <p:cNvPr id="4" name="">
            <a:extLst xmlns:a="http://schemas.openxmlformats.org/drawingml/2006/main">
              <a:ext uri="{FF2B5EF4-FFF2-40B4-BE49-F238E27FC236}">
                <a16:creationId xmlns:a16="http://schemas.microsoft.com/office/drawing/2014/main" id="{5D30C86E-1688-4456-8A7D-56ACCB5E9C0B}"/>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D10E99C-912A-4ADA-A900-89A4BD540EA7}"/>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3D113632-4759-48D2-9D58-402C4B9C52C3}"/>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34</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a50c48ccc56e4099"/>
          <a:stretch xmlns:a="http://schemas.openxmlformats.org/drawingml/2006/main"/>
        </p:blipFill>
        <p:spPr>
          <a:xfrm xmlns:a="http://schemas.openxmlformats.org/drawingml/2006/main">
            <a:off x="666750" y="2383024"/>
            <a:ext cx="6858000" cy="2187201"/>
          </a:xfrm>
          <a:prstGeom xmlns:a="http://schemas.openxmlformats.org/drawingml/2006/main" prst="roundRect">
            <a:avLst>
              <a:gd name="adj" fmla="val 3077"/>
            </a:avLst>
          </a:prstGeom>
        </p:spPr>
      </p:pic>
      <p:sp>
        <p:nvSpPr>
          <p:cNvPr id="8" name="">
            <a:extLst xmlns:a="http://schemas.openxmlformats.org/drawingml/2006/main">
              <a:ext uri="{FF2B5EF4-FFF2-40B4-BE49-F238E27FC236}">
                <a16:creationId xmlns:a16="http://schemas.microsoft.com/office/drawing/2014/main" id="{3ABB92E3-B95A-4A67-AE9C-0CDB35A61C8D}"/>
              </a:ext>
            </a:extLst>
          </p:cNvPr>
          <p:cNvSpPr>
            <a:spLocks xmlns:a="http://schemas.openxmlformats.org/drawingml/2006/main" noGrp="1"/>
          </p:cNvSpPr>
          <p:nvPr/>
        </p:nvSpPr>
        <p:spPr>
          <a:xfrm xmlns:a="http://schemas.openxmlformats.org/drawingml/2006/main">
            <a:off x="809625" y="5381625"/>
            <a:ext cx="657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0">
                <a:solidFill>
                  <a:srgbClr val="5D6A76"/>
                </a:solidFill>
                <a:latin typeface="Bitstream Charter"/>
                <a:ea typeface="Bitstream Charter"/>
                <a:cs typeface="Bitstream Charter"/>
              </a:defRPr>
            </a:pPr>
            <a:r>
              <a:rPr sz="1050" b="0">
                <a:solidFill>
                  <a:srgbClr val="5D6A76"/>
                </a:solidFill>
                <a:latin typeface="Bitstream Charter"/>
                <a:ea typeface="Bitstream Charter"/>
                <a:cs typeface="Bitstream Charter"/>
              </a:rPr>
              <a:t>Recent Databricks New menu with Notebook selected.</a:t>
            </a:r>
          </a:p>
        </p:txBody>
      </p:sp>
      <p:sp>
        <p:nvSpPr>
          <p:cNvPr id="9" name="">
            <a:extLst xmlns:a="http://schemas.openxmlformats.org/drawingml/2006/main">
              <a:ext uri="{FF2B5EF4-FFF2-40B4-BE49-F238E27FC236}">
                <a16:creationId xmlns:a16="http://schemas.microsoft.com/office/drawing/2014/main" id="{0CF7CB55-4682-41CF-B181-9D845CCBDEB9}"/>
              </a:ext>
            </a:extLst>
          </p:cNvPr>
          <p:cNvSpPr>
            <a:spLocks xmlns:a="http://schemas.openxmlformats.org/drawingml/2006/main" noGrp="1"/>
          </p:cNvSpPr>
          <p:nvPr/>
        </p:nvSpPr>
        <p:spPr>
          <a:xfrm xmlns:a="http://schemas.openxmlformats.org/drawingml/2006/main">
            <a:off x="7953375" y="1762125"/>
            <a:ext cx="3238500" cy="876300"/>
          </a:xfrm>
          <a:prstGeom xmlns:a="http://schemas.openxmlformats.org/drawingml/2006/main" prst="roundRect">
            <a:avLst>
              <a:gd name="adj" fmla="val 8696"/>
            </a:avLst>
          </a:prstGeom>
          <a:solidFill xmlns:a="http://schemas.openxmlformats.org/drawingml/2006/main">
            <a:srgbClr val="F5F8FA"/>
          </a:solidFill>
          <a:ln xmlns:a="http://schemas.openxmlformats.org/drawingml/2006/main" w="9525">
            <a:solidFill>
              <a:srgbClr val="D5DEE6"/>
            </a:solidFill>
          </a:ln>
        </p:spPr>
      </p:sp>
      <p:sp>
        <p:nvSpPr>
          <p:cNvPr id="10" name="">
            <a:extLst xmlns:a="http://schemas.openxmlformats.org/drawingml/2006/main">
              <a:ext uri="{FF2B5EF4-FFF2-40B4-BE49-F238E27FC236}">
                <a16:creationId xmlns:a16="http://schemas.microsoft.com/office/drawing/2014/main" id="{FF90A563-BEFE-45E2-AE14-641E40A3B975}"/>
              </a:ext>
            </a:extLst>
          </p:cNvPr>
          <p:cNvSpPr>
            <a:spLocks xmlns:a="http://schemas.openxmlformats.org/drawingml/2006/main" noGrp="1"/>
          </p:cNvSpPr>
          <p:nvPr/>
        </p:nvSpPr>
        <p:spPr>
          <a:xfrm xmlns:a="http://schemas.openxmlformats.org/drawingml/2006/main">
            <a:off x="8143875" y="1952625"/>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2E74B5"/>
                </a:solidFill>
                <a:latin typeface="Bitstream Charter"/>
                <a:ea typeface="Bitstream Charter"/>
                <a:cs typeface="Bitstream Charter"/>
              </a:defRPr>
            </a:pPr>
            <a:r>
              <a:rPr sz="1875" b="1">
                <a:solidFill>
                  <a:srgbClr val="2E74B5"/>
                </a:solidFill>
                <a:latin typeface="Bitstream Charter"/>
                <a:ea typeface="Bitstream Charter"/>
                <a:cs typeface="Bitstream Charter"/>
              </a:rPr>
              <a:t>1</a:t>
            </a:r>
          </a:p>
        </p:txBody>
      </p:sp>
      <p:sp>
        <p:nvSpPr>
          <p:cNvPr id="11" name="">
            <a:extLst xmlns:a="http://schemas.openxmlformats.org/drawingml/2006/main">
              <a:ext uri="{FF2B5EF4-FFF2-40B4-BE49-F238E27FC236}">
                <a16:creationId xmlns:a16="http://schemas.microsoft.com/office/drawing/2014/main" id="{592B4765-80F1-454B-AB80-27B5276C8088}"/>
              </a:ext>
            </a:extLst>
          </p:cNvPr>
          <p:cNvSpPr>
            <a:spLocks xmlns:a="http://schemas.openxmlformats.org/drawingml/2006/main" noGrp="1"/>
          </p:cNvSpPr>
          <p:nvPr/>
        </p:nvSpPr>
        <p:spPr>
          <a:xfrm xmlns:a="http://schemas.openxmlformats.org/drawingml/2006/main">
            <a:off x="8667750" y="1885950"/>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Use + New.</a:t>
            </a:r>
          </a:p>
        </p:txBody>
      </p:sp>
      <p:sp>
        <p:nvSpPr>
          <p:cNvPr id="12" name="">
            <a:extLst xmlns:a="http://schemas.openxmlformats.org/drawingml/2006/main">
              <a:ext uri="{FF2B5EF4-FFF2-40B4-BE49-F238E27FC236}">
                <a16:creationId xmlns:a16="http://schemas.microsoft.com/office/drawing/2014/main" id="{B5F62951-AA50-4069-84E1-D01AED46200F}"/>
              </a:ext>
            </a:extLst>
          </p:cNvPr>
          <p:cNvSpPr>
            <a:spLocks xmlns:a="http://schemas.openxmlformats.org/drawingml/2006/main" noGrp="1"/>
          </p:cNvSpPr>
          <p:nvPr/>
        </p:nvSpPr>
        <p:spPr>
          <a:xfrm xmlns:a="http://schemas.openxmlformats.org/drawingml/2006/main">
            <a:off x="7953375" y="2828925"/>
            <a:ext cx="3238500" cy="876300"/>
          </a:xfrm>
          <a:prstGeom xmlns:a="http://schemas.openxmlformats.org/drawingml/2006/main" prst="roundRect">
            <a:avLst>
              <a:gd name="adj" fmla="val 8696"/>
            </a:avLst>
          </a:prstGeom>
          <a:solidFill xmlns:a="http://schemas.openxmlformats.org/drawingml/2006/main">
            <a:srgbClr val="F5F8FA"/>
          </a:solidFill>
          <a:ln xmlns:a="http://schemas.openxmlformats.org/drawingml/2006/main" w="9525">
            <a:solidFill>
              <a:srgbClr val="D5DEE6"/>
            </a:solidFill>
          </a:ln>
        </p:spPr>
      </p:sp>
      <p:sp>
        <p:nvSpPr>
          <p:cNvPr id="13" name="">
            <a:extLst xmlns:a="http://schemas.openxmlformats.org/drawingml/2006/main">
              <a:ext uri="{FF2B5EF4-FFF2-40B4-BE49-F238E27FC236}">
                <a16:creationId xmlns:a16="http://schemas.microsoft.com/office/drawing/2014/main" id="{660B1A18-AEFE-451E-ABB0-1A971C5CEBC2}"/>
              </a:ext>
            </a:extLst>
          </p:cNvPr>
          <p:cNvSpPr>
            <a:spLocks xmlns:a="http://schemas.openxmlformats.org/drawingml/2006/main" noGrp="1"/>
          </p:cNvSpPr>
          <p:nvPr/>
        </p:nvSpPr>
        <p:spPr>
          <a:xfrm xmlns:a="http://schemas.openxmlformats.org/drawingml/2006/main">
            <a:off x="8143875" y="3019425"/>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2E74B5"/>
                </a:solidFill>
                <a:latin typeface="Bitstream Charter"/>
                <a:ea typeface="Bitstream Charter"/>
                <a:cs typeface="Bitstream Charter"/>
              </a:defRPr>
            </a:pPr>
            <a:r>
              <a:rPr sz="1875" b="1">
                <a:solidFill>
                  <a:srgbClr val="2E74B5"/>
                </a:solidFill>
                <a:latin typeface="Bitstream Charter"/>
                <a:ea typeface="Bitstream Charter"/>
                <a:cs typeface="Bitstream Charter"/>
              </a:rPr>
              <a:t>2</a:t>
            </a:r>
          </a:p>
        </p:txBody>
      </p:sp>
      <p:sp>
        <p:nvSpPr>
          <p:cNvPr id="14" name="">
            <a:extLst xmlns:a="http://schemas.openxmlformats.org/drawingml/2006/main">
              <a:ext uri="{FF2B5EF4-FFF2-40B4-BE49-F238E27FC236}">
                <a16:creationId xmlns:a16="http://schemas.microsoft.com/office/drawing/2014/main" id="{119DB089-0268-4290-A675-3608161EEA8D}"/>
              </a:ext>
            </a:extLst>
          </p:cNvPr>
          <p:cNvSpPr>
            <a:spLocks xmlns:a="http://schemas.openxmlformats.org/drawingml/2006/main" noGrp="1"/>
          </p:cNvSpPr>
          <p:nvPr/>
        </p:nvSpPr>
        <p:spPr>
          <a:xfrm xmlns:a="http://schemas.openxmlformats.org/drawingml/2006/main">
            <a:off x="8667750" y="2952750"/>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Select Notebook.</a:t>
            </a:r>
          </a:p>
        </p:txBody>
      </p:sp>
      <p:sp>
        <p:nvSpPr>
          <p:cNvPr id="15" name="">
            <a:extLst xmlns:a="http://schemas.openxmlformats.org/drawingml/2006/main">
              <a:ext uri="{FF2B5EF4-FFF2-40B4-BE49-F238E27FC236}">
                <a16:creationId xmlns:a16="http://schemas.microsoft.com/office/drawing/2014/main" id="{E4D4D135-1A2D-4E35-8203-B84FE7084913}"/>
              </a:ext>
            </a:extLst>
          </p:cNvPr>
          <p:cNvSpPr>
            <a:spLocks xmlns:a="http://schemas.openxmlformats.org/drawingml/2006/main" noGrp="1"/>
          </p:cNvSpPr>
          <p:nvPr/>
        </p:nvSpPr>
        <p:spPr>
          <a:xfrm xmlns:a="http://schemas.openxmlformats.org/drawingml/2006/main">
            <a:off x="7953375" y="3895725"/>
            <a:ext cx="3238500" cy="876300"/>
          </a:xfrm>
          <a:prstGeom xmlns:a="http://schemas.openxmlformats.org/drawingml/2006/main" prst="roundRect">
            <a:avLst>
              <a:gd name="adj" fmla="val 8696"/>
            </a:avLst>
          </a:prstGeom>
          <a:solidFill xmlns:a="http://schemas.openxmlformats.org/drawingml/2006/main">
            <a:srgbClr val="F5F8FA"/>
          </a:solidFill>
          <a:ln xmlns:a="http://schemas.openxmlformats.org/drawingml/2006/main" w="9525">
            <a:solidFill>
              <a:srgbClr val="D5DEE6"/>
            </a:solidFill>
          </a:ln>
        </p:spPr>
      </p:sp>
      <p:sp>
        <p:nvSpPr>
          <p:cNvPr id="16" name="">
            <a:extLst xmlns:a="http://schemas.openxmlformats.org/drawingml/2006/main">
              <a:ext uri="{FF2B5EF4-FFF2-40B4-BE49-F238E27FC236}">
                <a16:creationId xmlns:a16="http://schemas.microsoft.com/office/drawing/2014/main" id="{A98D6A63-6B5C-410A-B3F8-EB24609399C1}"/>
              </a:ext>
            </a:extLst>
          </p:cNvPr>
          <p:cNvSpPr>
            <a:spLocks xmlns:a="http://schemas.openxmlformats.org/drawingml/2006/main" noGrp="1"/>
          </p:cNvSpPr>
          <p:nvPr/>
        </p:nvSpPr>
        <p:spPr>
          <a:xfrm xmlns:a="http://schemas.openxmlformats.org/drawingml/2006/main">
            <a:off x="8143875" y="4086225"/>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2E74B5"/>
                </a:solidFill>
                <a:latin typeface="Bitstream Charter"/>
                <a:ea typeface="Bitstream Charter"/>
                <a:cs typeface="Bitstream Charter"/>
              </a:defRPr>
            </a:pPr>
            <a:r>
              <a:rPr sz="1875" b="1">
                <a:solidFill>
                  <a:srgbClr val="2E74B5"/>
                </a:solidFill>
                <a:latin typeface="Bitstream Charter"/>
                <a:ea typeface="Bitstream Charter"/>
                <a:cs typeface="Bitstream Charter"/>
              </a:rPr>
              <a:t>3</a:t>
            </a:r>
          </a:p>
        </p:txBody>
      </p:sp>
      <p:sp>
        <p:nvSpPr>
          <p:cNvPr id="17" name="">
            <a:extLst xmlns:a="http://schemas.openxmlformats.org/drawingml/2006/main">
              <a:ext uri="{FF2B5EF4-FFF2-40B4-BE49-F238E27FC236}">
                <a16:creationId xmlns:a16="http://schemas.microsoft.com/office/drawing/2014/main" id="{E08FB08F-C6FB-4C36-A2D2-8C56040936BD}"/>
              </a:ext>
            </a:extLst>
          </p:cNvPr>
          <p:cNvSpPr>
            <a:spLocks xmlns:a="http://schemas.openxmlformats.org/drawingml/2006/main" noGrp="1"/>
          </p:cNvSpPr>
          <p:nvPr/>
        </p:nvSpPr>
        <p:spPr>
          <a:xfrm xmlns:a="http://schemas.openxmlformats.org/drawingml/2006/main">
            <a:off x="8667750" y="4019550"/>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Name it by purpose.</a:t>
            </a:r>
          </a:p>
        </p:txBody>
      </p:sp>
    </p:spTree>
    <p:extLst>
      <p:ext uri="{BB962C8B-B14F-4D97-AF65-F5344CB8AC3E}">
        <p14:creationId xmlns:p14="http://schemas.microsoft.com/office/powerpoint/2010/main" val="1037581517"/>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A0D585B-0239-4EA2-934C-8B9A153A815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44099DF-54C0-4AF0-93FD-6B8477F8B137}"/>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What a notebook is</a:t>
            </a:r>
          </a:p>
        </p:txBody>
      </p:sp>
      <p:sp>
        <p:nvSpPr>
          <p:cNvPr id="3" name="">
            <a:extLst xmlns:a="http://schemas.openxmlformats.org/drawingml/2006/main">
              <a:ext uri="{FF2B5EF4-FFF2-40B4-BE49-F238E27FC236}">
                <a16:creationId xmlns:a16="http://schemas.microsoft.com/office/drawing/2014/main" id="{CBE8CE47-ADBA-4D0D-BEAF-31CA555844BD}"/>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Code, explanation and results together</a:t>
            </a:r>
          </a:p>
        </p:txBody>
      </p:sp>
      <p:sp>
        <p:nvSpPr>
          <p:cNvPr id="4" name="">
            <a:extLst xmlns:a="http://schemas.openxmlformats.org/drawingml/2006/main">
              <a:ext uri="{FF2B5EF4-FFF2-40B4-BE49-F238E27FC236}">
                <a16:creationId xmlns:a16="http://schemas.microsoft.com/office/drawing/2014/main" id="{FB18624E-4195-496C-9742-72663221F7AF}"/>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C6EEA3F-4E5E-49ED-B602-4F2E0A6223FA}"/>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7F246CF1-EC9B-4964-ABDA-BA24E0C21B57}"/>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35</a:t>
            </a:r>
          </a:p>
        </p:txBody>
      </p:sp>
      <p:sp>
        <p:nvSpPr>
          <p:cNvPr id="7" name="">
            <a:extLst xmlns:a="http://schemas.openxmlformats.org/drawingml/2006/main">
              <a:ext uri="{FF2B5EF4-FFF2-40B4-BE49-F238E27FC236}">
                <a16:creationId xmlns:a16="http://schemas.microsoft.com/office/drawing/2014/main" id="{19402109-9F68-4765-8D64-19E455B33873}"/>
              </a:ext>
            </a:extLst>
          </p:cNvPr>
          <p:cNvSpPr>
            <a:spLocks xmlns:a="http://schemas.openxmlformats.org/drawingml/2006/main" noGrp="1"/>
          </p:cNvSpPr>
          <p:nvPr/>
        </p:nvSpPr>
        <p:spPr>
          <a:xfrm xmlns:a="http://schemas.openxmlformats.org/drawingml/2006/main">
            <a:off x="704850" y="1581150"/>
            <a:ext cx="1428750" cy="304800"/>
          </a:xfrm>
          <a:prstGeom xmlns:a="http://schemas.openxmlformats.org/drawingml/2006/main" prst="roundRect">
            <a:avLst>
              <a:gd name="adj" fmla="val 25000"/>
            </a:avLst>
          </a:prstGeom>
          <a:solidFill xmlns:a="http://schemas.openxmlformats.org/drawingml/2006/main">
            <a:srgbClr val="2E74B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54ED395-17AB-4888-822F-45CDF41226AE}"/>
              </a:ext>
            </a:extLst>
          </p:cNvPr>
          <p:cNvSpPr>
            <a:spLocks xmlns:a="http://schemas.openxmlformats.org/drawingml/2006/main" noGrp="1"/>
          </p:cNvSpPr>
          <p:nvPr/>
        </p:nvSpPr>
        <p:spPr>
          <a:xfrm xmlns:a="http://schemas.openxmlformats.org/drawingml/2006/main">
            <a:off x="781050" y="1600200"/>
            <a:ext cx="1276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SIMPLE IDEA</a:t>
            </a:r>
          </a:p>
        </p:txBody>
      </p:sp>
      <p:sp>
        <p:nvSpPr>
          <p:cNvPr id="9" name="">
            <a:extLst xmlns:a="http://schemas.openxmlformats.org/drawingml/2006/main">
              <a:ext uri="{FF2B5EF4-FFF2-40B4-BE49-F238E27FC236}">
                <a16:creationId xmlns:a16="http://schemas.microsoft.com/office/drawing/2014/main" id="{80D9345B-FDD6-4305-8F64-A39B2FAD7D5E}"/>
              </a:ext>
            </a:extLst>
          </p:cNvPr>
          <p:cNvSpPr>
            <a:spLocks xmlns:a="http://schemas.openxmlformats.org/drawingml/2006/main" noGrp="1"/>
          </p:cNvSpPr>
          <p:nvPr/>
        </p:nvSpPr>
        <p:spPr>
          <a:xfrm xmlns:a="http://schemas.openxmlformats.org/drawingml/2006/main">
            <a:off x="704850" y="1952625"/>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09233B"/>
                </a:solidFill>
                <a:latin typeface="Bitstream Charter"/>
                <a:ea typeface="Bitstream Charter"/>
                <a:cs typeface="Bitstream Charter"/>
              </a:defRPr>
            </a:pPr>
            <a:r>
              <a:rPr sz="2175" b="1">
                <a:solidFill>
                  <a:srgbClr val="09233B"/>
                </a:solidFill>
                <a:latin typeface="Bitstream Charter"/>
                <a:ea typeface="Bitstream Charter"/>
                <a:cs typeface="Bitstream Charter"/>
              </a:rPr>
              <a:t>A notebook is an interactive document containing executable cells and their outputs.</a:t>
            </a:r>
          </a:p>
        </p:txBody>
      </p:sp>
      <p:sp>
        <p:nvSpPr>
          <p:cNvPr id="10" name="">
            <a:extLst xmlns:a="http://schemas.openxmlformats.org/drawingml/2006/main">
              <a:ext uri="{FF2B5EF4-FFF2-40B4-BE49-F238E27FC236}">
                <a16:creationId xmlns:a16="http://schemas.microsoft.com/office/drawing/2014/main" id="{2412F6E5-EDCF-4714-9C99-39BF1DDB13ED}"/>
              </a:ext>
            </a:extLst>
          </p:cNvPr>
          <p:cNvSpPr>
            <a:spLocks xmlns:a="http://schemas.openxmlformats.org/drawingml/2006/main" noGrp="1"/>
          </p:cNvSpPr>
          <p:nvPr/>
        </p:nvSpPr>
        <p:spPr>
          <a:xfrm xmlns:a="http://schemas.openxmlformats.org/drawingml/2006/main">
            <a:off x="800100" y="3267075"/>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AF6A456-3FCC-4911-884B-646EAF287FAF}"/>
              </a:ext>
            </a:extLst>
          </p:cNvPr>
          <p:cNvSpPr>
            <a:spLocks xmlns:a="http://schemas.openxmlformats.org/drawingml/2006/main" noGrp="1"/>
          </p:cNvSpPr>
          <p:nvPr/>
        </p:nvSpPr>
        <p:spPr>
          <a:xfrm xmlns:a="http://schemas.openxmlformats.org/drawingml/2006/main">
            <a:off x="1095375" y="31908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Python cells run PySpark code.</a:t>
            </a:r>
          </a:p>
        </p:txBody>
      </p:sp>
      <p:sp>
        <p:nvSpPr>
          <p:cNvPr id="12" name="">
            <a:extLst xmlns:a="http://schemas.openxmlformats.org/drawingml/2006/main">
              <a:ext uri="{FF2B5EF4-FFF2-40B4-BE49-F238E27FC236}">
                <a16:creationId xmlns:a16="http://schemas.microsoft.com/office/drawing/2014/main" id="{7489EC53-C161-420F-83F3-2755917A2A8E}"/>
              </a:ext>
            </a:extLst>
          </p:cNvPr>
          <p:cNvSpPr>
            <a:spLocks xmlns:a="http://schemas.openxmlformats.org/drawingml/2006/main" noGrp="1"/>
          </p:cNvSpPr>
          <p:nvPr/>
        </p:nvSpPr>
        <p:spPr>
          <a:xfrm xmlns:a="http://schemas.openxmlformats.org/drawingml/2006/main">
            <a:off x="800100" y="3848100"/>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A60C61B-6DD4-481E-90AD-A3CF1D4197F6}"/>
              </a:ext>
            </a:extLst>
          </p:cNvPr>
          <p:cNvSpPr>
            <a:spLocks xmlns:a="http://schemas.openxmlformats.org/drawingml/2006/main" noGrp="1"/>
          </p:cNvSpPr>
          <p:nvPr/>
        </p:nvSpPr>
        <p:spPr>
          <a:xfrm xmlns:a="http://schemas.openxmlformats.org/drawingml/2006/main">
            <a:off x="1095375" y="37719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SQL cells query data.</a:t>
            </a:r>
          </a:p>
        </p:txBody>
      </p:sp>
      <p:sp>
        <p:nvSpPr>
          <p:cNvPr id="14" name="">
            <a:extLst xmlns:a="http://schemas.openxmlformats.org/drawingml/2006/main">
              <a:ext uri="{FF2B5EF4-FFF2-40B4-BE49-F238E27FC236}">
                <a16:creationId xmlns:a16="http://schemas.microsoft.com/office/drawing/2014/main" id="{92FFA294-D6D4-4F70-9511-C9552D753059}"/>
              </a:ext>
            </a:extLst>
          </p:cNvPr>
          <p:cNvSpPr>
            <a:spLocks xmlns:a="http://schemas.openxmlformats.org/drawingml/2006/main" noGrp="1"/>
          </p:cNvSpPr>
          <p:nvPr/>
        </p:nvSpPr>
        <p:spPr>
          <a:xfrm xmlns:a="http://schemas.openxmlformats.org/drawingml/2006/main">
            <a:off x="800100" y="4429125"/>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3956CEC-D27D-4B09-99B4-D4851D67F597}"/>
              </a:ext>
            </a:extLst>
          </p:cNvPr>
          <p:cNvSpPr>
            <a:spLocks xmlns:a="http://schemas.openxmlformats.org/drawingml/2006/main" noGrp="1"/>
          </p:cNvSpPr>
          <p:nvPr/>
        </p:nvSpPr>
        <p:spPr>
          <a:xfrm xmlns:a="http://schemas.openxmlformats.org/drawingml/2006/main">
            <a:off x="1095375" y="43529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Markdown cells explain purpose and decisions.</a:t>
            </a:r>
          </a:p>
        </p:txBody>
      </p:sp>
      <p:sp>
        <p:nvSpPr>
          <p:cNvPr id="16" name="">
            <a:extLst xmlns:a="http://schemas.openxmlformats.org/drawingml/2006/main">
              <a:ext uri="{FF2B5EF4-FFF2-40B4-BE49-F238E27FC236}">
                <a16:creationId xmlns:a16="http://schemas.microsoft.com/office/drawing/2014/main" id="{7BD61040-0B9A-4268-9C22-8092DC7E581B}"/>
              </a:ext>
            </a:extLst>
          </p:cNvPr>
          <p:cNvSpPr>
            <a:spLocks xmlns:a="http://schemas.openxmlformats.org/drawingml/2006/main" noGrp="1"/>
          </p:cNvSpPr>
          <p:nvPr/>
        </p:nvSpPr>
        <p:spPr>
          <a:xfrm xmlns:a="http://schemas.openxmlformats.org/drawingml/2006/main">
            <a:off x="800100" y="5010150"/>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CA47BD2-1AA7-4311-9CC1-285093C8E56F}"/>
              </a:ext>
            </a:extLst>
          </p:cNvPr>
          <p:cNvSpPr>
            <a:spLocks xmlns:a="http://schemas.openxmlformats.org/drawingml/2006/main" noGrp="1"/>
          </p:cNvSpPr>
          <p:nvPr/>
        </p:nvSpPr>
        <p:spPr>
          <a:xfrm xmlns:a="http://schemas.openxmlformats.org/drawingml/2006/main">
            <a:off x="1095375" y="49339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Cells should be small and rerunnable.</a:t>
            </a:r>
          </a:p>
        </p:txBody>
      </p:sp>
      <p:sp>
        <p:nvSpPr>
          <p:cNvPr id="18" name="">
            <a:extLst xmlns:a="http://schemas.openxmlformats.org/drawingml/2006/main">
              <a:ext uri="{FF2B5EF4-FFF2-40B4-BE49-F238E27FC236}">
                <a16:creationId xmlns:a16="http://schemas.microsoft.com/office/drawing/2014/main" id="{8B593F43-FB61-45A7-8F5C-FE1BF7B17398}"/>
              </a:ext>
            </a:extLst>
          </p:cNvPr>
          <p:cNvSpPr>
            <a:spLocks xmlns:a="http://schemas.openxmlformats.org/drawingml/2006/main" noGrp="1"/>
          </p:cNvSpPr>
          <p:nvPr/>
        </p:nvSpPr>
        <p:spPr>
          <a:xfrm xmlns:a="http://schemas.openxmlformats.org/drawingml/2006/main">
            <a:off x="7667625" y="1714500"/>
            <a:ext cx="3714750" cy="3238500"/>
          </a:xfrm>
          <a:prstGeom xmlns:a="http://schemas.openxmlformats.org/drawingml/2006/main" prst="roundRect">
            <a:avLst>
              <a:gd name="adj" fmla="val 2353"/>
            </a:avLst>
          </a:prstGeom>
          <a:solidFill xmlns:a="http://schemas.openxmlformats.org/drawingml/2006/main">
            <a:srgbClr val="F5F8FA"/>
          </a:solidFill>
          <a:ln xmlns:a="http://schemas.openxmlformats.org/drawingml/2006/main" w="9525">
            <a:solidFill>
              <a:srgbClr val="D5DEE6"/>
            </a:solidFill>
          </a:ln>
        </p:spPr>
      </p:sp>
      <p:sp>
        <p:nvSpPr>
          <p:cNvPr id="19" name="">
            <a:extLst xmlns:a="http://schemas.openxmlformats.org/drawingml/2006/main">
              <a:ext uri="{FF2B5EF4-FFF2-40B4-BE49-F238E27FC236}">
                <a16:creationId xmlns:a16="http://schemas.microsoft.com/office/drawing/2014/main" id="{31DDED88-8EB8-4DF9-8138-39461292C1FB}"/>
              </a:ext>
            </a:extLst>
          </p:cNvPr>
          <p:cNvSpPr>
            <a:spLocks xmlns:a="http://schemas.openxmlformats.org/drawingml/2006/main" noGrp="1"/>
          </p:cNvSpPr>
          <p:nvPr/>
        </p:nvSpPr>
        <p:spPr>
          <a:xfrm xmlns:a="http://schemas.openxmlformats.org/drawingml/2006/main">
            <a:off x="7667625" y="1714500"/>
            <a:ext cx="85725" cy="3238500"/>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62647FB-358F-43F1-99B2-8F6DC0203E74}"/>
              </a:ext>
            </a:extLst>
          </p:cNvPr>
          <p:cNvSpPr>
            <a:spLocks xmlns:a="http://schemas.openxmlformats.org/drawingml/2006/main" noGrp="1"/>
          </p:cNvSpPr>
          <p:nvPr/>
        </p:nvSpPr>
        <p:spPr>
          <a:xfrm xmlns:a="http://schemas.openxmlformats.org/drawingml/2006/main">
            <a:off x="7905750" y="1847850"/>
            <a:ext cx="328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Example</a:t>
            </a:r>
          </a:p>
        </p:txBody>
      </p:sp>
      <p:sp>
        <p:nvSpPr>
          <p:cNvPr id="21" name="">
            <a:extLst xmlns:a="http://schemas.openxmlformats.org/drawingml/2006/main">
              <a:ext uri="{FF2B5EF4-FFF2-40B4-BE49-F238E27FC236}">
                <a16:creationId xmlns:a16="http://schemas.microsoft.com/office/drawing/2014/main" id="{25AAA04F-8017-4CBE-A082-014FE85CDBFD}"/>
              </a:ext>
            </a:extLst>
          </p:cNvPr>
          <p:cNvSpPr>
            <a:spLocks xmlns:a="http://schemas.openxmlformats.org/drawingml/2006/main" noGrp="1"/>
          </p:cNvSpPr>
          <p:nvPr/>
        </p:nvSpPr>
        <p:spPr>
          <a:xfrm xmlns:a="http://schemas.openxmlformats.org/drawingml/2006/main">
            <a:off x="7905750" y="2219325"/>
            <a:ext cx="3286125" cy="2609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A good notebook is part editor, part console and part technical document.</a:t>
            </a:r>
          </a:p>
        </p:txBody>
      </p:sp>
      <p:sp>
        <p:nvSpPr>
          <p:cNvPr id="22" name="">
            <a:extLst xmlns:a="http://schemas.openxmlformats.org/drawingml/2006/main">
              <a:ext uri="{FF2B5EF4-FFF2-40B4-BE49-F238E27FC236}">
                <a16:creationId xmlns:a16="http://schemas.microsoft.com/office/drawing/2014/main" id="{FFCECABA-8755-4229-A786-A8658D25BB67}"/>
              </a:ext>
            </a:extLst>
          </p:cNvPr>
          <p:cNvSpPr>
            <a:spLocks xmlns:a="http://schemas.openxmlformats.org/drawingml/2006/main" noGrp="1"/>
          </p:cNvSpPr>
          <p:nvPr/>
        </p:nvSpPr>
        <p:spPr>
          <a:xfrm xmlns:a="http://schemas.openxmlformats.org/drawingml/2006/main">
            <a:off x="7810500" y="5238750"/>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5D6A76"/>
                </a:solidFill>
                <a:latin typeface="Bitstream Charter"/>
                <a:ea typeface="Bitstream Charter"/>
                <a:cs typeface="Bitstream Charter"/>
              </a:defRPr>
            </a:pPr>
            <a:r>
              <a:rPr sz="1200" b="1">
                <a:solidFill>
                  <a:srgbClr val="5D6A76"/>
                </a:solidFill>
                <a:latin typeface="Bitstream Charter"/>
                <a:ea typeface="Bitstream Charter"/>
                <a:cs typeface="Bitstream Charter"/>
              </a:rPr>
              <a:t>Ask learners to explain this in their own words.</a:t>
            </a:r>
          </a:p>
        </p:txBody>
      </p:sp>
    </p:spTree>
    <p:extLst>
      <p:ext uri="{BB962C8B-B14F-4D97-AF65-F5344CB8AC3E}">
        <p14:creationId xmlns:p14="http://schemas.microsoft.com/office/powerpoint/2010/main" val="121520654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D14A250-E5FD-4638-A1EB-CB29D56D1EC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AA041D9-3141-4107-AC3A-6D79D23DDF21}"/>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Notebook cell types</a:t>
            </a:r>
          </a:p>
        </p:txBody>
      </p:sp>
      <p:sp>
        <p:nvSpPr>
          <p:cNvPr id="3" name="">
            <a:extLst xmlns:a="http://schemas.openxmlformats.org/drawingml/2006/main">
              <a:ext uri="{FF2B5EF4-FFF2-40B4-BE49-F238E27FC236}">
                <a16:creationId xmlns:a16="http://schemas.microsoft.com/office/drawing/2014/main" id="{71920D30-2904-42C4-840A-EDB2718A1B6A}"/>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Choose the language for the task</a:t>
            </a:r>
          </a:p>
        </p:txBody>
      </p:sp>
      <p:sp>
        <p:nvSpPr>
          <p:cNvPr id="4" name="">
            <a:extLst xmlns:a="http://schemas.openxmlformats.org/drawingml/2006/main">
              <a:ext uri="{FF2B5EF4-FFF2-40B4-BE49-F238E27FC236}">
                <a16:creationId xmlns:a16="http://schemas.microsoft.com/office/drawing/2014/main" id="{D32511AD-3E31-43C8-BE68-EC62432C2DD1}"/>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C788C13-39CD-4A84-A9D8-BF7E6B944AC1}"/>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F1C9A660-2F4B-419F-BD5D-7E2957A1BA58}"/>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36</a:t>
            </a:r>
          </a:p>
        </p:txBody>
      </p:sp>
      <p:graphicFrame>
        <p:nvGraphicFramePr>
          <p:cNvPr id="16" name=""/>
          <p:cNvGraphicFramePr/>
          <p:nvPr/>
        </p:nvGraphicFramePr>
        <p:xfrm>
          <a:off xmlns:a="http://schemas.openxmlformats.org/drawingml/2006/main" x="666750" y="1666875"/>
          <a:ext xmlns:a="http://schemas.openxmlformats.org/drawingml/2006/main" cx="10858500" cy="3476625"/>
        </p:xfrm>
        <a:graphic xmlns:a="http://schemas.openxmlformats.org/drawingml/2006/main">
          <a:graphicData uri="http://schemas.openxmlformats.org/drawingml/2006/table">
            <a:tbl>
              <a:tblPr firstRow="1" bandRow="1"/>
              <a:tblGrid>
                <a:gridCol w="2190750"/>
                <a:gridCol w="4191000"/>
                <a:gridCol w="4476750"/>
              </a:tblGrid>
              <a:tr h="695325">
                <a:tc>
                  <a:txBody>
                    <a:bodyPr/>
                    <a:lstStyle/>
                    <a:p>
                      <a:r>
                        <a:rPr sz="1125" b="1">
                          <a:solidFill>
                            <a:srgbClr val="FFFFFF"/>
                          </a:solidFill>
                          <a:latin typeface="Bitstream Charter"/>
                          <a:ea typeface="Bitstream Charter"/>
                          <a:cs typeface="Bitstream Charter"/>
                        </a:rPr>
                        <a:t>Cell type</a:t>
                      </a:r>
                    </a:p>
                  </a:txBody>
                  <a:tcPr marL="91440" marR="91440" marT="45720" marB="45720">
                    <a:solidFill>
                      <a:srgbClr val="09233B"/>
                    </a:solidFill>
                  </a:tcPr>
                </a:tc>
                <a:tc>
                  <a:txBody>
                    <a:bodyPr/>
                    <a:lstStyle/>
                    <a:p>
                      <a:r>
                        <a:rPr sz="1125" b="1">
                          <a:solidFill>
                            <a:srgbClr val="FFFFFF"/>
                          </a:solidFill>
                          <a:latin typeface="Bitstream Charter"/>
                          <a:ea typeface="Bitstream Charter"/>
                          <a:cs typeface="Bitstream Charter"/>
                        </a:rPr>
                        <a:t>Example</a:t>
                      </a:r>
                    </a:p>
                  </a:txBody>
                  <a:tcPr marL="91440" marR="91440" marT="45720" marB="45720">
                    <a:solidFill>
                      <a:srgbClr val="09233B"/>
                    </a:solidFill>
                  </a:tcPr>
                </a:tc>
                <a:tc>
                  <a:txBody>
                    <a:bodyPr/>
                    <a:lstStyle/>
                    <a:p>
                      <a:r>
                        <a:rPr sz="1125" b="1">
                          <a:solidFill>
                            <a:srgbClr val="FFFFFF"/>
                          </a:solidFill>
                          <a:latin typeface="Bitstream Charter"/>
                          <a:ea typeface="Bitstream Charter"/>
                          <a:cs typeface="Bitstream Charter"/>
                        </a:rPr>
                        <a:t>Purpose</a:t>
                      </a:r>
                    </a:p>
                  </a:txBody>
                  <a:tcPr marL="91440" marR="91440" marT="45720" marB="45720">
                    <a:solidFill>
                      <a:srgbClr val="09233B"/>
                    </a:solidFill>
                  </a:tcPr>
                </a:tc>
              </a:tr>
              <a:tr h="695325">
                <a:tc>
                  <a:txBody>
                    <a:bodyPr/>
                    <a:lstStyle/>
                    <a:p>
                      <a:r>
                        <a:rPr sz="1050">
                          <a:solidFill>
                            <a:srgbClr val="17212B"/>
                          </a:solidFill>
                          <a:latin typeface="Bitstream Charter"/>
                          <a:ea typeface="Bitstream Charter"/>
                          <a:cs typeface="Bitstream Charter"/>
                        </a:rPr>
                        <a:t>Python</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print('Hello Azure Databricks')</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Run Python or PySpark</a:t>
                      </a:r>
                    </a:p>
                  </a:txBody>
                  <a:tcPr marL="91440" marR="91440" marT="45720" marB="45720">
                    <a:solidFill>
                      <a:srgbClr val="FFFFFF"/>
                    </a:solidFill>
                  </a:tcPr>
                </a:tc>
              </a:tr>
              <a:tr h="695325">
                <a:tc>
                  <a:txBody>
                    <a:bodyPr/>
                    <a:lstStyle/>
                    <a:p>
                      <a:r>
                        <a:rPr sz="1050">
                          <a:solidFill>
                            <a:srgbClr val="17212B"/>
                          </a:solidFill>
                          <a:latin typeface="Bitstream Charter"/>
                          <a:ea typeface="Bitstream Charter"/>
                          <a:cs typeface="Bitstream Charter"/>
                        </a:rPr>
                        <a:t>SQL</a:t>
                      </a:r>
                    </a:p>
                  </a:txBody>
                  <a:tcPr marL="91440" marR="91440" marT="45720" marB="45720">
                    <a:solidFill>
                      <a:srgbClr val="F5F8FA"/>
                    </a:solidFill>
                  </a:tcPr>
                </a:tc>
                <a:tc>
                  <a:txBody>
                    <a:bodyPr/>
                    <a:lstStyle/>
                    <a:p>
                      <a:r>
                        <a:rPr sz="1050">
                          <a:solidFill>
                            <a:srgbClr val="17212B"/>
                          </a:solidFill>
                          <a:latin typeface="Bitstream Charter"/>
                          <a:ea typeface="Bitstream Charter"/>
                          <a:cs typeface="Bitstream Charter"/>
                        </a:rPr>
                        <a:t>%sql SELECT current_user();</a:t>
                      </a:r>
                    </a:p>
                  </a:txBody>
                  <a:tcPr marL="91440" marR="91440" marT="45720" marB="45720">
                    <a:solidFill>
                      <a:srgbClr val="F5F8FA"/>
                    </a:solidFill>
                  </a:tcPr>
                </a:tc>
                <a:tc>
                  <a:txBody>
                    <a:bodyPr/>
                    <a:lstStyle/>
                    <a:p>
                      <a:r>
                        <a:rPr sz="1050">
                          <a:solidFill>
                            <a:srgbClr val="17212B"/>
                          </a:solidFill>
                          <a:latin typeface="Bitstream Charter"/>
                          <a:ea typeface="Bitstream Charter"/>
                          <a:cs typeface="Bitstream Charter"/>
                        </a:rPr>
                        <a:t>Run SQL</a:t>
                      </a:r>
                    </a:p>
                  </a:txBody>
                  <a:tcPr marL="91440" marR="91440" marT="45720" marB="45720">
                    <a:solidFill>
                      <a:srgbClr val="F5F8FA"/>
                    </a:solidFill>
                  </a:tcPr>
                </a:tc>
              </a:tr>
              <a:tr h="695325">
                <a:tc>
                  <a:txBody>
                    <a:bodyPr/>
                    <a:lstStyle/>
                    <a:p>
                      <a:r>
                        <a:rPr sz="1050">
                          <a:solidFill>
                            <a:srgbClr val="17212B"/>
                          </a:solidFill>
                          <a:latin typeface="Bitstream Charter"/>
                          <a:ea typeface="Bitstream Charter"/>
                          <a:cs typeface="Bitstream Charter"/>
                        </a:rPr>
                        <a:t>Markdown</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%md # Order Lab</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Document the purpose</a:t>
                      </a:r>
                    </a:p>
                  </a:txBody>
                  <a:tcPr marL="91440" marR="91440" marT="45720" marB="45720">
                    <a:solidFill>
                      <a:srgbClr val="FFFFFF"/>
                    </a:solidFill>
                  </a:tcPr>
                </a:tc>
              </a:tr>
              <a:tr h="695325">
                <a:tc>
                  <a:txBody>
                    <a:bodyPr/>
                    <a:lstStyle/>
                    <a:p>
                      <a:r>
                        <a:rPr sz="1050">
                          <a:solidFill>
                            <a:srgbClr val="17212B"/>
                          </a:solidFill>
                          <a:latin typeface="Bitstream Charter"/>
                          <a:ea typeface="Bitstream Charter"/>
                          <a:cs typeface="Bitstream Charter"/>
                        </a:rPr>
                        <a:t>Scala</a:t>
                      </a:r>
                    </a:p>
                  </a:txBody>
                  <a:tcPr marL="91440" marR="91440" marT="45720" marB="45720">
                    <a:solidFill>
                      <a:srgbClr val="F5F8FA"/>
                    </a:solidFill>
                  </a:tcPr>
                </a:tc>
                <a:tc>
                  <a:txBody>
                    <a:bodyPr/>
                    <a:lstStyle/>
                    <a:p>
                      <a:r>
                        <a:rPr sz="1050">
                          <a:solidFill>
                            <a:srgbClr val="17212B"/>
                          </a:solidFill>
                          <a:latin typeface="Bitstream Charter"/>
                          <a:ea typeface="Bitstream Charter"/>
                          <a:cs typeface="Bitstream Charter"/>
                        </a:rPr>
                        <a:t>%scala println("Hello")</a:t>
                      </a:r>
                    </a:p>
                  </a:txBody>
                  <a:tcPr marL="91440" marR="91440" marT="45720" marB="45720">
                    <a:solidFill>
                      <a:srgbClr val="F5F8FA"/>
                    </a:solidFill>
                  </a:tcPr>
                </a:tc>
                <a:tc>
                  <a:txBody>
                    <a:bodyPr/>
                    <a:lstStyle/>
                    <a:p>
                      <a:r>
                        <a:rPr sz="1050">
                          <a:solidFill>
                            <a:srgbClr val="17212B"/>
                          </a:solidFill>
                          <a:latin typeface="Bitstream Charter"/>
                          <a:ea typeface="Bitstream Charter"/>
                          <a:cs typeface="Bitstream Charter"/>
                        </a:rPr>
                        <a:t>Use Scala where required</a:t>
                      </a:r>
                    </a:p>
                  </a:txBody>
                  <a:tcPr marL="91440" marR="91440" marT="45720" marB="45720">
                    <a:solidFill>
                      <a:srgbClr val="F5F8FA"/>
                    </a:solidFill>
                  </a:tcPr>
                </a:tc>
              </a:tr>
            </a:tbl>
          </a:graphicData>
        </a:graphic>
      </p:graphicFrame>
      <p:sp>
        <p:nvSpPr>
          <p:cNvPr id="8" name="">
            <a:extLst xmlns:a="http://schemas.openxmlformats.org/drawingml/2006/main">
              <a:ext uri="{FF2B5EF4-FFF2-40B4-BE49-F238E27FC236}">
                <a16:creationId xmlns:a16="http://schemas.microsoft.com/office/drawing/2014/main" id="{8448BA10-8BCC-49DB-A573-1BADF3BEA611}"/>
              </a:ext>
            </a:extLst>
          </p:cNvPr>
          <p:cNvSpPr>
            <a:spLocks xmlns:a="http://schemas.openxmlformats.org/drawingml/2006/main" noGrp="1"/>
          </p:cNvSpPr>
          <p:nvPr/>
        </p:nvSpPr>
        <p:spPr>
          <a:xfrm xmlns:a="http://schemas.openxmlformats.org/drawingml/2006/main">
            <a:off x="1476375" y="5429250"/>
            <a:ext cx="9239250" cy="523875"/>
          </a:xfrm>
          <a:prstGeom xmlns:a="http://schemas.openxmlformats.org/drawingml/2006/main" prst="roundRect">
            <a:avLst>
              <a:gd name="adj" fmla="val 14545"/>
            </a:avLst>
          </a:prstGeom>
          <a:solidFill xmlns:a="http://schemas.openxmlformats.org/drawingml/2006/main">
            <a:srgbClr val="EAF4FB"/>
          </a:solidFill>
          <a:ln xmlns:a="http://schemas.openxmlformats.org/drawingml/2006/main" w="9525">
            <a:solidFill>
              <a:srgbClr val="D5DEE6"/>
            </a:solidFill>
          </a:ln>
        </p:spPr>
      </p:sp>
      <p:sp>
        <p:nvSpPr>
          <p:cNvPr id="9" name="">
            <a:extLst xmlns:a="http://schemas.openxmlformats.org/drawingml/2006/main">
              <a:ext uri="{FF2B5EF4-FFF2-40B4-BE49-F238E27FC236}">
                <a16:creationId xmlns:a16="http://schemas.microsoft.com/office/drawing/2014/main" id="{74D1AC25-A75B-4C12-9C43-83594A8E5E97}"/>
              </a:ext>
            </a:extLst>
          </p:cNvPr>
          <p:cNvSpPr>
            <a:spLocks xmlns:a="http://schemas.openxmlformats.org/drawingml/2006/main" noGrp="1"/>
          </p:cNvSpPr>
          <p:nvPr/>
        </p:nvSpPr>
        <p:spPr>
          <a:xfrm xmlns:a="http://schemas.openxmlformats.org/drawingml/2006/main">
            <a:off x="1666875" y="5505450"/>
            <a:ext cx="885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09233B"/>
                </a:solidFill>
                <a:latin typeface="Bitstream Charter"/>
                <a:ea typeface="Bitstream Charter"/>
                <a:cs typeface="Bitstream Charter"/>
              </a:defRPr>
            </a:pPr>
            <a:r>
              <a:rPr sz="1350" b="1">
                <a:solidFill>
                  <a:srgbClr val="09233B"/>
                </a:solidFill>
                <a:latin typeface="Bitstream Charter"/>
                <a:ea typeface="Bitstream Charter"/>
                <a:cs typeface="Bitstream Charter"/>
              </a:rPr>
              <a:t>A language magic command must begin the cell.</a:t>
            </a:r>
          </a:p>
        </p:txBody>
      </p:sp>
    </p:spTree>
    <p:extLst>
      <p:ext uri="{BB962C8B-B14F-4D97-AF65-F5344CB8AC3E}">
        <p14:creationId xmlns:p14="http://schemas.microsoft.com/office/powerpoint/2010/main" val="1516326750"/>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B7B5CA3-8E6F-432E-8E5A-E6231CBA552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EC00FE1-0BE4-4500-B3E9-1ABE7F57C9C9}"/>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Magic commands</a:t>
            </a:r>
          </a:p>
        </p:txBody>
      </p:sp>
      <p:sp>
        <p:nvSpPr>
          <p:cNvPr id="3" name="">
            <a:extLst xmlns:a="http://schemas.openxmlformats.org/drawingml/2006/main">
              <a:ext uri="{FF2B5EF4-FFF2-40B4-BE49-F238E27FC236}">
                <a16:creationId xmlns:a16="http://schemas.microsoft.com/office/drawing/2014/main" id="{40DE74C6-38BC-4F04-9722-C7553DEBC3C9}"/>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One notebook can use several languages</a:t>
            </a:r>
          </a:p>
        </p:txBody>
      </p:sp>
      <p:sp>
        <p:nvSpPr>
          <p:cNvPr id="4" name="">
            <a:extLst xmlns:a="http://schemas.openxmlformats.org/drawingml/2006/main">
              <a:ext uri="{FF2B5EF4-FFF2-40B4-BE49-F238E27FC236}">
                <a16:creationId xmlns:a16="http://schemas.microsoft.com/office/drawing/2014/main" id="{43BBCCB7-74C1-410D-9023-9AB94DB898F4}"/>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79652CB-3694-4FC2-9257-69D9EE0C174D}"/>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F065A59C-B0DC-4BC6-BC42-57000EEEFF08}"/>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37</a:t>
            </a:r>
          </a:p>
        </p:txBody>
      </p:sp>
      <p:sp>
        <p:nvSpPr>
          <p:cNvPr id="7" name="">
            <a:extLst xmlns:a="http://schemas.openxmlformats.org/drawingml/2006/main">
              <a:ext uri="{FF2B5EF4-FFF2-40B4-BE49-F238E27FC236}">
                <a16:creationId xmlns:a16="http://schemas.microsoft.com/office/drawing/2014/main" id="{85FC600A-2085-4996-832B-91CAD62C4D73}"/>
              </a:ext>
            </a:extLst>
          </p:cNvPr>
          <p:cNvSpPr>
            <a:spLocks xmlns:a="http://schemas.openxmlformats.org/drawingml/2006/main" noGrp="1"/>
          </p:cNvSpPr>
          <p:nvPr/>
        </p:nvSpPr>
        <p:spPr>
          <a:xfrm xmlns:a="http://schemas.openxmlformats.org/drawingml/2006/main">
            <a:off x="704850" y="1581150"/>
            <a:ext cx="1428750" cy="304800"/>
          </a:xfrm>
          <a:prstGeom xmlns:a="http://schemas.openxmlformats.org/drawingml/2006/main" prst="roundRect">
            <a:avLst>
              <a:gd name="adj" fmla="val 25000"/>
            </a:avLst>
          </a:prstGeom>
          <a:solidFill xmlns:a="http://schemas.openxmlformats.org/drawingml/2006/main">
            <a:srgbClr val="2E74B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2C92847-6304-419D-8D0F-7103FFA0637C}"/>
              </a:ext>
            </a:extLst>
          </p:cNvPr>
          <p:cNvSpPr>
            <a:spLocks xmlns:a="http://schemas.openxmlformats.org/drawingml/2006/main" noGrp="1"/>
          </p:cNvSpPr>
          <p:nvPr/>
        </p:nvSpPr>
        <p:spPr>
          <a:xfrm xmlns:a="http://schemas.openxmlformats.org/drawingml/2006/main">
            <a:off x="781050" y="1600200"/>
            <a:ext cx="1276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SIMPLE IDEA</a:t>
            </a:r>
          </a:p>
        </p:txBody>
      </p:sp>
      <p:sp>
        <p:nvSpPr>
          <p:cNvPr id="9" name="">
            <a:extLst xmlns:a="http://schemas.openxmlformats.org/drawingml/2006/main">
              <a:ext uri="{FF2B5EF4-FFF2-40B4-BE49-F238E27FC236}">
                <a16:creationId xmlns:a16="http://schemas.microsoft.com/office/drawing/2014/main" id="{901DB4A7-363C-4B91-BB92-2E17EBBD560A}"/>
              </a:ext>
            </a:extLst>
          </p:cNvPr>
          <p:cNvSpPr>
            <a:spLocks xmlns:a="http://schemas.openxmlformats.org/drawingml/2006/main" noGrp="1"/>
          </p:cNvSpPr>
          <p:nvPr/>
        </p:nvSpPr>
        <p:spPr>
          <a:xfrm xmlns:a="http://schemas.openxmlformats.org/drawingml/2006/main">
            <a:off x="704850" y="1952625"/>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09233B"/>
                </a:solidFill>
                <a:latin typeface="Bitstream Charter"/>
                <a:ea typeface="Bitstream Charter"/>
                <a:cs typeface="Bitstream Charter"/>
              </a:defRPr>
            </a:pPr>
            <a:r>
              <a:rPr sz="2175" b="1">
                <a:solidFill>
                  <a:srgbClr val="09233B"/>
                </a:solidFill>
                <a:latin typeface="Bitstream Charter"/>
                <a:ea typeface="Bitstream Charter"/>
                <a:cs typeface="Bitstream Charter"/>
              </a:rPr>
              <a:t>A magic command such as %sql changes the language for that cell.</a:t>
            </a:r>
          </a:p>
        </p:txBody>
      </p:sp>
      <p:sp>
        <p:nvSpPr>
          <p:cNvPr id="10" name="">
            <a:extLst xmlns:a="http://schemas.openxmlformats.org/drawingml/2006/main">
              <a:ext uri="{FF2B5EF4-FFF2-40B4-BE49-F238E27FC236}">
                <a16:creationId xmlns:a16="http://schemas.microsoft.com/office/drawing/2014/main" id="{66513681-F4AC-452A-AF10-56895E633799}"/>
              </a:ext>
            </a:extLst>
          </p:cNvPr>
          <p:cNvSpPr>
            <a:spLocks xmlns:a="http://schemas.openxmlformats.org/drawingml/2006/main" noGrp="1"/>
          </p:cNvSpPr>
          <p:nvPr/>
        </p:nvSpPr>
        <p:spPr>
          <a:xfrm xmlns:a="http://schemas.openxmlformats.org/drawingml/2006/main">
            <a:off x="800100" y="3267075"/>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3403331-7642-41EA-9967-F51977A4B6A1}"/>
              </a:ext>
            </a:extLst>
          </p:cNvPr>
          <p:cNvSpPr>
            <a:spLocks xmlns:a="http://schemas.openxmlformats.org/drawingml/2006/main" noGrp="1"/>
          </p:cNvSpPr>
          <p:nvPr/>
        </p:nvSpPr>
        <p:spPr>
          <a:xfrm xmlns:a="http://schemas.openxmlformats.org/drawingml/2006/main">
            <a:off x="1095375" y="31908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The default language handles cells without a magic.</a:t>
            </a:r>
          </a:p>
        </p:txBody>
      </p:sp>
      <p:sp>
        <p:nvSpPr>
          <p:cNvPr id="12" name="">
            <a:extLst xmlns:a="http://schemas.openxmlformats.org/drawingml/2006/main">
              <a:ext uri="{FF2B5EF4-FFF2-40B4-BE49-F238E27FC236}">
                <a16:creationId xmlns:a16="http://schemas.microsoft.com/office/drawing/2014/main" id="{4C30B27F-20DD-463B-A9B9-042DF01EDB25}"/>
              </a:ext>
            </a:extLst>
          </p:cNvPr>
          <p:cNvSpPr>
            <a:spLocks xmlns:a="http://schemas.openxmlformats.org/drawingml/2006/main" noGrp="1"/>
          </p:cNvSpPr>
          <p:nvPr/>
        </p:nvSpPr>
        <p:spPr>
          <a:xfrm xmlns:a="http://schemas.openxmlformats.org/drawingml/2006/main">
            <a:off x="800100" y="3848100"/>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83BE633-2E58-4759-BABB-3AEE3508265F}"/>
              </a:ext>
            </a:extLst>
          </p:cNvPr>
          <p:cNvSpPr>
            <a:spLocks xmlns:a="http://schemas.openxmlformats.org/drawingml/2006/main" noGrp="1"/>
          </p:cNvSpPr>
          <p:nvPr/>
        </p:nvSpPr>
        <p:spPr>
          <a:xfrm xmlns:a="http://schemas.openxmlformats.org/drawingml/2006/main">
            <a:off x="1095375" y="37719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%sql runs a SQL statement.</a:t>
            </a:r>
          </a:p>
        </p:txBody>
      </p:sp>
      <p:sp>
        <p:nvSpPr>
          <p:cNvPr id="14" name="">
            <a:extLst xmlns:a="http://schemas.openxmlformats.org/drawingml/2006/main">
              <a:ext uri="{FF2B5EF4-FFF2-40B4-BE49-F238E27FC236}">
                <a16:creationId xmlns:a16="http://schemas.microsoft.com/office/drawing/2014/main" id="{AD2C7FE5-A7AB-44BE-9D4A-7B9BFD69EFBB}"/>
              </a:ext>
            </a:extLst>
          </p:cNvPr>
          <p:cNvSpPr>
            <a:spLocks xmlns:a="http://schemas.openxmlformats.org/drawingml/2006/main" noGrp="1"/>
          </p:cNvSpPr>
          <p:nvPr/>
        </p:nvSpPr>
        <p:spPr>
          <a:xfrm xmlns:a="http://schemas.openxmlformats.org/drawingml/2006/main">
            <a:off x="800100" y="4429125"/>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85F6862-EB96-44CB-9FAC-B10A7A940505}"/>
              </a:ext>
            </a:extLst>
          </p:cNvPr>
          <p:cNvSpPr>
            <a:spLocks xmlns:a="http://schemas.openxmlformats.org/drawingml/2006/main" noGrp="1"/>
          </p:cNvSpPr>
          <p:nvPr/>
        </p:nvSpPr>
        <p:spPr>
          <a:xfrm xmlns:a="http://schemas.openxmlformats.org/drawingml/2006/main">
            <a:off x="1095375" y="43529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%md renders documentation.</a:t>
            </a:r>
          </a:p>
        </p:txBody>
      </p:sp>
      <p:sp>
        <p:nvSpPr>
          <p:cNvPr id="16" name="">
            <a:extLst xmlns:a="http://schemas.openxmlformats.org/drawingml/2006/main">
              <a:ext uri="{FF2B5EF4-FFF2-40B4-BE49-F238E27FC236}">
                <a16:creationId xmlns:a16="http://schemas.microsoft.com/office/drawing/2014/main" id="{228B84F8-379F-4F53-A9AD-FFAA619A139C}"/>
              </a:ext>
            </a:extLst>
          </p:cNvPr>
          <p:cNvSpPr>
            <a:spLocks xmlns:a="http://schemas.openxmlformats.org/drawingml/2006/main" noGrp="1"/>
          </p:cNvSpPr>
          <p:nvPr/>
        </p:nvSpPr>
        <p:spPr>
          <a:xfrm xmlns:a="http://schemas.openxmlformats.org/drawingml/2006/main">
            <a:off x="800100" y="5010150"/>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E20D8F3-B0F9-429D-8082-5448A1A3FD7D}"/>
              </a:ext>
            </a:extLst>
          </p:cNvPr>
          <p:cNvSpPr>
            <a:spLocks xmlns:a="http://schemas.openxmlformats.org/drawingml/2006/main" noGrp="1"/>
          </p:cNvSpPr>
          <p:nvPr/>
        </p:nvSpPr>
        <p:spPr>
          <a:xfrm xmlns:a="http://schemas.openxmlformats.org/drawingml/2006/main">
            <a:off x="1095375" y="49339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Keep one purpose per cell.</a:t>
            </a:r>
          </a:p>
        </p:txBody>
      </p:sp>
      <p:sp>
        <p:nvSpPr>
          <p:cNvPr id="18" name="">
            <a:extLst xmlns:a="http://schemas.openxmlformats.org/drawingml/2006/main">
              <a:ext uri="{FF2B5EF4-FFF2-40B4-BE49-F238E27FC236}">
                <a16:creationId xmlns:a16="http://schemas.microsoft.com/office/drawing/2014/main" id="{22E94636-9CF0-41EB-95CE-761C1D195D70}"/>
              </a:ext>
            </a:extLst>
          </p:cNvPr>
          <p:cNvSpPr>
            <a:spLocks xmlns:a="http://schemas.openxmlformats.org/drawingml/2006/main" noGrp="1"/>
          </p:cNvSpPr>
          <p:nvPr/>
        </p:nvSpPr>
        <p:spPr>
          <a:xfrm xmlns:a="http://schemas.openxmlformats.org/drawingml/2006/main">
            <a:off x="7667625" y="1714500"/>
            <a:ext cx="3714750" cy="3238500"/>
          </a:xfrm>
          <a:prstGeom xmlns:a="http://schemas.openxmlformats.org/drawingml/2006/main" prst="roundRect">
            <a:avLst>
              <a:gd name="adj" fmla="val 2353"/>
            </a:avLst>
          </a:prstGeom>
          <a:solidFill xmlns:a="http://schemas.openxmlformats.org/drawingml/2006/main">
            <a:srgbClr val="F5F8FA"/>
          </a:solidFill>
          <a:ln xmlns:a="http://schemas.openxmlformats.org/drawingml/2006/main" w="9525">
            <a:solidFill>
              <a:srgbClr val="D5DEE6"/>
            </a:solidFill>
          </a:ln>
        </p:spPr>
      </p:sp>
      <p:sp>
        <p:nvSpPr>
          <p:cNvPr id="19" name="">
            <a:extLst xmlns:a="http://schemas.openxmlformats.org/drawingml/2006/main">
              <a:ext uri="{FF2B5EF4-FFF2-40B4-BE49-F238E27FC236}">
                <a16:creationId xmlns:a16="http://schemas.microsoft.com/office/drawing/2014/main" id="{A8451160-C1FF-4115-86D2-BB96E5E25413}"/>
              </a:ext>
            </a:extLst>
          </p:cNvPr>
          <p:cNvSpPr>
            <a:spLocks xmlns:a="http://schemas.openxmlformats.org/drawingml/2006/main" noGrp="1"/>
          </p:cNvSpPr>
          <p:nvPr/>
        </p:nvSpPr>
        <p:spPr>
          <a:xfrm xmlns:a="http://schemas.openxmlformats.org/drawingml/2006/main">
            <a:off x="7667625" y="1714500"/>
            <a:ext cx="85725" cy="3238500"/>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BC45E11-461C-4604-8FE6-743FBFBEB5F0}"/>
              </a:ext>
            </a:extLst>
          </p:cNvPr>
          <p:cNvSpPr>
            <a:spLocks xmlns:a="http://schemas.openxmlformats.org/drawingml/2006/main" noGrp="1"/>
          </p:cNvSpPr>
          <p:nvPr/>
        </p:nvSpPr>
        <p:spPr>
          <a:xfrm xmlns:a="http://schemas.openxmlformats.org/drawingml/2006/main">
            <a:off x="7905750" y="1847850"/>
            <a:ext cx="328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Example</a:t>
            </a:r>
          </a:p>
        </p:txBody>
      </p:sp>
      <p:sp>
        <p:nvSpPr>
          <p:cNvPr id="21" name="">
            <a:extLst xmlns:a="http://schemas.openxmlformats.org/drawingml/2006/main">
              <a:ext uri="{FF2B5EF4-FFF2-40B4-BE49-F238E27FC236}">
                <a16:creationId xmlns:a16="http://schemas.microsoft.com/office/drawing/2014/main" id="{96F01B0B-850C-4A4A-8D7C-F38352BFDFE8}"/>
              </a:ext>
            </a:extLst>
          </p:cNvPr>
          <p:cNvSpPr>
            <a:spLocks xmlns:a="http://schemas.openxmlformats.org/drawingml/2006/main" noGrp="1"/>
          </p:cNvSpPr>
          <p:nvPr/>
        </p:nvSpPr>
        <p:spPr>
          <a:xfrm xmlns:a="http://schemas.openxmlformats.org/drawingml/2006/main">
            <a:off x="7905750" y="2219325"/>
            <a:ext cx="3286125" cy="2609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Python can create a temporary view; a later %sql cell can query it.</a:t>
            </a:r>
          </a:p>
        </p:txBody>
      </p:sp>
      <p:sp>
        <p:nvSpPr>
          <p:cNvPr id="22" name="">
            <a:extLst xmlns:a="http://schemas.openxmlformats.org/drawingml/2006/main">
              <a:ext uri="{FF2B5EF4-FFF2-40B4-BE49-F238E27FC236}">
                <a16:creationId xmlns:a16="http://schemas.microsoft.com/office/drawing/2014/main" id="{1B99510C-1B9E-4AD1-8ED6-C9180AC14C7A}"/>
              </a:ext>
            </a:extLst>
          </p:cNvPr>
          <p:cNvSpPr>
            <a:spLocks xmlns:a="http://schemas.openxmlformats.org/drawingml/2006/main" noGrp="1"/>
          </p:cNvSpPr>
          <p:nvPr/>
        </p:nvSpPr>
        <p:spPr>
          <a:xfrm xmlns:a="http://schemas.openxmlformats.org/drawingml/2006/main">
            <a:off x="7810500" y="5238750"/>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5D6A76"/>
                </a:solidFill>
                <a:latin typeface="Bitstream Charter"/>
                <a:ea typeface="Bitstream Charter"/>
                <a:cs typeface="Bitstream Charter"/>
              </a:defRPr>
            </a:pPr>
            <a:r>
              <a:rPr sz="1200" b="1">
                <a:solidFill>
                  <a:srgbClr val="5D6A76"/>
                </a:solidFill>
                <a:latin typeface="Bitstream Charter"/>
                <a:ea typeface="Bitstream Charter"/>
                <a:cs typeface="Bitstream Charter"/>
              </a:rPr>
              <a:t>Ask learners to explain this in their own words.</a:t>
            </a:r>
          </a:p>
        </p:txBody>
      </p:sp>
    </p:spTree>
    <p:extLst>
      <p:ext uri="{BB962C8B-B14F-4D97-AF65-F5344CB8AC3E}">
        <p14:creationId xmlns:p14="http://schemas.microsoft.com/office/powerpoint/2010/main" val="1235847094"/>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BE3EF24B-3BCC-4E3A-9275-20706A4FA7C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B48E533-AD3A-4FA2-A789-5283468AC529}"/>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Good notebook structure</a:t>
            </a:r>
          </a:p>
        </p:txBody>
      </p:sp>
      <p:sp>
        <p:nvSpPr>
          <p:cNvPr id="3" name="">
            <a:extLst xmlns:a="http://schemas.openxmlformats.org/drawingml/2006/main">
              <a:ext uri="{FF2B5EF4-FFF2-40B4-BE49-F238E27FC236}">
                <a16:creationId xmlns:a16="http://schemas.microsoft.com/office/drawing/2014/main" id="{7430328B-B1CB-4E33-9C17-F66E3877392C}"/>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Make reruns safe and understandable</a:t>
            </a:r>
          </a:p>
        </p:txBody>
      </p:sp>
      <p:sp>
        <p:nvSpPr>
          <p:cNvPr id="4" name="">
            <a:extLst xmlns:a="http://schemas.openxmlformats.org/drawingml/2006/main">
              <a:ext uri="{FF2B5EF4-FFF2-40B4-BE49-F238E27FC236}">
                <a16:creationId xmlns:a16="http://schemas.microsoft.com/office/drawing/2014/main" id="{50735452-50FB-40D2-8C7F-2A3D725F72BF}"/>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11879F0-F4B2-4B36-ADC1-7B9C4161C5F5}"/>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6A519518-43BA-4A33-B502-E3A7CA7D1C80}"/>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38</a:t>
            </a:r>
          </a:p>
        </p:txBody>
      </p:sp>
      <p:sp>
        <p:nvSpPr>
          <p:cNvPr id="7" name="">
            <a:extLst xmlns:a="http://schemas.openxmlformats.org/drawingml/2006/main">
              <a:ext uri="{FF2B5EF4-FFF2-40B4-BE49-F238E27FC236}">
                <a16:creationId xmlns:a16="http://schemas.microsoft.com/office/drawing/2014/main" id="{FDA766BE-ED40-46D7-A6CA-0C61AF8EF421}"/>
              </a:ext>
            </a:extLst>
          </p:cNvPr>
          <p:cNvSpPr>
            <a:spLocks xmlns:a="http://schemas.openxmlformats.org/drawingml/2006/main" noGrp="1"/>
          </p:cNvSpPr>
          <p:nvPr/>
        </p:nvSpPr>
        <p:spPr>
          <a:xfrm xmlns:a="http://schemas.openxmlformats.org/drawingml/2006/main">
            <a:off x="428625" y="2000250"/>
            <a:ext cx="2000250" cy="1809750"/>
          </a:xfrm>
          <a:prstGeom xmlns:a="http://schemas.openxmlformats.org/drawingml/2006/main" prst="roundRect">
            <a:avLst>
              <a:gd name="adj" fmla="val 4211"/>
            </a:avLst>
          </a:prstGeom>
          <a:solidFill xmlns:a="http://schemas.openxmlformats.org/drawingml/2006/main">
            <a:srgbClr val="F5F8FA"/>
          </a:solidFill>
          <a:ln xmlns:a="http://schemas.openxmlformats.org/drawingml/2006/main" w="9525">
            <a:solidFill>
              <a:srgbClr val="D5DEE6"/>
            </a:solidFill>
          </a:ln>
        </p:spPr>
      </p:sp>
      <p:sp>
        <p:nvSpPr>
          <p:cNvPr id="8" name="">
            <a:extLst xmlns:a="http://schemas.openxmlformats.org/drawingml/2006/main">
              <a:ext uri="{FF2B5EF4-FFF2-40B4-BE49-F238E27FC236}">
                <a16:creationId xmlns:a16="http://schemas.microsoft.com/office/drawing/2014/main" id="{17B20999-5AF6-4570-9E92-7BDFFCCDFE7A}"/>
              </a:ext>
            </a:extLst>
          </p:cNvPr>
          <p:cNvSpPr>
            <a:spLocks xmlns:a="http://schemas.openxmlformats.org/drawingml/2006/main" noGrp="1"/>
          </p:cNvSpPr>
          <p:nvPr/>
        </p:nvSpPr>
        <p:spPr>
          <a:xfrm xmlns:a="http://schemas.openxmlformats.org/drawingml/2006/main">
            <a:off x="600075" y="21717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615"/>
          </a:bodyPr>
          <a:lstStyle xmlns:a="http://schemas.openxmlformats.org/drawingml/2006/main"/>
          <a:p xmlns:a="http://schemas.openxmlformats.org/drawingml/2006/main">
            <a:pPr algn="l">
              <a:defRPr sz="1950" b="1">
                <a:solidFill>
                  <a:srgbClr val="2E74B5"/>
                </a:solidFill>
                <a:latin typeface="Bitstream Charter"/>
                <a:ea typeface="Bitstream Charter"/>
                <a:cs typeface="Bitstream Charter"/>
              </a:defRPr>
            </a:pPr>
            <a:r>
              <a:rPr sz="1950" b="1">
                <a:solidFill>
                  <a:srgbClr val="2E74B5"/>
                </a:solidFill>
                <a:latin typeface="Bitstream Charter"/>
                <a:ea typeface="Bitstream Charter"/>
                <a:cs typeface="Bitstream Charter"/>
              </a:rPr>
              <a:t>1</a:t>
            </a:r>
          </a:p>
        </p:txBody>
      </p:sp>
      <p:sp>
        <p:nvSpPr>
          <p:cNvPr id="9" name="">
            <a:extLst xmlns:a="http://schemas.openxmlformats.org/drawingml/2006/main">
              <a:ext uri="{FF2B5EF4-FFF2-40B4-BE49-F238E27FC236}">
                <a16:creationId xmlns:a16="http://schemas.microsoft.com/office/drawing/2014/main" id="{38BDC763-0729-4216-9815-1AD2B45F95C1}"/>
              </a:ext>
            </a:extLst>
          </p:cNvPr>
          <p:cNvSpPr>
            <a:spLocks xmlns:a="http://schemas.openxmlformats.org/drawingml/2006/main" noGrp="1"/>
          </p:cNvSpPr>
          <p:nvPr/>
        </p:nvSpPr>
        <p:spPr>
          <a:xfrm xmlns:a="http://schemas.openxmlformats.org/drawingml/2006/main">
            <a:off x="638175" y="2686050"/>
            <a:ext cx="158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Explain</a:t>
            </a:r>
          </a:p>
        </p:txBody>
      </p:sp>
      <p:sp>
        <p:nvSpPr>
          <p:cNvPr id="10" name="">
            <a:extLst xmlns:a="http://schemas.openxmlformats.org/drawingml/2006/main">
              <a:ext uri="{FF2B5EF4-FFF2-40B4-BE49-F238E27FC236}">
                <a16:creationId xmlns:a16="http://schemas.microsoft.com/office/drawing/2014/main" id="{964CD2C6-BF9A-4CFB-86CD-EA4FAA29C085}"/>
              </a:ext>
            </a:extLst>
          </p:cNvPr>
          <p:cNvSpPr>
            <a:spLocks xmlns:a="http://schemas.openxmlformats.org/drawingml/2006/main" noGrp="1"/>
          </p:cNvSpPr>
          <p:nvPr/>
        </p:nvSpPr>
        <p:spPr>
          <a:xfrm xmlns:a="http://schemas.openxmlformats.org/drawingml/2006/main">
            <a:off x="638175" y="3181350"/>
            <a:ext cx="1581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17212B"/>
                </a:solidFill>
                <a:latin typeface="Bitstream Charter"/>
                <a:ea typeface="Bitstream Charter"/>
                <a:cs typeface="Bitstream Charter"/>
              </a:defRPr>
            </a:pPr>
            <a:r>
              <a:rPr sz="1125" b="0">
                <a:solidFill>
                  <a:srgbClr val="17212B"/>
                </a:solidFill>
                <a:latin typeface="Bitstream Charter"/>
                <a:ea typeface="Bitstream Charter"/>
                <a:cs typeface="Bitstream Charter"/>
              </a:rPr>
              <a:t>title and objective</a:t>
            </a:r>
          </a:p>
        </p:txBody>
      </p:sp>
      <p:sp>
        <p:nvSpPr>
          <p:cNvPr id="11" name="">
            <a:extLst xmlns:a="http://schemas.openxmlformats.org/drawingml/2006/main">
              <a:ext uri="{FF2B5EF4-FFF2-40B4-BE49-F238E27FC236}">
                <a16:creationId xmlns:a16="http://schemas.microsoft.com/office/drawing/2014/main" id="{BB169071-C1F1-4889-BEE4-5EFCDEC88053}"/>
              </a:ext>
            </a:extLst>
          </p:cNvPr>
          <p:cNvSpPr>
            <a:spLocks xmlns:a="http://schemas.openxmlformats.org/drawingml/2006/main" noGrp="1"/>
          </p:cNvSpPr>
          <p:nvPr/>
        </p:nvSpPr>
        <p:spPr>
          <a:xfrm xmlns:a="http://schemas.openxmlformats.org/drawingml/2006/main">
            <a:off x="2438400" y="2619375"/>
            <a:ext cx="247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4109"/>
          </a:bodyPr>
          <a:lstStyle xmlns:a="http://schemas.openxmlformats.org/drawingml/2006/main"/>
          <a:p xmlns:a="http://schemas.openxmlformats.org/drawingml/2006/main">
            <a:pPr algn="ctr">
              <a:defRPr sz="2100" b="1">
                <a:solidFill>
                  <a:srgbClr val="2E74B5"/>
                </a:solidFill>
                <a:latin typeface="Bitstream Charter"/>
                <a:ea typeface="Bitstream Charter"/>
                <a:cs typeface="Bitstream Charter"/>
              </a:defRPr>
            </a:pPr>
            <a:r>
              <a:rPr sz="2100" b="1">
                <a:solidFill>
                  <a:srgbClr val="2E74B5"/>
                </a:solidFill>
                <a:latin typeface="Bitstream Charter"/>
                <a:ea typeface="Bitstream Charter"/>
                <a:cs typeface="Bitstream Charter"/>
              </a:rPr>
              <a:t>→</a:t>
            </a:r>
          </a:p>
        </p:txBody>
      </p:sp>
      <p:sp>
        <p:nvSpPr>
          <p:cNvPr id="12" name="">
            <a:extLst xmlns:a="http://schemas.openxmlformats.org/drawingml/2006/main">
              <a:ext uri="{FF2B5EF4-FFF2-40B4-BE49-F238E27FC236}">
                <a16:creationId xmlns:a16="http://schemas.microsoft.com/office/drawing/2014/main" id="{FFDDA43E-E8D9-43D5-8686-B0BF55FBE4A4}"/>
              </a:ext>
            </a:extLst>
          </p:cNvPr>
          <p:cNvSpPr>
            <a:spLocks xmlns:a="http://schemas.openxmlformats.org/drawingml/2006/main" noGrp="1"/>
          </p:cNvSpPr>
          <p:nvPr/>
        </p:nvSpPr>
        <p:spPr>
          <a:xfrm xmlns:a="http://schemas.openxmlformats.org/drawingml/2006/main">
            <a:off x="2695575" y="2000250"/>
            <a:ext cx="2000250" cy="1809750"/>
          </a:xfrm>
          <a:prstGeom xmlns:a="http://schemas.openxmlformats.org/drawingml/2006/main" prst="roundRect">
            <a:avLst>
              <a:gd name="adj" fmla="val 4211"/>
            </a:avLst>
          </a:prstGeom>
          <a:solidFill xmlns:a="http://schemas.openxmlformats.org/drawingml/2006/main">
            <a:srgbClr val="F5F8FA"/>
          </a:solidFill>
          <a:ln xmlns:a="http://schemas.openxmlformats.org/drawingml/2006/main" w="9525">
            <a:solidFill>
              <a:srgbClr val="D5DEE6"/>
            </a:solidFill>
          </a:ln>
        </p:spPr>
      </p:sp>
      <p:sp>
        <p:nvSpPr>
          <p:cNvPr id="13" name="">
            <a:extLst xmlns:a="http://schemas.openxmlformats.org/drawingml/2006/main">
              <a:ext uri="{FF2B5EF4-FFF2-40B4-BE49-F238E27FC236}">
                <a16:creationId xmlns:a16="http://schemas.microsoft.com/office/drawing/2014/main" id="{C597E116-C999-4710-8B26-C2DCBA1A45F7}"/>
              </a:ext>
            </a:extLst>
          </p:cNvPr>
          <p:cNvSpPr>
            <a:spLocks xmlns:a="http://schemas.openxmlformats.org/drawingml/2006/main" noGrp="1"/>
          </p:cNvSpPr>
          <p:nvPr/>
        </p:nvSpPr>
        <p:spPr>
          <a:xfrm xmlns:a="http://schemas.openxmlformats.org/drawingml/2006/main">
            <a:off x="2867025" y="21717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615"/>
          </a:bodyPr>
          <a:lstStyle xmlns:a="http://schemas.openxmlformats.org/drawingml/2006/main"/>
          <a:p xmlns:a="http://schemas.openxmlformats.org/drawingml/2006/main">
            <a:pPr algn="l">
              <a:defRPr sz="1950" b="1">
                <a:solidFill>
                  <a:srgbClr val="2E74B5"/>
                </a:solidFill>
                <a:latin typeface="Bitstream Charter"/>
                <a:ea typeface="Bitstream Charter"/>
                <a:cs typeface="Bitstream Charter"/>
              </a:defRPr>
            </a:pPr>
            <a:r>
              <a:rPr sz="1950" b="1">
                <a:solidFill>
                  <a:srgbClr val="2E74B5"/>
                </a:solidFill>
                <a:latin typeface="Bitstream Charter"/>
                <a:ea typeface="Bitstream Charter"/>
                <a:cs typeface="Bitstream Charter"/>
              </a:rPr>
              <a:t>2</a:t>
            </a:r>
          </a:p>
        </p:txBody>
      </p:sp>
      <p:sp>
        <p:nvSpPr>
          <p:cNvPr id="14" name="">
            <a:extLst xmlns:a="http://schemas.openxmlformats.org/drawingml/2006/main">
              <a:ext uri="{FF2B5EF4-FFF2-40B4-BE49-F238E27FC236}">
                <a16:creationId xmlns:a16="http://schemas.microsoft.com/office/drawing/2014/main" id="{B42D737A-BBE3-4FE1-9CEE-77E8D9FFAD08}"/>
              </a:ext>
            </a:extLst>
          </p:cNvPr>
          <p:cNvSpPr>
            <a:spLocks xmlns:a="http://schemas.openxmlformats.org/drawingml/2006/main" noGrp="1"/>
          </p:cNvSpPr>
          <p:nvPr/>
        </p:nvSpPr>
        <p:spPr>
          <a:xfrm xmlns:a="http://schemas.openxmlformats.org/drawingml/2006/main">
            <a:off x="2905125" y="2686050"/>
            <a:ext cx="158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Set up</a:t>
            </a:r>
          </a:p>
        </p:txBody>
      </p:sp>
      <p:sp>
        <p:nvSpPr>
          <p:cNvPr id="15" name="">
            <a:extLst xmlns:a="http://schemas.openxmlformats.org/drawingml/2006/main">
              <a:ext uri="{FF2B5EF4-FFF2-40B4-BE49-F238E27FC236}">
                <a16:creationId xmlns:a16="http://schemas.microsoft.com/office/drawing/2014/main" id="{415BB94D-6021-4208-853C-C717E6C566EF}"/>
              </a:ext>
            </a:extLst>
          </p:cNvPr>
          <p:cNvSpPr>
            <a:spLocks xmlns:a="http://schemas.openxmlformats.org/drawingml/2006/main" noGrp="1"/>
          </p:cNvSpPr>
          <p:nvPr/>
        </p:nvSpPr>
        <p:spPr>
          <a:xfrm xmlns:a="http://schemas.openxmlformats.org/drawingml/2006/main">
            <a:off x="2905125" y="3181350"/>
            <a:ext cx="1581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17212B"/>
                </a:solidFill>
                <a:latin typeface="Bitstream Charter"/>
                <a:ea typeface="Bitstream Charter"/>
                <a:cs typeface="Bitstream Charter"/>
              </a:defRPr>
            </a:pPr>
            <a:r>
              <a:rPr sz="1125" b="0">
                <a:solidFill>
                  <a:srgbClr val="17212B"/>
                </a:solidFill>
                <a:latin typeface="Bitstream Charter"/>
                <a:ea typeface="Bitstream Charter"/>
                <a:cs typeface="Bitstream Charter"/>
              </a:rPr>
              <a:t>imports and parameters</a:t>
            </a:r>
          </a:p>
        </p:txBody>
      </p:sp>
      <p:sp>
        <p:nvSpPr>
          <p:cNvPr id="16" name="">
            <a:extLst xmlns:a="http://schemas.openxmlformats.org/drawingml/2006/main">
              <a:ext uri="{FF2B5EF4-FFF2-40B4-BE49-F238E27FC236}">
                <a16:creationId xmlns:a16="http://schemas.microsoft.com/office/drawing/2014/main" id="{304E4A03-AAD8-4D93-BE5F-9D7C59CFD14B}"/>
              </a:ext>
            </a:extLst>
          </p:cNvPr>
          <p:cNvSpPr>
            <a:spLocks xmlns:a="http://schemas.openxmlformats.org/drawingml/2006/main" noGrp="1"/>
          </p:cNvSpPr>
          <p:nvPr/>
        </p:nvSpPr>
        <p:spPr>
          <a:xfrm xmlns:a="http://schemas.openxmlformats.org/drawingml/2006/main">
            <a:off x="4705350" y="2619375"/>
            <a:ext cx="247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4109"/>
          </a:bodyPr>
          <a:lstStyle xmlns:a="http://schemas.openxmlformats.org/drawingml/2006/main"/>
          <a:p xmlns:a="http://schemas.openxmlformats.org/drawingml/2006/main">
            <a:pPr algn="ctr">
              <a:defRPr sz="2100" b="1">
                <a:solidFill>
                  <a:srgbClr val="2E74B5"/>
                </a:solidFill>
                <a:latin typeface="Bitstream Charter"/>
                <a:ea typeface="Bitstream Charter"/>
                <a:cs typeface="Bitstream Charter"/>
              </a:defRPr>
            </a:pPr>
            <a:r>
              <a:rPr sz="2100" b="1">
                <a:solidFill>
                  <a:srgbClr val="2E74B5"/>
                </a:solidFill>
                <a:latin typeface="Bitstream Charter"/>
                <a:ea typeface="Bitstream Charter"/>
                <a:cs typeface="Bitstream Charter"/>
              </a:rPr>
              <a:t>→</a:t>
            </a:r>
          </a:p>
        </p:txBody>
      </p:sp>
      <p:sp>
        <p:nvSpPr>
          <p:cNvPr id="17" name="">
            <a:extLst xmlns:a="http://schemas.openxmlformats.org/drawingml/2006/main">
              <a:ext uri="{FF2B5EF4-FFF2-40B4-BE49-F238E27FC236}">
                <a16:creationId xmlns:a16="http://schemas.microsoft.com/office/drawing/2014/main" id="{D91485F7-0A56-4A90-A582-1881699C77F6}"/>
              </a:ext>
            </a:extLst>
          </p:cNvPr>
          <p:cNvSpPr>
            <a:spLocks xmlns:a="http://schemas.openxmlformats.org/drawingml/2006/main" noGrp="1"/>
          </p:cNvSpPr>
          <p:nvPr/>
        </p:nvSpPr>
        <p:spPr>
          <a:xfrm xmlns:a="http://schemas.openxmlformats.org/drawingml/2006/main">
            <a:off x="4962525" y="2000250"/>
            <a:ext cx="2000250" cy="1809750"/>
          </a:xfrm>
          <a:prstGeom xmlns:a="http://schemas.openxmlformats.org/drawingml/2006/main" prst="roundRect">
            <a:avLst>
              <a:gd name="adj" fmla="val 4211"/>
            </a:avLst>
          </a:prstGeom>
          <a:solidFill xmlns:a="http://schemas.openxmlformats.org/drawingml/2006/main">
            <a:srgbClr val="F5F8FA"/>
          </a:solidFill>
          <a:ln xmlns:a="http://schemas.openxmlformats.org/drawingml/2006/main" w="9525">
            <a:solidFill>
              <a:srgbClr val="D5DEE6"/>
            </a:solidFill>
          </a:ln>
        </p:spPr>
      </p:sp>
      <p:sp>
        <p:nvSpPr>
          <p:cNvPr id="18" name="">
            <a:extLst xmlns:a="http://schemas.openxmlformats.org/drawingml/2006/main">
              <a:ext uri="{FF2B5EF4-FFF2-40B4-BE49-F238E27FC236}">
                <a16:creationId xmlns:a16="http://schemas.microsoft.com/office/drawing/2014/main" id="{4834C19D-3137-46BA-83F1-9032C7F06827}"/>
              </a:ext>
            </a:extLst>
          </p:cNvPr>
          <p:cNvSpPr>
            <a:spLocks xmlns:a="http://schemas.openxmlformats.org/drawingml/2006/main" noGrp="1"/>
          </p:cNvSpPr>
          <p:nvPr/>
        </p:nvSpPr>
        <p:spPr>
          <a:xfrm xmlns:a="http://schemas.openxmlformats.org/drawingml/2006/main">
            <a:off x="5133975" y="21717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615"/>
          </a:bodyPr>
          <a:lstStyle xmlns:a="http://schemas.openxmlformats.org/drawingml/2006/main"/>
          <a:p xmlns:a="http://schemas.openxmlformats.org/drawingml/2006/main">
            <a:pPr algn="l">
              <a:defRPr sz="1950" b="1">
                <a:solidFill>
                  <a:srgbClr val="2E74B5"/>
                </a:solidFill>
                <a:latin typeface="Bitstream Charter"/>
                <a:ea typeface="Bitstream Charter"/>
                <a:cs typeface="Bitstream Charter"/>
              </a:defRPr>
            </a:pPr>
            <a:r>
              <a:rPr sz="1950" b="1">
                <a:solidFill>
                  <a:srgbClr val="2E74B5"/>
                </a:solidFill>
                <a:latin typeface="Bitstream Charter"/>
                <a:ea typeface="Bitstream Charter"/>
                <a:cs typeface="Bitstream Charter"/>
              </a:rPr>
              <a:t>3</a:t>
            </a:r>
          </a:p>
        </p:txBody>
      </p:sp>
      <p:sp>
        <p:nvSpPr>
          <p:cNvPr id="19" name="">
            <a:extLst xmlns:a="http://schemas.openxmlformats.org/drawingml/2006/main">
              <a:ext uri="{FF2B5EF4-FFF2-40B4-BE49-F238E27FC236}">
                <a16:creationId xmlns:a16="http://schemas.microsoft.com/office/drawing/2014/main" id="{54A6AE56-05E7-4723-A47A-2449BF02D22F}"/>
              </a:ext>
            </a:extLst>
          </p:cNvPr>
          <p:cNvSpPr>
            <a:spLocks xmlns:a="http://schemas.openxmlformats.org/drawingml/2006/main" noGrp="1"/>
          </p:cNvSpPr>
          <p:nvPr/>
        </p:nvSpPr>
        <p:spPr>
          <a:xfrm xmlns:a="http://schemas.openxmlformats.org/drawingml/2006/main">
            <a:off x="5172075" y="2686050"/>
            <a:ext cx="158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Read</a:t>
            </a:r>
          </a:p>
        </p:txBody>
      </p:sp>
      <p:sp>
        <p:nvSpPr>
          <p:cNvPr id="20" name="">
            <a:extLst xmlns:a="http://schemas.openxmlformats.org/drawingml/2006/main">
              <a:ext uri="{FF2B5EF4-FFF2-40B4-BE49-F238E27FC236}">
                <a16:creationId xmlns:a16="http://schemas.microsoft.com/office/drawing/2014/main" id="{9F039F05-2DC2-4E7C-AECD-489A338E4D00}"/>
              </a:ext>
            </a:extLst>
          </p:cNvPr>
          <p:cNvSpPr>
            <a:spLocks xmlns:a="http://schemas.openxmlformats.org/drawingml/2006/main" noGrp="1"/>
          </p:cNvSpPr>
          <p:nvPr/>
        </p:nvSpPr>
        <p:spPr>
          <a:xfrm xmlns:a="http://schemas.openxmlformats.org/drawingml/2006/main">
            <a:off x="5172075" y="3181350"/>
            <a:ext cx="1581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17212B"/>
                </a:solidFill>
                <a:latin typeface="Bitstream Charter"/>
                <a:ea typeface="Bitstream Charter"/>
                <a:cs typeface="Bitstream Charter"/>
              </a:defRPr>
            </a:pPr>
            <a:r>
              <a:rPr sz="1125" b="0">
                <a:solidFill>
                  <a:srgbClr val="17212B"/>
                </a:solidFill>
                <a:latin typeface="Bitstream Charter"/>
                <a:ea typeface="Bitstream Charter"/>
                <a:cs typeface="Bitstream Charter"/>
              </a:rPr>
              <a:t>source data</a:t>
            </a:r>
          </a:p>
        </p:txBody>
      </p:sp>
      <p:sp>
        <p:nvSpPr>
          <p:cNvPr id="21" name="">
            <a:extLst xmlns:a="http://schemas.openxmlformats.org/drawingml/2006/main">
              <a:ext uri="{FF2B5EF4-FFF2-40B4-BE49-F238E27FC236}">
                <a16:creationId xmlns:a16="http://schemas.microsoft.com/office/drawing/2014/main" id="{68BA7C44-6315-4379-8094-B1CDBAA656A0}"/>
              </a:ext>
            </a:extLst>
          </p:cNvPr>
          <p:cNvSpPr>
            <a:spLocks xmlns:a="http://schemas.openxmlformats.org/drawingml/2006/main" noGrp="1"/>
          </p:cNvSpPr>
          <p:nvPr/>
        </p:nvSpPr>
        <p:spPr>
          <a:xfrm xmlns:a="http://schemas.openxmlformats.org/drawingml/2006/main">
            <a:off x="6972300" y="2619375"/>
            <a:ext cx="247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4109"/>
          </a:bodyPr>
          <a:lstStyle xmlns:a="http://schemas.openxmlformats.org/drawingml/2006/main"/>
          <a:p xmlns:a="http://schemas.openxmlformats.org/drawingml/2006/main">
            <a:pPr algn="ctr">
              <a:defRPr sz="2100" b="1">
                <a:solidFill>
                  <a:srgbClr val="2E74B5"/>
                </a:solidFill>
                <a:latin typeface="Bitstream Charter"/>
                <a:ea typeface="Bitstream Charter"/>
                <a:cs typeface="Bitstream Charter"/>
              </a:defRPr>
            </a:pPr>
            <a:r>
              <a:rPr sz="2100" b="1">
                <a:solidFill>
                  <a:srgbClr val="2E74B5"/>
                </a:solidFill>
                <a:latin typeface="Bitstream Charter"/>
                <a:ea typeface="Bitstream Charter"/>
                <a:cs typeface="Bitstream Charter"/>
              </a:rPr>
              <a:t>→</a:t>
            </a:r>
          </a:p>
        </p:txBody>
      </p:sp>
      <p:sp>
        <p:nvSpPr>
          <p:cNvPr id="22" name="">
            <a:extLst xmlns:a="http://schemas.openxmlformats.org/drawingml/2006/main">
              <a:ext uri="{FF2B5EF4-FFF2-40B4-BE49-F238E27FC236}">
                <a16:creationId xmlns:a16="http://schemas.microsoft.com/office/drawing/2014/main" id="{B1D611A6-7F70-4BE4-AD1E-90CC004144C2}"/>
              </a:ext>
            </a:extLst>
          </p:cNvPr>
          <p:cNvSpPr>
            <a:spLocks xmlns:a="http://schemas.openxmlformats.org/drawingml/2006/main" noGrp="1"/>
          </p:cNvSpPr>
          <p:nvPr/>
        </p:nvSpPr>
        <p:spPr>
          <a:xfrm xmlns:a="http://schemas.openxmlformats.org/drawingml/2006/main">
            <a:off x="7229475" y="2000250"/>
            <a:ext cx="2000250" cy="1809750"/>
          </a:xfrm>
          <a:prstGeom xmlns:a="http://schemas.openxmlformats.org/drawingml/2006/main" prst="roundRect">
            <a:avLst>
              <a:gd name="adj" fmla="val 4211"/>
            </a:avLst>
          </a:prstGeom>
          <a:solidFill xmlns:a="http://schemas.openxmlformats.org/drawingml/2006/main">
            <a:srgbClr val="F5F8FA"/>
          </a:solidFill>
          <a:ln xmlns:a="http://schemas.openxmlformats.org/drawingml/2006/main" w="9525">
            <a:solidFill>
              <a:srgbClr val="D5DEE6"/>
            </a:solidFill>
          </a:ln>
        </p:spPr>
      </p:sp>
      <p:sp>
        <p:nvSpPr>
          <p:cNvPr id="23" name="">
            <a:extLst xmlns:a="http://schemas.openxmlformats.org/drawingml/2006/main">
              <a:ext uri="{FF2B5EF4-FFF2-40B4-BE49-F238E27FC236}">
                <a16:creationId xmlns:a16="http://schemas.microsoft.com/office/drawing/2014/main" id="{318DD18F-6A5D-4344-B7F1-93BCD877F7AC}"/>
              </a:ext>
            </a:extLst>
          </p:cNvPr>
          <p:cNvSpPr>
            <a:spLocks xmlns:a="http://schemas.openxmlformats.org/drawingml/2006/main" noGrp="1"/>
          </p:cNvSpPr>
          <p:nvPr/>
        </p:nvSpPr>
        <p:spPr>
          <a:xfrm xmlns:a="http://schemas.openxmlformats.org/drawingml/2006/main">
            <a:off x="7400925" y="21717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615"/>
          </a:bodyPr>
          <a:lstStyle xmlns:a="http://schemas.openxmlformats.org/drawingml/2006/main"/>
          <a:p xmlns:a="http://schemas.openxmlformats.org/drawingml/2006/main">
            <a:pPr algn="l">
              <a:defRPr sz="1950" b="1">
                <a:solidFill>
                  <a:srgbClr val="2E74B5"/>
                </a:solidFill>
                <a:latin typeface="Bitstream Charter"/>
                <a:ea typeface="Bitstream Charter"/>
                <a:cs typeface="Bitstream Charter"/>
              </a:defRPr>
            </a:pPr>
            <a:r>
              <a:rPr sz="1950" b="1">
                <a:solidFill>
                  <a:srgbClr val="2E74B5"/>
                </a:solidFill>
                <a:latin typeface="Bitstream Charter"/>
                <a:ea typeface="Bitstream Charter"/>
                <a:cs typeface="Bitstream Charter"/>
              </a:rPr>
              <a:t>4</a:t>
            </a:r>
          </a:p>
        </p:txBody>
      </p:sp>
      <p:sp>
        <p:nvSpPr>
          <p:cNvPr id="24" name="">
            <a:extLst xmlns:a="http://schemas.openxmlformats.org/drawingml/2006/main">
              <a:ext uri="{FF2B5EF4-FFF2-40B4-BE49-F238E27FC236}">
                <a16:creationId xmlns:a16="http://schemas.microsoft.com/office/drawing/2014/main" id="{36B8F477-6062-4ED1-806A-4A1C8EF0F53D}"/>
              </a:ext>
            </a:extLst>
          </p:cNvPr>
          <p:cNvSpPr>
            <a:spLocks xmlns:a="http://schemas.openxmlformats.org/drawingml/2006/main" noGrp="1"/>
          </p:cNvSpPr>
          <p:nvPr/>
        </p:nvSpPr>
        <p:spPr>
          <a:xfrm xmlns:a="http://schemas.openxmlformats.org/drawingml/2006/main">
            <a:off x="7439025" y="2686050"/>
            <a:ext cx="158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Transform</a:t>
            </a:r>
          </a:p>
        </p:txBody>
      </p:sp>
      <p:sp>
        <p:nvSpPr>
          <p:cNvPr id="25" name="">
            <a:extLst xmlns:a="http://schemas.openxmlformats.org/drawingml/2006/main">
              <a:ext uri="{FF2B5EF4-FFF2-40B4-BE49-F238E27FC236}">
                <a16:creationId xmlns:a16="http://schemas.microsoft.com/office/drawing/2014/main" id="{6B25B482-77B7-4617-A305-F6B24F8AA3FA}"/>
              </a:ext>
            </a:extLst>
          </p:cNvPr>
          <p:cNvSpPr>
            <a:spLocks xmlns:a="http://schemas.openxmlformats.org/drawingml/2006/main" noGrp="1"/>
          </p:cNvSpPr>
          <p:nvPr/>
        </p:nvSpPr>
        <p:spPr>
          <a:xfrm xmlns:a="http://schemas.openxmlformats.org/drawingml/2006/main">
            <a:off x="7439025" y="3181350"/>
            <a:ext cx="1581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17212B"/>
                </a:solidFill>
                <a:latin typeface="Bitstream Charter"/>
                <a:ea typeface="Bitstream Charter"/>
                <a:cs typeface="Bitstream Charter"/>
              </a:defRPr>
            </a:pPr>
            <a:r>
              <a:rPr sz="1125" b="0">
                <a:solidFill>
                  <a:srgbClr val="17212B"/>
                </a:solidFill>
                <a:latin typeface="Bitstream Charter"/>
                <a:ea typeface="Bitstream Charter"/>
                <a:cs typeface="Bitstream Charter"/>
              </a:rPr>
              <a:t>business logic</a:t>
            </a:r>
          </a:p>
        </p:txBody>
      </p:sp>
      <p:sp>
        <p:nvSpPr>
          <p:cNvPr id="26" name="">
            <a:extLst xmlns:a="http://schemas.openxmlformats.org/drawingml/2006/main">
              <a:ext uri="{FF2B5EF4-FFF2-40B4-BE49-F238E27FC236}">
                <a16:creationId xmlns:a16="http://schemas.microsoft.com/office/drawing/2014/main" id="{BDAAEF52-A1F2-4340-8444-5ABACD321826}"/>
              </a:ext>
            </a:extLst>
          </p:cNvPr>
          <p:cNvSpPr>
            <a:spLocks xmlns:a="http://schemas.openxmlformats.org/drawingml/2006/main" noGrp="1"/>
          </p:cNvSpPr>
          <p:nvPr/>
        </p:nvSpPr>
        <p:spPr>
          <a:xfrm xmlns:a="http://schemas.openxmlformats.org/drawingml/2006/main">
            <a:off x="9239250" y="2619375"/>
            <a:ext cx="247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4109"/>
          </a:bodyPr>
          <a:lstStyle xmlns:a="http://schemas.openxmlformats.org/drawingml/2006/main"/>
          <a:p xmlns:a="http://schemas.openxmlformats.org/drawingml/2006/main">
            <a:pPr algn="ctr">
              <a:defRPr sz="2100" b="1">
                <a:solidFill>
                  <a:srgbClr val="2E74B5"/>
                </a:solidFill>
                <a:latin typeface="Bitstream Charter"/>
                <a:ea typeface="Bitstream Charter"/>
                <a:cs typeface="Bitstream Charter"/>
              </a:defRPr>
            </a:pPr>
            <a:r>
              <a:rPr sz="2100" b="1">
                <a:solidFill>
                  <a:srgbClr val="2E74B5"/>
                </a:solidFill>
                <a:latin typeface="Bitstream Charter"/>
                <a:ea typeface="Bitstream Charter"/>
                <a:cs typeface="Bitstream Charter"/>
              </a:rPr>
              <a:t>→</a:t>
            </a:r>
          </a:p>
        </p:txBody>
      </p:sp>
      <p:sp>
        <p:nvSpPr>
          <p:cNvPr id="27" name="">
            <a:extLst xmlns:a="http://schemas.openxmlformats.org/drawingml/2006/main">
              <a:ext uri="{FF2B5EF4-FFF2-40B4-BE49-F238E27FC236}">
                <a16:creationId xmlns:a16="http://schemas.microsoft.com/office/drawing/2014/main" id="{2F227B44-44C2-41CC-BC7D-1D374230C642}"/>
              </a:ext>
            </a:extLst>
          </p:cNvPr>
          <p:cNvSpPr>
            <a:spLocks xmlns:a="http://schemas.openxmlformats.org/drawingml/2006/main" noGrp="1"/>
          </p:cNvSpPr>
          <p:nvPr/>
        </p:nvSpPr>
        <p:spPr>
          <a:xfrm xmlns:a="http://schemas.openxmlformats.org/drawingml/2006/main">
            <a:off x="9496425" y="2000250"/>
            <a:ext cx="2000250" cy="1809750"/>
          </a:xfrm>
          <a:prstGeom xmlns:a="http://schemas.openxmlformats.org/drawingml/2006/main" prst="roundRect">
            <a:avLst>
              <a:gd name="adj" fmla="val 4211"/>
            </a:avLst>
          </a:prstGeom>
          <a:solidFill xmlns:a="http://schemas.openxmlformats.org/drawingml/2006/main">
            <a:srgbClr val="ECF7F1"/>
          </a:solidFill>
          <a:ln xmlns:a="http://schemas.openxmlformats.org/drawingml/2006/main" w="9525">
            <a:solidFill>
              <a:srgbClr val="D5DEE6"/>
            </a:solidFill>
          </a:ln>
        </p:spPr>
      </p:sp>
      <p:sp>
        <p:nvSpPr>
          <p:cNvPr id="28" name="">
            <a:extLst xmlns:a="http://schemas.openxmlformats.org/drawingml/2006/main">
              <a:ext uri="{FF2B5EF4-FFF2-40B4-BE49-F238E27FC236}">
                <a16:creationId xmlns:a16="http://schemas.microsoft.com/office/drawing/2014/main" id="{137327BC-F106-4DEC-8A51-AF5E25F68F2A}"/>
              </a:ext>
            </a:extLst>
          </p:cNvPr>
          <p:cNvSpPr>
            <a:spLocks xmlns:a="http://schemas.openxmlformats.org/drawingml/2006/main" noGrp="1"/>
          </p:cNvSpPr>
          <p:nvPr/>
        </p:nvSpPr>
        <p:spPr>
          <a:xfrm xmlns:a="http://schemas.openxmlformats.org/drawingml/2006/main">
            <a:off x="9667875" y="21717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615"/>
          </a:bodyPr>
          <a:lstStyle xmlns:a="http://schemas.openxmlformats.org/drawingml/2006/main"/>
          <a:p xmlns:a="http://schemas.openxmlformats.org/drawingml/2006/main">
            <a:pPr algn="l">
              <a:defRPr sz="1950" b="1">
                <a:solidFill>
                  <a:srgbClr val="2F7D5A"/>
                </a:solidFill>
                <a:latin typeface="Bitstream Charter"/>
                <a:ea typeface="Bitstream Charter"/>
                <a:cs typeface="Bitstream Charter"/>
              </a:defRPr>
            </a:pPr>
            <a:r>
              <a:rPr sz="1950" b="1">
                <a:solidFill>
                  <a:srgbClr val="2F7D5A"/>
                </a:solidFill>
                <a:latin typeface="Bitstream Charter"/>
                <a:ea typeface="Bitstream Charter"/>
                <a:cs typeface="Bitstream Charter"/>
              </a:rPr>
              <a:t>5</a:t>
            </a:r>
          </a:p>
        </p:txBody>
      </p:sp>
      <p:sp>
        <p:nvSpPr>
          <p:cNvPr id="29" name="">
            <a:extLst xmlns:a="http://schemas.openxmlformats.org/drawingml/2006/main">
              <a:ext uri="{FF2B5EF4-FFF2-40B4-BE49-F238E27FC236}">
                <a16:creationId xmlns:a16="http://schemas.microsoft.com/office/drawing/2014/main" id="{A8E61B4B-AC46-4635-A0D5-E77DBFC4BA68}"/>
              </a:ext>
            </a:extLst>
          </p:cNvPr>
          <p:cNvSpPr>
            <a:spLocks xmlns:a="http://schemas.openxmlformats.org/drawingml/2006/main" noGrp="1"/>
          </p:cNvSpPr>
          <p:nvPr/>
        </p:nvSpPr>
        <p:spPr>
          <a:xfrm xmlns:a="http://schemas.openxmlformats.org/drawingml/2006/main">
            <a:off x="9705975" y="2686050"/>
            <a:ext cx="158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Validate</a:t>
            </a:r>
          </a:p>
        </p:txBody>
      </p:sp>
      <p:sp>
        <p:nvSpPr>
          <p:cNvPr id="30" name="">
            <a:extLst xmlns:a="http://schemas.openxmlformats.org/drawingml/2006/main">
              <a:ext uri="{FF2B5EF4-FFF2-40B4-BE49-F238E27FC236}">
                <a16:creationId xmlns:a16="http://schemas.microsoft.com/office/drawing/2014/main" id="{D2B3CDAE-5962-4EBC-B212-6A59670C5FB0}"/>
              </a:ext>
            </a:extLst>
          </p:cNvPr>
          <p:cNvSpPr>
            <a:spLocks xmlns:a="http://schemas.openxmlformats.org/drawingml/2006/main" noGrp="1"/>
          </p:cNvSpPr>
          <p:nvPr/>
        </p:nvSpPr>
        <p:spPr>
          <a:xfrm xmlns:a="http://schemas.openxmlformats.org/drawingml/2006/main">
            <a:off x="9705975" y="3181350"/>
            <a:ext cx="1581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17212B"/>
                </a:solidFill>
                <a:latin typeface="Bitstream Charter"/>
                <a:ea typeface="Bitstream Charter"/>
                <a:cs typeface="Bitstream Charter"/>
              </a:defRPr>
            </a:pPr>
            <a:r>
              <a:rPr sz="1125" b="0">
                <a:solidFill>
                  <a:srgbClr val="17212B"/>
                </a:solidFill>
                <a:latin typeface="Bitstream Charter"/>
                <a:ea typeface="Bitstream Charter"/>
                <a:cs typeface="Bitstream Charter"/>
              </a:rPr>
              <a:t>publish and prove</a:t>
            </a:r>
          </a:p>
        </p:txBody>
      </p:sp>
      <p:sp>
        <p:nvSpPr>
          <p:cNvPr id="31" name="">
            <a:extLst xmlns:a="http://schemas.openxmlformats.org/drawingml/2006/main">
              <a:ext uri="{FF2B5EF4-FFF2-40B4-BE49-F238E27FC236}">
                <a16:creationId xmlns:a16="http://schemas.microsoft.com/office/drawing/2014/main" id="{D2B5C544-4D06-49F2-A708-E06C6D976C24}"/>
              </a:ext>
            </a:extLst>
          </p:cNvPr>
          <p:cNvSpPr>
            <a:spLocks xmlns:a="http://schemas.openxmlformats.org/drawingml/2006/main" noGrp="1"/>
          </p:cNvSpPr>
          <p:nvPr/>
        </p:nvSpPr>
        <p:spPr>
          <a:xfrm xmlns:a="http://schemas.openxmlformats.org/drawingml/2006/main">
            <a:off x="1381125" y="4572000"/>
            <a:ext cx="9429750" cy="742950"/>
          </a:xfrm>
          <a:prstGeom xmlns:a="http://schemas.openxmlformats.org/drawingml/2006/main" prst="roundRect">
            <a:avLst>
              <a:gd name="adj" fmla="val 10256"/>
            </a:avLst>
          </a:prstGeom>
          <a:solidFill xmlns:a="http://schemas.openxmlformats.org/drawingml/2006/main">
            <a:srgbClr val="09233B"/>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89B2857C-7280-424B-80F4-C4ECB28676C5}"/>
              </a:ext>
            </a:extLst>
          </p:cNvPr>
          <p:cNvSpPr>
            <a:spLocks xmlns:a="http://schemas.openxmlformats.org/drawingml/2006/main" noGrp="1"/>
          </p:cNvSpPr>
          <p:nvPr/>
        </p:nvSpPr>
        <p:spPr>
          <a:xfrm xmlns:a="http://schemas.openxmlformats.org/drawingml/2006/main">
            <a:off x="1666875" y="4714875"/>
            <a:ext cx="885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6"/>
          </a:bodyPr>
          <a:lstStyle xmlns:a="http://schemas.openxmlformats.org/drawingml/2006/main"/>
          <a:p xmlns:a="http://schemas.openxmlformats.org/drawingml/2006/main">
            <a:pPr algn="ctr">
              <a:defRPr sz="1650" b="1">
                <a:solidFill>
                  <a:srgbClr val="FFFFFF"/>
                </a:solidFill>
                <a:latin typeface="Bitstream Charter"/>
                <a:ea typeface="Bitstream Charter"/>
                <a:cs typeface="Bitstream Charter"/>
              </a:defRPr>
            </a:pPr>
            <a:r>
              <a:rPr sz="1650" b="1">
                <a:solidFill>
                  <a:srgbClr val="FFFFFF"/>
                </a:solidFill>
                <a:latin typeface="Bitstream Charter"/>
                <a:ea typeface="Bitstream Charter"/>
                <a:cs typeface="Bitstream Charter"/>
              </a:rPr>
              <a:t>Separate destructive publishing from exploration so learners know exactly what a rerun will change.</a:t>
            </a:r>
          </a:p>
        </p:txBody>
      </p:sp>
    </p:spTree>
    <p:extLst>
      <p:ext uri="{BB962C8B-B14F-4D97-AF65-F5344CB8AC3E}">
        <p14:creationId xmlns:p14="http://schemas.microsoft.com/office/powerpoint/2010/main" val="1784970994"/>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16E6CF4-143E-40AB-B39B-040C57166F3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4370AC-384A-4D65-A40F-3244A8256250}"/>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What compute is</a:t>
            </a:r>
          </a:p>
        </p:txBody>
      </p:sp>
      <p:sp>
        <p:nvSpPr>
          <p:cNvPr id="3" name="">
            <a:extLst xmlns:a="http://schemas.openxmlformats.org/drawingml/2006/main">
              <a:ext uri="{FF2B5EF4-FFF2-40B4-BE49-F238E27FC236}">
                <a16:creationId xmlns:a16="http://schemas.microsoft.com/office/drawing/2014/main" id="{2064FE83-68DF-44A2-9F1F-A3820F7E684D}"/>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The resource that performs the work</a:t>
            </a:r>
          </a:p>
        </p:txBody>
      </p:sp>
      <p:sp>
        <p:nvSpPr>
          <p:cNvPr id="4" name="">
            <a:extLst xmlns:a="http://schemas.openxmlformats.org/drawingml/2006/main">
              <a:ext uri="{FF2B5EF4-FFF2-40B4-BE49-F238E27FC236}">
                <a16:creationId xmlns:a16="http://schemas.microsoft.com/office/drawing/2014/main" id="{AD300A13-EFD4-499B-8E2B-F6855313A58D}"/>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0BA31C2-E02A-407C-AF41-74CA28654003}"/>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C9335E73-2333-4325-9019-9B16BFA8014E}"/>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39</a:t>
            </a:r>
          </a:p>
        </p:txBody>
      </p:sp>
      <p:sp>
        <p:nvSpPr>
          <p:cNvPr id="7" name="">
            <a:extLst xmlns:a="http://schemas.openxmlformats.org/drawingml/2006/main">
              <a:ext uri="{FF2B5EF4-FFF2-40B4-BE49-F238E27FC236}">
                <a16:creationId xmlns:a16="http://schemas.microsoft.com/office/drawing/2014/main" id="{0963802E-3EEC-42EF-99EF-0F79EA135B21}"/>
              </a:ext>
            </a:extLst>
          </p:cNvPr>
          <p:cNvSpPr>
            <a:spLocks xmlns:a="http://schemas.openxmlformats.org/drawingml/2006/main" noGrp="1"/>
          </p:cNvSpPr>
          <p:nvPr/>
        </p:nvSpPr>
        <p:spPr>
          <a:xfrm xmlns:a="http://schemas.openxmlformats.org/drawingml/2006/main">
            <a:off x="704850" y="1581150"/>
            <a:ext cx="1428750" cy="304800"/>
          </a:xfrm>
          <a:prstGeom xmlns:a="http://schemas.openxmlformats.org/drawingml/2006/main" prst="roundRect">
            <a:avLst>
              <a:gd name="adj" fmla="val 25000"/>
            </a:avLst>
          </a:prstGeom>
          <a:solidFill xmlns:a="http://schemas.openxmlformats.org/drawingml/2006/main">
            <a:srgbClr val="2E74B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D79F341-A1B3-456F-A29A-C5F7DF2E3A0B}"/>
              </a:ext>
            </a:extLst>
          </p:cNvPr>
          <p:cNvSpPr>
            <a:spLocks xmlns:a="http://schemas.openxmlformats.org/drawingml/2006/main" noGrp="1"/>
          </p:cNvSpPr>
          <p:nvPr/>
        </p:nvSpPr>
        <p:spPr>
          <a:xfrm xmlns:a="http://schemas.openxmlformats.org/drawingml/2006/main">
            <a:off x="781050" y="1600200"/>
            <a:ext cx="1276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SIMPLE IDEA</a:t>
            </a:r>
          </a:p>
        </p:txBody>
      </p:sp>
      <p:sp>
        <p:nvSpPr>
          <p:cNvPr id="9" name="">
            <a:extLst xmlns:a="http://schemas.openxmlformats.org/drawingml/2006/main">
              <a:ext uri="{FF2B5EF4-FFF2-40B4-BE49-F238E27FC236}">
                <a16:creationId xmlns:a16="http://schemas.microsoft.com/office/drawing/2014/main" id="{FA032C34-F89C-41DA-8E39-DF35FC727D62}"/>
              </a:ext>
            </a:extLst>
          </p:cNvPr>
          <p:cNvSpPr>
            <a:spLocks xmlns:a="http://schemas.openxmlformats.org/drawingml/2006/main" noGrp="1"/>
          </p:cNvSpPr>
          <p:nvPr/>
        </p:nvSpPr>
        <p:spPr>
          <a:xfrm xmlns:a="http://schemas.openxmlformats.org/drawingml/2006/main">
            <a:off x="704850" y="1952625"/>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09233B"/>
                </a:solidFill>
                <a:latin typeface="Bitstream Charter"/>
                <a:ea typeface="Bitstream Charter"/>
                <a:cs typeface="Bitstream Charter"/>
              </a:defRPr>
            </a:pPr>
            <a:r>
              <a:rPr sz="2175" b="1">
                <a:solidFill>
                  <a:srgbClr val="09233B"/>
                </a:solidFill>
                <a:latin typeface="Bitstream Charter"/>
                <a:ea typeface="Bitstream Charter"/>
                <a:cs typeface="Bitstream Charter"/>
              </a:rPr>
              <a:t>Compute executes notebook commands and Spark tasks.</a:t>
            </a:r>
          </a:p>
        </p:txBody>
      </p:sp>
      <p:sp>
        <p:nvSpPr>
          <p:cNvPr id="10" name="">
            <a:extLst xmlns:a="http://schemas.openxmlformats.org/drawingml/2006/main">
              <a:ext uri="{FF2B5EF4-FFF2-40B4-BE49-F238E27FC236}">
                <a16:creationId xmlns:a16="http://schemas.microsoft.com/office/drawing/2014/main" id="{821068BE-AFAB-4055-9904-B0EF995E1AC8}"/>
              </a:ext>
            </a:extLst>
          </p:cNvPr>
          <p:cNvSpPr>
            <a:spLocks xmlns:a="http://schemas.openxmlformats.org/drawingml/2006/main" noGrp="1"/>
          </p:cNvSpPr>
          <p:nvPr/>
        </p:nvSpPr>
        <p:spPr>
          <a:xfrm xmlns:a="http://schemas.openxmlformats.org/drawingml/2006/main">
            <a:off x="800100" y="3267075"/>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17B0BDA-799D-427D-8914-0219A8D244E7}"/>
              </a:ext>
            </a:extLst>
          </p:cNvPr>
          <p:cNvSpPr>
            <a:spLocks xmlns:a="http://schemas.openxmlformats.org/drawingml/2006/main" noGrp="1"/>
          </p:cNvSpPr>
          <p:nvPr/>
        </p:nvSpPr>
        <p:spPr>
          <a:xfrm xmlns:a="http://schemas.openxmlformats.org/drawingml/2006/main">
            <a:off x="1095375" y="31908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Python code needs an execution environment.</a:t>
            </a:r>
          </a:p>
        </p:txBody>
      </p:sp>
      <p:sp>
        <p:nvSpPr>
          <p:cNvPr id="12" name="">
            <a:extLst xmlns:a="http://schemas.openxmlformats.org/drawingml/2006/main">
              <a:ext uri="{FF2B5EF4-FFF2-40B4-BE49-F238E27FC236}">
                <a16:creationId xmlns:a16="http://schemas.microsoft.com/office/drawing/2014/main" id="{365ED0FF-D791-4AE1-B371-3050DB4BB93B}"/>
              </a:ext>
            </a:extLst>
          </p:cNvPr>
          <p:cNvSpPr>
            <a:spLocks xmlns:a="http://schemas.openxmlformats.org/drawingml/2006/main" noGrp="1"/>
          </p:cNvSpPr>
          <p:nvPr/>
        </p:nvSpPr>
        <p:spPr>
          <a:xfrm xmlns:a="http://schemas.openxmlformats.org/drawingml/2006/main">
            <a:off x="800100" y="3848100"/>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A269707-7A58-41AD-A8BB-23E576C45108}"/>
              </a:ext>
            </a:extLst>
          </p:cNvPr>
          <p:cNvSpPr>
            <a:spLocks xmlns:a="http://schemas.openxmlformats.org/drawingml/2006/main" noGrp="1"/>
          </p:cNvSpPr>
          <p:nvPr/>
        </p:nvSpPr>
        <p:spPr>
          <a:xfrm xmlns:a="http://schemas.openxmlformats.org/drawingml/2006/main">
            <a:off x="1095375" y="37719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Spark DataFrames need a Spark session.</a:t>
            </a:r>
          </a:p>
        </p:txBody>
      </p:sp>
      <p:sp>
        <p:nvSpPr>
          <p:cNvPr id="14" name="">
            <a:extLst xmlns:a="http://schemas.openxmlformats.org/drawingml/2006/main">
              <a:ext uri="{FF2B5EF4-FFF2-40B4-BE49-F238E27FC236}">
                <a16:creationId xmlns:a16="http://schemas.microsoft.com/office/drawing/2014/main" id="{1217858E-15DA-4E7C-93D8-FDF3678E4489}"/>
              </a:ext>
            </a:extLst>
          </p:cNvPr>
          <p:cNvSpPr>
            <a:spLocks xmlns:a="http://schemas.openxmlformats.org/drawingml/2006/main" noGrp="1"/>
          </p:cNvSpPr>
          <p:nvPr/>
        </p:nvSpPr>
        <p:spPr>
          <a:xfrm xmlns:a="http://schemas.openxmlformats.org/drawingml/2006/main">
            <a:off x="800100" y="4429125"/>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AAEBF48-A4E6-40DF-9B41-D3B10280E275}"/>
              </a:ext>
            </a:extLst>
          </p:cNvPr>
          <p:cNvSpPr>
            <a:spLocks xmlns:a="http://schemas.openxmlformats.org/drawingml/2006/main" noGrp="1"/>
          </p:cNvSpPr>
          <p:nvPr/>
        </p:nvSpPr>
        <p:spPr>
          <a:xfrm xmlns:a="http://schemas.openxmlformats.org/drawingml/2006/main">
            <a:off x="1095375" y="43529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SQL in a notebook uses compatible compute.</a:t>
            </a:r>
          </a:p>
        </p:txBody>
      </p:sp>
      <p:sp>
        <p:nvSpPr>
          <p:cNvPr id="16" name="">
            <a:extLst xmlns:a="http://schemas.openxmlformats.org/drawingml/2006/main">
              <a:ext uri="{FF2B5EF4-FFF2-40B4-BE49-F238E27FC236}">
                <a16:creationId xmlns:a16="http://schemas.microsoft.com/office/drawing/2014/main" id="{8D166D50-1F18-4C2A-AA2D-F9FA4EEB5C56}"/>
              </a:ext>
            </a:extLst>
          </p:cNvPr>
          <p:cNvSpPr>
            <a:spLocks xmlns:a="http://schemas.openxmlformats.org/drawingml/2006/main" noGrp="1"/>
          </p:cNvSpPr>
          <p:nvPr/>
        </p:nvSpPr>
        <p:spPr>
          <a:xfrm xmlns:a="http://schemas.openxmlformats.org/drawingml/2006/main">
            <a:off x="800100" y="5010150"/>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0042665-C980-40E8-A97B-AFEF66422C17}"/>
              </a:ext>
            </a:extLst>
          </p:cNvPr>
          <p:cNvSpPr>
            <a:spLocks xmlns:a="http://schemas.openxmlformats.org/drawingml/2006/main" noGrp="1"/>
          </p:cNvSpPr>
          <p:nvPr/>
        </p:nvSpPr>
        <p:spPr>
          <a:xfrm xmlns:a="http://schemas.openxmlformats.org/drawingml/2006/main">
            <a:off x="1095375" y="49339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No compute means the notebook cannot process the data.</a:t>
            </a:r>
          </a:p>
        </p:txBody>
      </p:sp>
      <p:sp>
        <p:nvSpPr>
          <p:cNvPr id="18" name="">
            <a:extLst xmlns:a="http://schemas.openxmlformats.org/drawingml/2006/main">
              <a:ext uri="{FF2B5EF4-FFF2-40B4-BE49-F238E27FC236}">
                <a16:creationId xmlns:a16="http://schemas.microsoft.com/office/drawing/2014/main" id="{C6EE8514-1E07-4AE6-B1AB-8C777593BA19}"/>
              </a:ext>
            </a:extLst>
          </p:cNvPr>
          <p:cNvSpPr>
            <a:spLocks xmlns:a="http://schemas.openxmlformats.org/drawingml/2006/main" noGrp="1"/>
          </p:cNvSpPr>
          <p:nvPr/>
        </p:nvSpPr>
        <p:spPr>
          <a:xfrm xmlns:a="http://schemas.openxmlformats.org/drawingml/2006/main">
            <a:off x="7667625" y="1714500"/>
            <a:ext cx="3714750" cy="3238500"/>
          </a:xfrm>
          <a:prstGeom xmlns:a="http://schemas.openxmlformats.org/drawingml/2006/main" prst="roundRect">
            <a:avLst>
              <a:gd name="adj" fmla="val 2353"/>
            </a:avLst>
          </a:prstGeom>
          <a:solidFill xmlns:a="http://schemas.openxmlformats.org/drawingml/2006/main">
            <a:srgbClr val="F5F8FA"/>
          </a:solidFill>
          <a:ln xmlns:a="http://schemas.openxmlformats.org/drawingml/2006/main" w="9525">
            <a:solidFill>
              <a:srgbClr val="D5DEE6"/>
            </a:solidFill>
          </a:ln>
        </p:spPr>
      </p:sp>
      <p:sp>
        <p:nvSpPr>
          <p:cNvPr id="19" name="">
            <a:extLst xmlns:a="http://schemas.openxmlformats.org/drawingml/2006/main">
              <a:ext uri="{FF2B5EF4-FFF2-40B4-BE49-F238E27FC236}">
                <a16:creationId xmlns:a16="http://schemas.microsoft.com/office/drawing/2014/main" id="{C0991179-9ABD-40E2-82DB-54B627C07D8A}"/>
              </a:ext>
            </a:extLst>
          </p:cNvPr>
          <p:cNvSpPr>
            <a:spLocks xmlns:a="http://schemas.openxmlformats.org/drawingml/2006/main" noGrp="1"/>
          </p:cNvSpPr>
          <p:nvPr/>
        </p:nvSpPr>
        <p:spPr>
          <a:xfrm xmlns:a="http://schemas.openxmlformats.org/drawingml/2006/main">
            <a:off x="7667625" y="1714500"/>
            <a:ext cx="85725" cy="3238500"/>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BEFDFCE-6ACB-4DAF-A639-771C6B3C7747}"/>
              </a:ext>
            </a:extLst>
          </p:cNvPr>
          <p:cNvSpPr>
            <a:spLocks xmlns:a="http://schemas.openxmlformats.org/drawingml/2006/main" noGrp="1"/>
          </p:cNvSpPr>
          <p:nvPr/>
        </p:nvSpPr>
        <p:spPr>
          <a:xfrm xmlns:a="http://schemas.openxmlformats.org/drawingml/2006/main">
            <a:off x="7905750" y="1847850"/>
            <a:ext cx="328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Example</a:t>
            </a:r>
          </a:p>
        </p:txBody>
      </p:sp>
      <p:sp>
        <p:nvSpPr>
          <p:cNvPr id="21" name="">
            <a:extLst xmlns:a="http://schemas.openxmlformats.org/drawingml/2006/main">
              <a:ext uri="{FF2B5EF4-FFF2-40B4-BE49-F238E27FC236}">
                <a16:creationId xmlns:a16="http://schemas.microsoft.com/office/drawing/2014/main" id="{8EA81BBF-BE3F-4DBC-AC3C-2CD07522B804}"/>
              </a:ext>
            </a:extLst>
          </p:cNvPr>
          <p:cNvSpPr>
            <a:spLocks xmlns:a="http://schemas.openxmlformats.org/drawingml/2006/main" noGrp="1"/>
          </p:cNvSpPr>
          <p:nvPr/>
        </p:nvSpPr>
        <p:spPr>
          <a:xfrm xmlns:a="http://schemas.openxmlformats.org/drawingml/2006/main">
            <a:off x="7905750" y="2219325"/>
            <a:ext cx="3286125" cy="2609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Notebook = instructions; compute = worker; data = raw material; result = finished product.</a:t>
            </a:r>
          </a:p>
        </p:txBody>
      </p:sp>
      <p:sp>
        <p:nvSpPr>
          <p:cNvPr id="22" name="">
            <a:extLst xmlns:a="http://schemas.openxmlformats.org/drawingml/2006/main">
              <a:ext uri="{FF2B5EF4-FFF2-40B4-BE49-F238E27FC236}">
                <a16:creationId xmlns:a16="http://schemas.microsoft.com/office/drawing/2014/main" id="{569A19F5-F588-46EF-B728-E532F0A244EC}"/>
              </a:ext>
            </a:extLst>
          </p:cNvPr>
          <p:cNvSpPr>
            <a:spLocks xmlns:a="http://schemas.openxmlformats.org/drawingml/2006/main" noGrp="1"/>
          </p:cNvSpPr>
          <p:nvPr/>
        </p:nvSpPr>
        <p:spPr>
          <a:xfrm xmlns:a="http://schemas.openxmlformats.org/drawingml/2006/main">
            <a:off x="7810500" y="5238750"/>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5D6A76"/>
                </a:solidFill>
                <a:latin typeface="Bitstream Charter"/>
                <a:ea typeface="Bitstream Charter"/>
                <a:cs typeface="Bitstream Charter"/>
              </a:defRPr>
            </a:pPr>
            <a:r>
              <a:rPr sz="1200" b="1">
                <a:solidFill>
                  <a:srgbClr val="5D6A76"/>
                </a:solidFill>
                <a:latin typeface="Bitstream Charter"/>
                <a:ea typeface="Bitstream Charter"/>
                <a:cs typeface="Bitstream Charter"/>
              </a:rPr>
              <a:t>Ask learners to explain this in their own words.</a:t>
            </a:r>
          </a:p>
        </p:txBody>
      </p:sp>
    </p:spTree>
    <p:extLst>
      <p:ext uri="{BB962C8B-B14F-4D97-AF65-F5344CB8AC3E}">
        <p14:creationId xmlns:p14="http://schemas.microsoft.com/office/powerpoint/2010/main" val="1396925408"/>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2042A3D-FD32-458A-8B60-B5E23B5FD2A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792143A-D359-4C2C-BC48-7E21FAC338B4}"/>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Main compute choices</a:t>
            </a:r>
          </a:p>
        </p:txBody>
      </p:sp>
      <p:sp>
        <p:nvSpPr>
          <p:cNvPr id="3" name="">
            <a:extLst xmlns:a="http://schemas.openxmlformats.org/drawingml/2006/main">
              <a:ext uri="{FF2B5EF4-FFF2-40B4-BE49-F238E27FC236}">
                <a16:creationId xmlns:a16="http://schemas.microsoft.com/office/drawing/2014/main" id="{745C1DA8-3F10-4B3B-93F2-99DA878E47C9}"/>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Select the resource that matches the workload</a:t>
            </a:r>
          </a:p>
        </p:txBody>
      </p:sp>
      <p:sp>
        <p:nvSpPr>
          <p:cNvPr id="4" name="">
            <a:extLst xmlns:a="http://schemas.openxmlformats.org/drawingml/2006/main">
              <a:ext uri="{FF2B5EF4-FFF2-40B4-BE49-F238E27FC236}">
                <a16:creationId xmlns:a16="http://schemas.microsoft.com/office/drawing/2014/main" id="{F420A7B8-4E39-4F62-9F4D-0682979877B6}"/>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2076F68-F85A-4049-AA15-5A1F6926A502}"/>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FB5377C9-CEEB-4FF1-8FC5-E58F52256820}"/>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40</a:t>
            </a:r>
          </a:p>
        </p:txBody>
      </p:sp>
      <p:graphicFrame>
        <p:nvGraphicFramePr>
          <p:cNvPr id="16" name=""/>
          <p:cNvGraphicFramePr/>
          <p:nvPr/>
        </p:nvGraphicFramePr>
        <p:xfrm>
          <a:off xmlns:a="http://schemas.openxmlformats.org/drawingml/2006/main" x="666750" y="1666875"/>
          <a:ext xmlns:a="http://schemas.openxmlformats.org/drawingml/2006/main" cx="10858500" cy="3476625"/>
        </p:xfrm>
        <a:graphic xmlns:a="http://schemas.openxmlformats.org/drawingml/2006/main">
          <a:graphicData uri="http://schemas.openxmlformats.org/drawingml/2006/table">
            <a:tbl>
              <a:tblPr firstRow="1" bandRow="1"/>
              <a:tblGrid>
                <a:gridCol w="3143250"/>
                <a:gridCol w="4381500"/>
                <a:gridCol w="3333750"/>
              </a:tblGrid>
              <a:tr h="695325">
                <a:tc>
                  <a:txBody>
                    <a:bodyPr/>
                    <a:lstStyle/>
                    <a:p>
                      <a:r>
                        <a:rPr sz="1125" b="1">
                          <a:solidFill>
                            <a:srgbClr val="FFFFFF"/>
                          </a:solidFill>
                          <a:latin typeface="Bitstream Charter"/>
                          <a:ea typeface="Bitstream Charter"/>
                          <a:cs typeface="Bitstream Charter"/>
                        </a:rPr>
                        <a:t>Compute choice</a:t>
                      </a:r>
                    </a:p>
                  </a:txBody>
                  <a:tcPr marL="91440" marR="91440" marT="45720" marB="45720">
                    <a:solidFill>
                      <a:srgbClr val="09233B"/>
                    </a:solidFill>
                  </a:tcPr>
                </a:tc>
                <a:tc>
                  <a:txBody>
                    <a:bodyPr/>
                    <a:lstStyle/>
                    <a:p>
                      <a:r>
                        <a:rPr sz="1125" b="1">
                          <a:solidFill>
                            <a:srgbClr val="FFFFFF"/>
                          </a:solidFill>
                          <a:latin typeface="Bitstream Charter"/>
                          <a:ea typeface="Bitstream Charter"/>
                          <a:cs typeface="Bitstream Charter"/>
                        </a:rPr>
                        <a:t>Best use</a:t>
                      </a:r>
                    </a:p>
                  </a:txBody>
                  <a:tcPr marL="91440" marR="91440" marT="45720" marB="45720">
                    <a:solidFill>
                      <a:srgbClr val="09233B"/>
                    </a:solidFill>
                  </a:tcPr>
                </a:tc>
                <a:tc>
                  <a:txBody>
                    <a:bodyPr/>
                    <a:lstStyle/>
                    <a:p>
                      <a:r>
                        <a:rPr sz="1125" b="1">
                          <a:solidFill>
                            <a:srgbClr val="FFFFFF"/>
                          </a:solidFill>
                          <a:latin typeface="Bitstream Charter"/>
                          <a:ea typeface="Bitstream Charter"/>
                          <a:cs typeface="Bitstream Charter"/>
                        </a:rPr>
                        <a:t>Beginner guidance</a:t>
                      </a:r>
                    </a:p>
                  </a:txBody>
                  <a:tcPr marL="91440" marR="91440" marT="45720" marB="45720">
                    <a:solidFill>
                      <a:srgbClr val="09233B"/>
                    </a:solidFill>
                  </a:tcPr>
                </a:tc>
              </a:tr>
              <a:tr h="695325">
                <a:tc>
                  <a:txBody>
                    <a:bodyPr/>
                    <a:lstStyle/>
                    <a:p>
                      <a:r>
                        <a:rPr sz="1050">
                          <a:solidFill>
                            <a:srgbClr val="17212B"/>
                          </a:solidFill>
                          <a:latin typeface="Bitstream Charter"/>
                          <a:ea typeface="Bitstream Charter"/>
                          <a:cs typeface="Bitstream Charter"/>
                        </a:rPr>
                        <a:t>Serverless</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Interactive notebooks, jobs and pipelines</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Preferred when enabled and approved</a:t>
                      </a:r>
                    </a:p>
                  </a:txBody>
                  <a:tcPr marL="91440" marR="91440" marT="45720" marB="45720">
                    <a:solidFill>
                      <a:srgbClr val="FFFFFF"/>
                    </a:solidFill>
                  </a:tcPr>
                </a:tc>
              </a:tr>
              <a:tr h="695325">
                <a:tc>
                  <a:txBody>
                    <a:bodyPr/>
                    <a:lstStyle/>
                    <a:p>
                      <a:r>
                        <a:rPr sz="1050">
                          <a:solidFill>
                            <a:srgbClr val="17212B"/>
                          </a:solidFill>
                          <a:latin typeface="Bitstream Charter"/>
                          <a:ea typeface="Bitstream Charter"/>
                          <a:cs typeface="Bitstream Charter"/>
                        </a:rPr>
                        <a:t>Classic all-purpose</a:t>
                      </a:r>
                    </a:p>
                  </a:txBody>
                  <a:tcPr marL="91440" marR="91440" marT="45720" marB="45720">
                    <a:solidFill>
                      <a:srgbClr val="F5F8FA"/>
                    </a:solidFill>
                  </a:tcPr>
                </a:tc>
                <a:tc>
                  <a:txBody>
                    <a:bodyPr/>
                    <a:lstStyle/>
                    <a:p>
                      <a:r>
                        <a:rPr sz="1050">
                          <a:solidFill>
                            <a:srgbClr val="17212B"/>
                          </a:solidFill>
                          <a:latin typeface="Bitstream Charter"/>
                          <a:ea typeface="Bitstream Charter"/>
                          <a:cs typeface="Bitstream Charter"/>
                        </a:rPr>
                        <a:t>Interactive work needing explicit configuration</a:t>
                      </a:r>
                    </a:p>
                  </a:txBody>
                  <a:tcPr marL="91440" marR="91440" marT="45720" marB="45720">
                    <a:solidFill>
                      <a:srgbClr val="F5F8FA"/>
                    </a:solidFill>
                  </a:tcPr>
                </a:tc>
                <a:tc>
                  <a:txBody>
                    <a:bodyPr/>
                    <a:lstStyle/>
                    <a:p>
                      <a:r>
                        <a:rPr sz="1050">
                          <a:solidFill>
                            <a:srgbClr val="17212B"/>
                          </a:solidFill>
                          <a:latin typeface="Bitstream Charter"/>
                          <a:ea typeface="Bitstream Charter"/>
                          <a:cs typeface="Bitstream Charter"/>
                        </a:rPr>
                        <a:t>Use policy and auto termination</a:t>
                      </a:r>
                    </a:p>
                  </a:txBody>
                  <a:tcPr marL="91440" marR="91440" marT="45720" marB="45720">
                    <a:solidFill>
                      <a:srgbClr val="F5F8FA"/>
                    </a:solidFill>
                  </a:tcPr>
                </a:tc>
              </a:tr>
              <a:tr h="695325">
                <a:tc>
                  <a:txBody>
                    <a:bodyPr/>
                    <a:lstStyle/>
                    <a:p>
                      <a:r>
                        <a:rPr sz="1050">
                          <a:solidFill>
                            <a:srgbClr val="17212B"/>
                          </a:solidFill>
                          <a:latin typeface="Bitstream Charter"/>
                          <a:ea typeface="Bitstream Charter"/>
                          <a:cs typeface="Bitstream Charter"/>
                        </a:rPr>
                        <a:t>Jobs compute</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Scheduled repeatable production work</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Not for day-long exploration</a:t>
                      </a:r>
                    </a:p>
                  </a:txBody>
                  <a:tcPr marL="91440" marR="91440" marT="45720" marB="45720">
                    <a:solidFill>
                      <a:srgbClr val="FFFFFF"/>
                    </a:solidFill>
                  </a:tcPr>
                </a:tc>
              </a:tr>
              <a:tr h="695325">
                <a:tc>
                  <a:txBody>
                    <a:bodyPr/>
                    <a:lstStyle/>
                    <a:p>
                      <a:r>
                        <a:rPr sz="1050">
                          <a:solidFill>
                            <a:srgbClr val="17212B"/>
                          </a:solidFill>
                          <a:latin typeface="Bitstream Charter"/>
                          <a:ea typeface="Bitstream Charter"/>
                          <a:cs typeface="Bitstream Charter"/>
                        </a:rPr>
                        <a:t>SQL warehouse</a:t>
                      </a:r>
                    </a:p>
                  </a:txBody>
                  <a:tcPr marL="91440" marR="91440" marT="45720" marB="45720">
                    <a:solidFill>
                      <a:srgbClr val="F5F8FA"/>
                    </a:solidFill>
                  </a:tcPr>
                </a:tc>
                <a:tc>
                  <a:txBody>
                    <a:bodyPr/>
                    <a:lstStyle/>
                    <a:p>
                      <a:r>
                        <a:rPr sz="1050">
                          <a:solidFill>
                            <a:srgbClr val="17212B"/>
                          </a:solidFill>
                          <a:latin typeface="Bitstream Charter"/>
                          <a:ea typeface="Bitstream Charter"/>
                          <a:cs typeface="Bitstream Charter"/>
                        </a:rPr>
                        <a:t>SQL editor, dashboards and BI</a:t>
                      </a:r>
                    </a:p>
                  </a:txBody>
                  <a:tcPr marL="91440" marR="91440" marT="45720" marB="45720">
                    <a:solidFill>
                      <a:srgbClr val="F5F8FA"/>
                    </a:solidFill>
                  </a:tcPr>
                </a:tc>
                <a:tc>
                  <a:txBody>
                    <a:bodyPr/>
                    <a:lstStyle/>
                    <a:p>
                      <a:r>
                        <a:rPr sz="1050">
                          <a:solidFill>
                            <a:srgbClr val="17212B"/>
                          </a:solidFill>
                          <a:latin typeface="Bitstream Charter"/>
                          <a:ea typeface="Bitstream Charter"/>
                          <a:cs typeface="Bitstream Charter"/>
                        </a:rPr>
                        <a:t>Separate from notebook Spark compute</a:t>
                      </a:r>
                    </a:p>
                  </a:txBody>
                  <a:tcPr marL="91440" marR="91440" marT="45720" marB="45720">
                    <a:solidFill>
                      <a:srgbClr val="F5F8FA"/>
                    </a:solidFill>
                  </a:tcPr>
                </a:tc>
              </a:tr>
            </a:tbl>
          </a:graphicData>
        </a:graphic>
      </p:graphicFrame>
      <p:sp>
        <p:nvSpPr>
          <p:cNvPr id="8" name="">
            <a:extLst xmlns:a="http://schemas.openxmlformats.org/drawingml/2006/main">
              <a:ext uri="{FF2B5EF4-FFF2-40B4-BE49-F238E27FC236}">
                <a16:creationId xmlns:a16="http://schemas.microsoft.com/office/drawing/2014/main" id="{450890E8-5844-4F63-9513-2910614257A5}"/>
              </a:ext>
            </a:extLst>
          </p:cNvPr>
          <p:cNvSpPr>
            <a:spLocks xmlns:a="http://schemas.openxmlformats.org/drawingml/2006/main" noGrp="1"/>
          </p:cNvSpPr>
          <p:nvPr/>
        </p:nvSpPr>
        <p:spPr>
          <a:xfrm xmlns:a="http://schemas.openxmlformats.org/drawingml/2006/main">
            <a:off x="1476375" y="5429250"/>
            <a:ext cx="9239250" cy="523875"/>
          </a:xfrm>
          <a:prstGeom xmlns:a="http://schemas.openxmlformats.org/drawingml/2006/main" prst="roundRect">
            <a:avLst>
              <a:gd name="adj" fmla="val 14545"/>
            </a:avLst>
          </a:prstGeom>
          <a:solidFill xmlns:a="http://schemas.openxmlformats.org/drawingml/2006/main">
            <a:srgbClr val="EAF4FB"/>
          </a:solidFill>
          <a:ln xmlns:a="http://schemas.openxmlformats.org/drawingml/2006/main" w="9525">
            <a:solidFill>
              <a:srgbClr val="D5DEE6"/>
            </a:solidFill>
          </a:ln>
        </p:spPr>
      </p:sp>
      <p:sp>
        <p:nvSpPr>
          <p:cNvPr id="9" name="">
            <a:extLst xmlns:a="http://schemas.openxmlformats.org/drawingml/2006/main">
              <a:ext uri="{FF2B5EF4-FFF2-40B4-BE49-F238E27FC236}">
                <a16:creationId xmlns:a16="http://schemas.microsoft.com/office/drawing/2014/main" id="{1C1FBD3A-924C-4576-97D3-70EEA7C71C16}"/>
              </a:ext>
            </a:extLst>
          </p:cNvPr>
          <p:cNvSpPr>
            <a:spLocks xmlns:a="http://schemas.openxmlformats.org/drawingml/2006/main" noGrp="1"/>
          </p:cNvSpPr>
          <p:nvPr/>
        </p:nvSpPr>
        <p:spPr>
          <a:xfrm xmlns:a="http://schemas.openxmlformats.org/drawingml/2006/main">
            <a:off x="1666875" y="5505450"/>
            <a:ext cx="885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09233B"/>
                </a:solidFill>
                <a:latin typeface="Bitstream Charter"/>
                <a:ea typeface="Bitstream Charter"/>
                <a:cs typeface="Bitstream Charter"/>
              </a:defRPr>
            </a:pPr>
            <a:r>
              <a:rPr sz="1350" b="1">
                <a:solidFill>
                  <a:srgbClr val="09233B"/>
                </a:solidFill>
                <a:latin typeface="Bitstream Charter"/>
                <a:ea typeface="Bitstream Charter"/>
                <a:cs typeface="Bitstream Charter"/>
              </a:rPr>
              <a:t>Serverless reduces infrastructure work, but usage still has a cost.</a:t>
            </a:r>
          </a:p>
        </p:txBody>
      </p:sp>
    </p:spTree>
    <p:extLst>
      <p:ext uri="{BB962C8B-B14F-4D97-AF65-F5344CB8AC3E}">
        <p14:creationId xmlns:p14="http://schemas.microsoft.com/office/powerpoint/2010/main" val="895032344"/>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9541F4F-3D71-4F47-BF5D-F607F1E9F76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F14096E-52FD-494C-9D86-8F15E285666D}"/>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Serverless compute</a:t>
            </a:r>
          </a:p>
        </p:txBody>
      </p:sp>
      <p:sp>
        <p:nvSpPr>
          <p:cNvPr id="3" name="">
            <a:extLst xmlns:a="http://schemas.openxmlformats.org/drawingml/2006/main">
              <a:ext uri="{FF2B5EF4-FFF2-40B4-BE49-F238E27FC236}">
                <a16:creationId xmlns:a16="http://schemas.microsoft.com/office/drawing/2014/main" id="{A6CD493F-0041-41BE-95AF-B4E6CC8B4CB6}"/>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Managed infrastructure for supported workloads</a:t>
            </a:r>
          </a:p>
        </p:txBody>
      </p:sp>
      <p:sp>
        <p:nvSpPr>
          <p:cNvPr id="4" name="">
            <a:extLst xmlns:a="http://schemas.openxmlformats.org/drawingml/2006/main">
              <a:ext uri="{FF2B5EF4-FFF2-40B4-BE49-F238E27FC236}">
                <a16:creationId xmlns:a16="http://schemas.microsoft.com/office/drawing/2014/main" id="{33E1A527-2B4F-40C0-8A8B-5B28C03A008E}"/>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3616D04-CFD2-4A79-B70E-AEB5881437D0}"/>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4CA03459-5075-4213-B710-1CC82862FFCE}"/>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41</a:t>
            </a:r>
          </a:p>
        </p:txBody>
      </p:sp>
      <p:sp>
        <p:nvSpPr>
          <p:cNvPr id="7" name="">
            <a:extLst xmlns:a="http://schemas.openxmlformats.org/drawingml/2006/main">
              <a:ext uri="{FF2B5EF4-FFF2-40B4-BE49-F238E27FC236}">
                <a16:creationId xmlns:a16="http://schemas.microsoft.com/office/drawing/2014/main" id="{C939A2E7-704D-4365-8A2B-A32F8E2D8669}"/>
              </a:ext>
            </a:extLst>
          </p:cNvPr>
          <p:cNvSpPr>
            <a:spLocks xmlns:a="http://schemas.openxmlformats.org/drawingml/2006/main" noGrp="1"/>
          </p:cNvSpPr>
          <p:nvPr/>
        </p:nvSpPr>
        <p:spPr>
          <a:xfrm xmlns:a="http://schemas.openxmlformats.org/drawingml/2006/main">
            <a:off x="704850" y="1581150"/>
            <a:ext cx="1428750" cy="304800"/>
          </a:xfrm>
          <a:prstGeom xmlns:a="http://schemas.openxmlformats.org/drawingml/2006/main" prst="roundRect">
            <a:avLst>
              <a:gd name="adj" fmla="val 25000"/>
            </a:avLst>
          </a:prstGeom>
          <a:solidFill xmlns:a="http://schemas.openxmlformats.org/drawingml/2006/main">
            <a:srgbClr val="2E74B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9BEFE61-EDCA-4DFC-8597-595F2E39740F}"/>
              </a:ext>
            </a:extLst>
          </p:cNvPr>
          <p:cNvSpPr>
            <a:spLocks xmlns:a="http://schemas.openxmlformats.org/drawingml/2006/main" noGrp="1"/>
          </p:cNvSpPr>
          <p:nvPr/>
        </p:nvSpPr>
        <p:spPr>
          <a:xfrm xmlns:a="http://schemas.openxmlformats.org/drawingml/2006/main">
            <a:off x="781050" y="1600200"/>
            <a:ext cx="1276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SIMPLE IDEA</a:t>
            </a:r>
          </a:p>
        </p:txBody>
      </p:sp>
      <p:sp>
        <p:nvSpPr>
          <p:cNvPr id="9" name="">
            <a:extLst xmlns:a="http://schemas.openxmlformats.org/drawingml/2006/main">
              <a:ext uri="{FF2B5EF4-FFF2-40B4-BE49-F238E27FC236}">
                <a16:creationId xmlns:a16="http://schemas.microsoft.com/office/drawing/2014/main" id="{8FA486E0-0E9A-45B6-9073-F1DCB656B9AF}"/>
              </a:ext>
            </a:extLst>
          </p:cNvPr>
          <p:cNvSpPr>
            <a:spLocks xmlns:a="http://schemas.openxmlformats.org/drawingml/2006/main" noGrp="1"/>
          </p:cNvSpPr>
          <p:nvPr/>
        </p:nvSpPr>
        <p:spPr>
          <a:xfrm xmlns:a="http://schemas.openxmlformats.org/drawingml/2006/main">
            <a:off x="704850" y="1952625"/>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09233B"/>
                </a:solidFill>
                <a:latin typeface="Bitstream Charter"/>
                <a:ea typeface="Bitstream Charter"/>
                <a:cs typeface="Bitstream Charter"/>
              </a:defRPr>
            </a:pPr>
            <a:r>
              <a:rPr sz="2175" b="1">
                <a:solidFill>
                  <a:srgbClr val="09233B"/>
                </a:solidFill>
                <a:latin typeface="Bitstream Charter"/>
                <a:ea typeface="Bitstream Charter"/>
                <a:cs typeface="Bitstream Charter"/>
              </a:rPr>
              <a:t>Databricks manages the infrastructure and allocates compute when needed.</a:t>
            </a:r>
          </a:p>
        </p:txBody>
      </p:sp>
      <p:sp>
        <p:nvSpPr>
          <p:cNvPr id="10" name="">
            <a:extLst xmlns:a="http://schemas.openxmlformats.org/drawingml/2006/main">
              <a:ext uri="{FF2B5EF4-FFF2-40B4-BE49-F238E27FC236}">
                <a16:creationId xmlns:a16="http://schemas.microsoft.com/office/drawing/2014/main" id="{64CA4D26-7A96-439E-8FC6-3D8FC8F64927}"/>
              </a:ext>
            </a:extLst>
          </p:cNvPr>
          <p:cNvSpPr>
            <a:spLocks xmlns:a="http://schemas.openxmlformats.org/drawingml/2006/main" noGrp="1"/>
          </p:cNvSpPr>
          <p:nvPr/>
        </p:nvSpPr>
        <p:spPr>
          <a:xfrm xmlns:a="http://schemas.openxmlformats.org/drawingml/2006/main">
            <a:off x="800100" y="3267075"/>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4EE6312-08DD-4914-829B-6A84C8ACB330}"/>
              </a:ext>
            </a:extLst>
          </p:cNvPr>
          <p:cNvSpPr>
            <a:spLocks xmlns:a="http://schemas.openxmlformats.org/drawingml/2006/main" noGrp="1"/>
          </p:cNvSpPr>
          <p:nvPr/>
        </p:nvSpPr>
        <p:spPr>
          <a:xfrm xmlns:a="http://schemas.openxmlformats.org/drawingml/2006/main">
            <a:off x="1095375" y="31908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It is available by default in many supported Unity Catalog workspaces.</a:t>
            </a:r>
          </a:p>
        </p:txBody>
      </p:sp>
      <p:sp>
        <p:nvSpPr>
          <p:cNvPr id="12" name="">
            <a:extLst xmlns:a="http://schemas.openxmlformats.org/drawingml/2006/main">
              <a:ext uri="{FF2B5EF4-FFF2-40B4-BE49-F238E27FC236}">
                <a16:creationId xmlns:a16="http://schemas.microsoft.com/office/drawing/2014/main" id="{8AB7E5F3-1DE9-4FE0-990F-70907ACA8FF4}"/>
              </a:ext>
            </a:extLst>
          </p:cNvPr>
          <p:cNvSpPr>
            <a:spLocks xmlns:a="http://schemas.openxmlformats.org/drawingml/2006/main" noGrp="1"/>
          </p:cNvSpPr>
          <p:nvPr/>
        </p:nvSpPr>
        <p:spPr>
          <a:xfrm xmlns:a="http://schemas.openxmlformats.org/drawingml/2006/main">
            <a:off x="800100" y="3848100"/>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E0BA84E-90DC-4529-8C83-0EF9AA97824F}"/>
              </a:ext>
            </a:extLst>
          </p:cNvPr>
          <p:cNvSpPr>
            <a:spLocks xmlns:a="http://schemas.openxmlformats.org/drawingml/2006/main" noGrp="1"/>
          </p:cNvSpPr>
          <p:nvPr/>
        </p:nvSpPr>
        <p:spPr>
          <a:xfrm xmlns:a="http://schemas.openxmlformats.org/drawingml/2006/main">
            <a:off x="1095375" y="37719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Startup and infrastructure management are simplified.</a:t>
            </a:r>
          </a:p>
        </p:txBody>
      </p:sp>
      <p:sp>
        <p:nvSpPr>
          <p:cNvPr id="14" name="">
            <a:extLst xmlns:a="http://schemas.openxmlformats.org/drawingml/2006/main">
              <a:ext uri="{FF2B5EF4-FFF2-40B4-BE49-F238E27FC236}">
                <a16:creationId xmlns:a16="http://schemas.microsoft.com/office/drawing/2014/main" id="{39B2E0A6-98CF-46B5-87C9-DA9E67811C12}"/>
              </a:ext>
            </a:extLst>
          </p:cNvPr>
          <p:cNvSpPr>
            <a:spLocks xmlns:a="http://schemas.openxmlformats.org/drawingml/2006/main" noGrp="1"/>
          </p:cNvSpPr>
          <p:nvPr/>
        </p:nvSpPr>
        <p:spPr>
          <a:xfrm xmlns:a="http://schemas.openxmlformats.org/drawingml/2006/main">
            <a:off x="800100" y="4429125"/>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7D01FCB-D373-4763-B775-FC26CB8C6157}"/>
              </a:ext>
            </a:extLst>
          </p:cNvPr>
          <p:cNvSpPr>
            <a:spLocks xmlns:a="http://schemas.openxmlformats.org/drawingml/2006/main" noGrp="1"/>
          </p:cNvSpPr>
          <p:nvPr/>
        </p:nvSpPr>
        <p:spPr>
          <a:xfrm xmlns:a="http://schemas.openxmlformats.org/drawingml/2006/main">
            <a:off x="1095375" y="43529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Policies and organizational support still matter.</a:t>
            </a:r>
          </a:p>
        </p:txBody>
      </p:sp>
      <p:sp>
        <p:nvSpPr>
          <p:cNvPr id="16" name="">
            <a:extLst xmlns:a="http://schemas.openxmlformats.org/drawingml/2006/main">
              <a:ext uri="{FF2B5EF4-FFF2-40B4-BE49-F238E27FC236}">
                <a16:creationId xmlns:a16="http://schemas.microsoft.com/office/drawing/2014/main" id="{358413F4-D70E-4B6D-AC95-F04CC0B68C9B}"/>
              </a:ext>
            </a:extLst>
          </p:cNvPr>
          <p:cNvSpPr>
            <a:spLocks xmlns:a="http://schemas.openxmlformats.org/drawingml/2006/main" noGrp="1"/>
          </p:cNvSpPr>
          <p:nvPr/>
        </p:nvSpPr>
        <p:spPr>
          <a:xfrm xmlns:a="http://schemas.openxmlformats.org/drawingml/2006/main">
            <a:off x="800100" y="5010150"/>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B349750-EC7D-4B6E-8AAC-CD10CA0D5BEB}"/>
              </a:ext>
            </a:extLst>
          </p:cNvPr>
          <p:cNvSpPr>
            <a:spLocks xmlns:a="http://schemas.openxmlformats.org/drawingml/2006/main" noGrp="1"/>
          </p:cNvSpPr>
          <p:nvPr/>
        </p:nvSpPr>
        <p:spPr>
          <a:xfrm xmlns:a="http://schemas.openxmlformats.org/drawingml/2006/main">
            <a:off x="1095375" y="49339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Learners should verify the actual compute selector.</a:t>
            </a:r>
          </a:p>
        </p:txBody>
      </p:sp>
      <p:sp>
        <p:nvSpPr>
          <p:cNvPr id="18" name="">
            <a:extLst xmlns:a="http://schemas.openxmlformats.org/drawingml/2006/main">
              <a:ext uri="{FF2B5EF4-FFF2-40B4-BE49-F238E27FC236}">
                <a16:creationId xmlns:a16="http://schemas.microsoft.com/office/drawing/2014/main" id="{6DC7C38B-973E-4484-98E4-59CA85BE6C45}"/>
              </a:ext>
            </a:extLst>
          </p:cNvPr>
          <p:cNvSpPr>
            <a:spLocks xmlns:a="http://schemas.openxmlformats.org/drawingml/2006/main" noGrp="1"/>
          </p:cNvSpPr>
          <p:nvPr/>
        </p:nvSpPr>
        <p:spPr>
          <a:xfrm xmlns:a="http://schemas.openxmlformats.org/drawingml/2006/main">
            <a:off x="7667625" y="1714500"/>
            <a:ext cx="3714750" cy="3238500"/>
          </a:xfrm>
          <a:prstGeom xmlns:a="http://schemas.openxmlformats.org/drawingml/2006/main" prst="roundRect">
            <a:avLst>
              <a:gd name="adj" fmla="val 2353"/>
            </a:avLst>
          </a:prstGeom>
          <a:solidFill xmlns:a="http://schemas.openxmlformats.org/drawingml/2006/main">
            <a:srgbClr val="F5F8FA"/>
          </a:solidFill>
          <a:ln xmlns:a="http://schemas.openxmlformats.org/drawingml/2006/main" w="9525">
            <a:solidFill>
              <a:srgbClr val="D5DEE6"/>
            </a:solidFill>
          </a:ln>
        </p:spPr>
      </p:sp>
      <p:sp>
        <p:nvSpPr>
          <p:cNvPr id="19" name="">
            <a:extLst xmlns:a="http://schemas.openxmlformats.org/drawingml/2006/main">
              <a:ext uri="{FF2B5EF4-FFF2-40B4-BE49-F238E27FC236}">
                <a16:creationId xmlns:a16="http://schemas.microsoft.com/office/drawing/2014/main" id="{2927CB35-7D9B-4DE4-B85F-25B5F3D1FFDC}"/>
              </a:ext>
            </a:extLst>
          </p:cNvPr>
          <p:cNvSpPr>
            <a:spLocks xmlns:a="http://schemas.openxmlformats.org/drawingml/2006/main" noGrp="1"/>
          </p:cNvSpPr>
          <p:nvPr/>
        </p:nvSpPr>
        <p:spPr>
          <a:xfrm xmlns:a="http://schemas.openxmlformats.org/drawingml/2006/main">
            <a:off x="7667625" y="1714500"/>
            <a:ext cx="85725" cy="3238500"/>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7EFCABB-B3D1-48F1-90C3-D60D037754CE}"/>
              </a:ext>
            </a:extLst>
          </p:cNvPr>
          <p:cNvSpPr>
            <a:spLocks xmlns:a="http://schemas.openxmlformats.org/drawingml/2006/main" noGrp="1"/>
          </p:cNvSpPr>
          <p:nvPr/>
        </p:nvSpPr>
        <p:spPr>
          <a:xfrm xmlns:a="http://schemas.openxmlformats.org/drawingml/2006/main">
            <a:off x="7905750" y="1847850"/>
            <a:ext cx="328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Example</a:t>
            </a:r>
          </a:p>
        </p:txBody>
      </p:sp>
      <p:sp>
        <p:nvSpPr>
          <p:cNvPr id="21" name="">
            <a:extLst xmlns:a="http://schemas.openxmlformats.org/drawingml/2006/main">
              <a:ext uri="{FF2B5EF4-FFF2-40B4-BE49-F238E27FC236}">
                <a16:creationId xmlns:a16="http://schemas.microsoft.com/office/drawing/2014/main" id="{FB484E02-59B1-4EBF-8A3B-9E574F4F6A3F}"/>
              </a:ext>
            </a:extLst>
          </p:cNvPr>
          <p:cNvSpPr>
            <a:spLocks xmlns:a="http://schemas.openxmlformats.org/drawingml/2006/main" noGrp="1"/>
          </p:cNvSpPr>
          <p:nvPr/>
        </p:nvSpPr>
        <p:spPr>
          <a:xfrm xmlns:a="http://schemas.openxmlformats.org/drawingml/2006/main">
            <a:off x="7905750" y="2219325"/>
            <a:ext cx="3286125" cy="2609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Use serverless for the class when the workspace, region and policy support it.</a:t>
            </a:r>
          </a:p>
        </p:txBody>
      </p:sp>
      <p:sp>
        <p:nvSpPr>
          <p:cNvPr id="22" name="">
            <a:extLst xmlns:a="http://schemas.openxmlformats.org/drawingml/2006/main">
              <a:ext uri="{FF2B5EF4-FFF2-40B4-BE49-F238E27FC236}">
                <a16:creationId xmlns:a16="http://schemas.microsoft.com/office/drawing/2014/main" id="{C3B07E87-CBF7-4362-AEE5-D0E01B7B729A}"/>
              </a:ext>
            </a:extLst>
          </p:cNvPr>
          <p:cNvSpPr>
            <a:spLocks xmlns:a="http://schemas.openxmlformats.org/drawingml/2006/main" noGrp="1"/>
          </p:cNvSpPr>
          <p:nvPr/>
        </p:nvSpPr>
        <p:spPr>
          <a:xfrm xmlns:a="http://schemas.openxmlformats.org/drawingml/2006/main">
            <a:off x="7810500" y="5238750"/>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5D6A76"/>
                </a:solidFill>
                <a:latin typeface="Bitstream Charter"/>
                <a:ea typeface="Bitstream Charter"/>
                <a:cs typeface="Bitstream Charter"/>
              </a:defRPr>
            </a:pPr>
            <a:r>
              <a:rPr sz="1200" b="1">
                <a:solidFill>
                  <a:srgbClr val="5D6A76"/>
                </a:solidFill>
                <a:latin typeface="Bitstream Charter"/>
                <a:ea typeface="Bitstream Charter"/>
                <a:cs typeface="Bitstream Charter"/>
              </a:rPr>
              <a:t>Ask learners to explain this in their own words.</a:t>
            </a:r>
          </a:p>
        </p:txBody>
      </p:sp>
    </p:spTree>
    <p:extLst>
      <p:ext uri="{BB962C8B-B14F-4D97-AF65-F5344CB8AC3E}">
        <p14:creationId xmlns:p14="http://schemas.microsoft.com/office/powerpoint/2010/main" val="54077386"/>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9E3F527-2C48-4622-8A04-DC68CDACE89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03B3175-5F97-4EC1-96CE-9888EBCB5922}"/>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Classic compute fallback</a:t>
            </a:r>
          </a:p>
        </p:txBody>
      </p:sp>
      <p:sp>
        <p:nvSpPr>
          <p:cNvPr id="3" name="">
            <a:extLst xmlns:a="http://schemas.openxmlformats.org/drawingml/2006/main">
              <a:ext uri="{FF2B5EF4-FFF2-40B4-BE49-F238E27FC236}">
                <a16:creationId xmlns:a16="http://schemas.microsoft.com/office/drawing/2014/main" id="{D52511B5-4D6B-4DB1-94B1-BC458C1CF0C2}"/>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Use a governed, small configuration</a:t>
            </a:r>
          </a:p>
        </p:txBody>
      </p:sp>
      <p:sp>
        <p:nvSpPr>
          <p:cNvPr id="4" name="">
            <a:extLst xmlns:a="http://schemas.openxmlformats.org/drawingml/2006/main">
              <a:ext uri="{FF2B5EF4-FFF2-40B4-BE49-F238E27FC236}">
                <a16:creationId xmlns:a16="http://schemas.microsoft.com/office/drawing/2014/main" id="{7A25CB76-6330-445D-A784-AEE7EF8407D7}"/>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E1984C7-A2B9-41FD-87AD-75B55491FFFB}"/>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15C6C6D5-E3C5-42F9-93DA-EF0BB1F2CAB6}"/>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42</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0e99edad2dd140d5"/>
          <a:stretch xmlns:a="http://schemas.openxmlformats.org/drawingml/2006/main"/>
        </p:blipFill>
        <p:spPr>
          <a:xfrm xmlns:a="http://schemas.openxmlformats.org/drawingml/2006/main">
            <a:off x="1910603" y="1619250"/>
            <a:ext cx="4370294" cy="3714750"/>
          </a:xfrm>
          <a:prstGeom xmlns:a="http://schemas.openxmlformats.org/drawingml/2006/main" prst="roundRect">
            <a:avLst>
              <a:gd name="adj" fmla="val 3077"/>
            </a:avLst>
          </a:prstGeom>
        </p:spPr>
      </p:pic>
      <p:sp>
        <p:nvSpPr>
          <p:cNvPr id="8" name="">
            <a:extLst xmlns:a="http://schemas.openxmlformats.org/drawingml/2006/main">
              <a:ext uri="{FF2B5EF4-FFF2-40B4-BE49-F238E27FC236}">
                <a16:creationId xmlns:a16="http://schemas.microsoft.com/office/drawing/2014/main" id="{14335ED6-522A-4AED-8927-3688659FB6ED}"/>
              </a:ext>
            </a:extLst>
          </p:cNvPr>
          <p:cNvSpPr>
            <a:spLocks xmlns:a="http://schemas.openxmlformats.org/drawingml/2006/main" noGrp="1"/>
          </p:cNvSpPr>
          <p:nvPr/>
        </p:nvSpPr>
        <p:spPr>
          <a:xfrm xmlns:a="http://schemas.openxmlformats.org/drawingml/2006/main">
            <a:off x="809625" y="5381625"/>
            <a:ext cx="657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0">
                <a:solidFill>
                  <a:srgbClr val="5D6A76"/>
                </a:solidFill>
                <a:latin typeface="Bitstream Charter"/>
                <a:ea typeface="Bitstream Charter"/>
                <a:cs typeface="Bitstream Charter"/>
              </a:defRPr>
            </a:pPr>
            <a:r>
              <a:rPr sz="1050" b="0">
                <a:solidFill>
                  <a:srgbClr val="5D6A76"/>
                </a:solidFill>
                <a:latin typeface="Bitstream Charter"/>
                <a:ea typeface="Bitstream Charter"/>
                <a:cs typeface="Bitstream Charter"/>
              </a:rPr>
              <a:t>Recent simple compute configuration form.</a:t>
            </a:r>
          </a:p>
        </p:txBody>
      </p:sp>
      <p:sp>
        <p:nvSpPr>
          <p:cNvPr id="9" name="">
            <a:extLst xmlns:a="http://schemas.openxmlformats.org/drawingml/2006/main">
              <a:ext uri="{FF2B5EF4-FFF2-40B4-BE49-F238E27FC236}">
                <a16:creationId xmlns:a16="http://schemas.microsoft.com/office/drawing/2014/main" id="{6A635733-87EC-4D1E-8FCE-F65370DED5B0}"/>
              </a:ext>
            </a:extLst>
          </p:cNvPr>
          <p:cNvSpPr>
            <a:spLocks xmlns:a="http://schemas.openxmlformats.org/drawingml/2006/main" noGrp="1"/>
          </p:cNvSpPr>
          <p:nvPr/>
        </p:nvSpPr>
        <p:spPr>
          <a:xfrm xmlns:a="http://schemas.openxmlformats.org/drawingml/2006/main">
            <a:off x="7953375" y="1762125"/>
            <a:ext cx="3238500" cy="876300"/>
          </a:xfrm>
          <a:prstGeom xmlns:a="http://schemas.openxmlformats.org/drawingml/2006/main" prst="roundRect">
            <a:avLst>
              <a:gd name="adj" fmla="val 8696"/>
            </a:avLst>
          </a:prstGeom>
          <a:solidFill xmlns:a="http://schemas.openxmlformats.org/drawingml/2006/main">
            <a:srgbClr val="F5F8FA"/>
          </a:solidFill>
          <a:ln xmlns:a="http://schemas.openxmlformats.org/drawingml/2006/main" w="9525">
            <a:solidFill>
              <a:srgbClr val="D5DEE6"/>
            </a:solidFill>
          </a:ln>
        </p:spPr>
      </p:sp>
      <p:sp>
        <p:nvSpPr>
          <p:cNvPr id="10" name="">
            <a:extLst xmlns:a="http://schemas.openxmlformats.org/drawingml/2006/main">
              <a:ext uri="{FF2B5EF4-FFF2-40B4-BE49-F238E27FC236}">
                <a16:creationId xmlns:a16="http://schemas.microsoft.com/office/drawing/2014/main" id="{921C51B6-25DA-45F0-B697-D3920E63538F}"/>
              </a:ext>
            </a:extLst>
          </p:cNvPr>
          <p:cNvSpPr>
            <a:spLocks xmlns:a="http://schemas.openxmlformats.org/drawingml/2006/main" noGrp="1"/>
          </p:cNvSpPr>
          <p:nvPr/>
        </p:nvSpPr>
        <p:spPr>
          <a:xfrm xmlns:a="http://schemas.openxmlformats.org/drawingml/2006/main">
            <a:off x="8143875" y="1952625"/>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2E74B5"/>
                </a:solidFill>
                <a:latin typeface="Bitstream Charter"/>
                <a:ea typeface="Bitstream Charter"/>
                <a:cs typeface="Bitstream Charter"/>
              </a:defRPr>
            </a:pPr>
            <a:r>
              <a:rPr sz="1875" b="1">
                <a:solidFill>
                  <a:srgbClr val="2E74B5"/>
                </a:solidFill>
                <a:latin typeface="Bitstream Charter"/>
                <a:ea typeface="Bitstream Charter"/>
                <a:cs typeface="Bitstream Charter"/>
              </a:rPr>
              <a:t>1</a:t>
            </a:r>
          </a:p>
        </p:txBody>
      </p:sp>
      <p:sp>
        <p:nvSpPr>
          <p:cNvPr id="11" name="">
            <a:extLst xmlns:a="http://schemas.openxmlformats.org/drawingml/2006/main">
              <a:ext uri="{FF2B5EF4-FFF2-40B4-BE49-F238E27FC236}">
                <a16:creationId xmlns:a16="http://schemas.microsoft.com/office/drawing/2014/main" id="{571C6E43-7F49-4F23-A3BB-D3FF1C1197D3}"/>
              </a:ext>
            </a:extLst>
          </p:cNvPr>
          <p:cNvSpPr>
            <a:spLocks xmlns:a="http://schemas.openxmlformats.org/drawingml/2006/main" noGrp="1"/>
          </p:cNvSpPr>
          <p:nvPr/>
        </p:nvSpPr>
        <p:spPr>
          <a:xfrm xmlns:a="http://schemas.openxmlformats.org/drawingml/2006/main">
            <a:off x="8667750" y="1885950"/>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Select approved policy.</a:t>
            </a:r>
          </a:p>
        </p:txBody>
      </p:sp>
      <p:sp>
        <p:nvSpPr>
          <p:cNvPr id="12" name="">
            <a:extLst xmlns:a="http://schemas.openxmlformats.org/drawingml/2006/main">
              <a:ext uri="{FF2B5EF4-FFF2-40B4-BE49-F238E27FC236}">
                <a16:creationId xmlns:a16="http://schemas.microsoft.com/office/drawing/2014/main" id="{713C7997-503D-4062-BE9A-0E5E96C16AF5}"/>
              </a:ext>
            </a:extLst>
          </p:cNvPr>
          <p:cNvSpPr>
            <a:spLocks xmlns:a="http://schemas.openxmlformats.org/drawingml/2006/main" noGrp="1"/>
          </p:cNvSpPr>
          <p:nvPr/>
        </p:nvSpPr>
        <p:spPr>
          <a:xfrm xmlns:a="http://schemas.openxmlformats.org/drawingml/2006/main">
            <a:off x="7953375" y="2828925"/>
            <a:ext cx="3238500" cy="876300"/>
          </a:xfrm>
          <a:prstGeom xmlns:a="http://schemas.openxmlformats.org/drawingml/2006/main" prst="roundRect">
            <a:avLst>
              <a:gd name="adj" fmla="val 8696"/>
            </a:avLst>
          </a:prstGeom>
          <a:solidFill xmlns:a="http://schemas.openxmlformats.org/drawingml/2006/main">
            <a:srgbClr val="F5F8FA"/>
          </a:solidFill>
          <a:ln xmlns:a="http://schemas.openxmlformats.org/drawingml/2006/main" w="9525">
            <a:solidFill>
              <a:srgbClr val="D5DEE6"/>
            </a:solidFill>
          </a:ln>
        </p:spPr>
      </p:sp>
      <p:sp>
        <p:nvSpPr>
          <p:cNvPr id="13" name="">
            <a:extLst xmlns:a="http://schemas.openxmlformats.org/drawingml/2006/main">
              <a:ext uri="{FF2B5EF4-FFF2-40B4-BE49-F238E27FC236}">
                <a16:creationId xmlns:a16="http://schemas.microsoft.com/office/drawing/2014/main" id="{A2310D3E-BF06-4FD1-AD7A-E1E749A01380}"/>
              </a:ext>
            </a:extLst>
          </p:cNvPr>
          <p:cNvSpPr>
            <a:spLocks xmlns:a="http://schemas.openxmlformats.org/drawingml/2006/main" noGrp="1"/>
          </p:cNvSpPr>
          <p:nvPr/>
        </p:nvSpPr>
        <p:spPr>
          <a:xfrm xmlns:a="http://schemas.openxmlformats.org/drawingml/2006/main">
            <a:off x="8143875" y="3019425"/>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2E74B5"/>
                </a:solidFill>
                <a:latin typeface="Bitstream Charter"/>
                <a:ea typeface="Bitstream Charter"/>
                <a:cs typeface="Bitstream Charter"/>
              </a:defRPr>
            </a:pPr>
            <a:r>
              <a:rPr sz="1875" b="1">
                <a:solidFill>
                  <a:srgbClr val="2E74B5"/>
                </a:solidFill>
                <a:latin typeface="Bitstream Charter"/>
                <a:ea typeface="Bitstream Charter"/>
                <a:cs typeface="Bitstream Charter"/>
              </a:rPr>
              <a:t>2</a:t>
            </a:r>
          </a:p>
        </p:txBody>
      </p:sp>
      <p:sp>
        <p:nvSpPr>
          <p:cNvPr id="14" name="">
            <a:extLst xmlns:a="http://schemas.openxmlformats.org/drawingml/2006/main">
              <a:ext uri="{FF2B5EF4-FFF2-40B4-BE49-F238E27FC236}">
                <a16:creationId xmlns:a16="http://schemas.microsoft.com/office/drawing/2014/main" id="{21BD8FB4-F589-4253-A525-EFF9F3F2E37F}"/>
              </a:ext>
            </a:extLst>
          </p:cNvPr>
          <p:cNvSpPr>
            <a:spLocks xmlns:a="http://schemas.openxmlformats.org/drawingml/2006/main" noGrp="1"/>
          </p:cNvSpPr>
          <p:nvPr/>
        </p:nvSpPr>
        <p:spPr>
          <a:xfrm xmlns:a="http://schemas.openxmlformats.org/drawingml/2006/main">
            <a:off x="8667750" y="2952750"/>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Use supported runtime.</a:t>
            </a:r>
          </a:p>
        </p:txBody>
      </p:sp>
      <p:sp>
        <p:nvSpPr>
          <p:cNvPr id="15" name="">
            <a:extLst xmlns:a="http://schemas.openxmlformats.org/drawingml/2006/main">
              <a:ext uri="{FF2B5EF4-FFF2-40B4-BE49-F238E27FC236}">
                <a16:creationId xmlns:a16="http://schemas.microsoft.com/office/drawing/2014/main" id="{AAA51724-6D51-4A06-9BD8-245FDFF02025}"/>
              </a:ext>
            </a:extLst>
          </p:cNvPr>
          <p:cNvSpPr>
            <a:spLocks xmlns:a="http://schemas.openxmlformats.org/drawingml/2006/main" noGrp="1"/>
          </p:cNvSpPr>
          <p:nvPr/>
        </p:nvSpPr>
        <p:spPr>
          <a:xfrm xmlns:a="http://schemas.openxmlformats.org/drawingml/2006/main">
            <a:off x="7953375" y="3895725"/>
            <a:ext cx="3238500" cy="876300"/>
          </a:xfrm>
          <a:prstGeom xmlns:a="http://schemas.openxmlformats.org/drawingml/2006/main" prst="roundRect">
            <a:avLst>
              <a:gd name="adj" fmla="val 8696"/>
            </a:avLst>
          </a:prstGeom>
          <a:solidFill xmlns:a="http://schemas.openxmlformats.org/drawingml/2006/main">
            <a:srgbClr val="F5F8FA"/>
          </a:solidFill>
          <a:ln xmlns:a="http://schemas.openxmlformats.org/drawingml/2006/main" w="9525">
            <a:solidFill>
              <a:srgbClr val="D5DEE6"/>
            </a:solidFill>
          </a:ln>
        </p:spPr>
      </p:sp>
      <p:sp>
        <p:nvSpPr>
          <p:cNvPr id="16" name="">
            <a:extLst xmlns:a="http://schemas.openxmlformats.org/drawingml/2006/main">
              <a:ext uri="{FF2B5EF4-FFF2-40B4-BE49-F238E27FC236}">
                <a16:creationId xmlns:a16="http://schemas.microsoft.com/office/drawing/2014/main" id="{B9DA4F53-8368-4464-998C-8FCE5D80C0CE}"/>
              </a:ext>
            </a:extLst>
          </p:cNvPr>
          <p:cNvSpPr>
            <a:spLocks xmlns:a="http://schemas.openxmlformats.org/drawingml/2006/main" noGrp="1"/>
          </p:cNvSpPr>
          <p:nvPr/>
        </p:nvSpPr>
        <p:spPr>
          <a:xfrm xmlns:a="http://schemas.openxmlformats.org/drawingml/2006/main">
            <a:off x="8143875" y="4086225"/>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2E74B5"/>
                </a:solidFill>
                <a:latin typeface="Bitstream Charter"/>
                <a:ea typeface="Bitstream Charter"/>
                <a:cs typeface="Bitstream Charter"/>
              </a:defRPr>
            </a:pPr>
            <a:r>
              <a:rPr sz="1875" b="1">
                <a:solidFill>
                  <a:srgbClr val="2E74B5"/>
                </a:solidFill>
                <a:latin typeface="Bitstream Charter"/>
                <a:ea typeface="Bitstream Charter"/>
                <a:cs typeface="Bitstream Charter"/>
              </a:rPr>
              <a:t>3</a:t>
            </a:r>
          </a:p>
        </p:txBody>
      </p:sp>
      <p:sp>
        <p:nvSpPr>
          <p:cNvPr id="17" name="">
            <a:extLst xmlns:a="http://schemas.openxmlformats.org/drawingml/2006/main">
              <a:ext uri="{FF2B5EF4-FFF2-40B4-BE49-F238E27FC236}">
                <a16:creationId xmlns:a16="http://schemas.microsoft.com/office/drawing/2014/main" id="{E9563B1D-9409-4513-BF8F-327630115F93}"/>
              </a:ext>
            </a:extLst>
          </p:cNvPr>
          <p:cNvSpPr>
            <a:spLocks xmlns:a="http://schemas.openxmlformats.org/drawingml/2006/main" noGrp="1"/>
          </p:cNvSpPr>
          <p:nvPr/>
        </p:nvSpPr>
        <p:spPr>
          <a:xfrm xmlns:a="http://schemas.openxmlformats.org/drawingml/2006/main">
            <a:off x="8667750" y="4019550"/>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Enable auto termination.</a:t>
            </a:r>
          </a:p>
        </p:txBody>
      </p:sp>
    </p:spTree>
    <p:extLst>
      <p:ext uri="{BB962C8B-B14F-4D97-AF65-F5344CB8AC3E}">
        <p14:creationId xmlns:p14="http://schemas.microsoft.com/office/powerpoint/2010/main" val="678644283"/>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7BC893D-EF9D-4D0A-B39C-E9111495994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FC81ED6-F81A-4179-9A98-3E28DB5B4DC2}"/>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Classroom design for 14 learners</a:t>
            </a:r>
          </a:p>
        </p:txBody>
      </p:sp>
      <p:sp>
        <p:nvSpPr>
          <p:cNvPr id="3" name="">
            <a:extLst xmlns:a="http://schemas.openxmlformats.org/drawingml/2006/main">
              <a:ext uri="{FF2B5EF4-FFF2-40B4-BE49-F238E27FC236}">
                <a16:creationId xmlns:a16="http://schemas.microsoft.com/office/drawing/2014/main" id="{F9EB40BC-72B1-4703-B582-C1D546E13521}"/>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Isolation without 14 workspaces</a:t>
            </a:r>
          </a:p>
        </p:txBody>
      </p:sp>
      <p:sp>
        <p:nvSpPr>
          <p:cNvPr id="4" name="">
            <a:extLst xmlns:a="http://schemas.openxmlformats.org/drawingml/2006/main">
              <a:ext uri="{FF2B5EF4-FFF2-40B4-BE49-F238E27FC236}">
                <a16:creationId xmlns:a16="http://schemas.microsoft.com/office/drawing/2014/main" id="{6A8BEF7D-1441-44FB-9582-0F7B5F974E23}"/>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6DCFEE1-5459-486F-B781-A87D786AB319}"/>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B292B295-1AC1-43E9-BA37-25D14D257870}"/>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43</a:t>
            </a:r>
          </a:p>
        </p:txBody>
      </p:sp>
      <p:sp>
        <p:nvSpPr>
          <p:cNvPr id="7" name="">
            <a:extLst xmlns:a="http://schemas.openxmlformats.org/drawingml/2006/main">
              <a:ext uri="{FF2B5EF4-FFF2-40B4-BE49-F238E27FC236}">
                <a16:creationId xmlns:a16="http://schemas.microsoft.com/office/drawing/2014/main" id="{AFCF7E20-E628-4D4F-B6C5-B16E76C882B8}"/>
              </a:ext>
            </a:extLst>
          </p:cNvPr>
          <p:cNvSpPr>
            <a:spLocks xmlns:a="http://schemas.openxmlformats.org/drawingml/2006/main" noGrp="1"/>
          </p:cNvSpPr>
          <p:nvPr/>
        </p:nvSpPr>
        <p:spPr>
          <a:xfrm xmlns:a="http://schemas.openxmlformats.org/drawingml/2006/main">
            <a:off x="704850" y="1581150"/>
            <a:ext cx="1428750" cy="304800"/>
          </a:xfrm>
          <a:prstGeom xmlns:a="http://schemas.openxmlformats.org/drawingml/2006/main" prst="roundRect">
            <a:avLst>
              <a:gd name="adj" fmla="val 25000"/>
            </a:avLst>
          </a:prstGeom>
          <a:solidFill xmlns:a="http://schemas.openxmlformats.org/drawingml/2006/main">
            <a:srgbClr val="2E74B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1128953-1271-4C9F-BDCC-06A90DB1918A}"/>
              </a:ext>
            </a:extLst>
          </p:cNvPr>
          <p:cNvSpPr>
            <a:spLocks xmlns:a="http://schemas.openxmlformats.org/drawingml/2006/main" noGrp="1"/>
          </p:cNvSpPr>
          <p:nvPr/>
        </p:nvSpPr>
        <p:spPr>
          <a:xfrm xmlns:a="http://schemas.openxmlformats.org/drawingml/2006/main">
            <a:off x="781050" y="1600200"/>
            <a:ext cx="1276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SIMPLE IDEA</a:t>
            </a:r>
          </a:p>
        </p:txBody>
      </p:sp>
      <p:sp>
        <p:nvSpPr>
          <p:cNvPr id="9" name="">
            <a:extLst xmlns:a="http://schemas.openxmlformats.org/drawingml/2006/main">
              <a:ext uri="{FF2B5EF4-FFF2-40B4-BE49-F238E27FC236}">
                <a16:creationId xmlns:a16="http://schemas.microsoft.com/office/drawing/2014/main" id="{C1D5FAF4-546B-4FA9-8264-8DFD2B6E0BE9}"/>
              </a:ext>
            </a:extLst>
          </p:cNvPr>
          <p:cNvSpPr>
            <a:spLocks xmlns:a="http://schemas.openxmlformats.org/drawingml/2006/main" noGrp="1"/>
          </p:cNvSpPr>
          <p:nvPr/>
        </p:nvSpPr>
        <p:spPr>
          <a:xfrm xmlns:a="http://schemas.openxmlformats.org/drawingml/2006/main">
            <a:off x="704850" y="1952625"/>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09233B"/>
                </a:solidFill>
                <a:latin typeface="Bitstream Charter"/>
                <a:ea typeface="Bitstream Charter"/>
                <a:cs typeface="Bitstream Charter"/>
              </a:defRPr>
            </a:pPr>
            <a:r>
              <a:rPr sz="2175" b="1">
                <a:solidFill>
                  <a:srgbClr val="09233B"/>
                </a:solidFill>
                <a:latin typeface="Bitstream Charter"/>
                <a:ea typeface="Bitstream Charter"/>
                <a:cs typeface="Bitstream Charter"/>
              </a:rPr>
              <a:t>Use one Premium workspace with one learner group and one schema per learner.</a:t>
            </a:r>
          </a:p>
        </p:txBody>
      </p:sp>
      <p:sp>
        <p:nvSpPr>
          <p:cNvPr id="10" name="">
            <a:extLst xmlns:a="http://schemas.openxmlformats.org/drawingml/2006/main">
              <a:ext uri="{FF2B5EF4-FFF2-40B4-BE49-F238E27FC236}">
                <a16:creationId xmlns:a16="http://schemas.microsoft.com/office/drawing/2014/main" id="{8BD7D273-E7AE-4E4D-B99C-197EAC745B99}"/>
              </a:ext>
            </a:extLst>
          </p:cNvPr>
          <p:cNvSpPr>
            <a:spLocks xmlns:a="http://schemas.openxmlformats.org/drawingml/2006/main" noGrp="1"/>
          </p:cNvSpPr>
          <p:nvPr/>
        </p:nvSpPr>
        <p:spPr>
          <a:xfrm xmlns:a="http://schemas.openxmlformats.org/drawingml/2006/main">
            <a:off x="800100" y="3267075"/>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D9EDE77-1085-4E51-8B27-62BB46EF8E3F}"/>
              </a:ext>
            </a:extLst>
          </p:cNvPr>
          <p:cNvSpPr>
            <a:spLocks xmlns:a="http://schemas.openxmlformats.org/drawingml/2006/main" noGrp="1"/>
          </p:cNvSpPr>
          <p:nvPr/>
        </p:nvSpPr>
        <p:spPr>
          <a:xfrm xmlns:a="http://schemas.openxmlformats.org/drawingml/2006/main">
            <a:off x="1095375" y="31908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One Entra group manages class access.</a:t>
            </a:r>
          </a:p>
        </p:txBody>
      </p:sp>
      <p:sp>
        <p:nvSpPr>
          <p:cNvPr id="12" name="">
            <a:extLst xmlns:a="http://schemas.openxmlformats.org/drawingml/2006/main">
              <a:ext uri="{FF2B5EF4-FFF2-40B4-BE49-F238E27FC236}">
                <a16:creationId xmlns:a16="http://schemas.microsoft.com/office/drawing/2014/main" id="{7B31EF63-0A72-4555-BA63-A64866BC2DF8}"/>
              </a:ext>
            </a:extLst>
          </p:cNvPr>
          <p:cNvSpPr>
            <a:spLocks xmlns:a="http://schemas.openxmlformats.org/drawingml/2006/main" noGrp="1"/>
          </p:cNvSpPr>
          <p:nvPr/>
        </p:nvSpPr>
        <p:spPr>
          <a:xfrm xmlns:a="http://schemas.openxmlformats.org/drawingml/2006/main">
            <a:off x="800100" y="3848100"/>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0B3C9B6-9D94-4006-A6D4-AE1A53064860}"/>
              </a:ext>
            </a:extLst>
          </p:cNvPr>
          <p:cNvSpPr>
            <a:spLocks xmlns:a="http://schemas.openxmlformats.org/drawingml/2006/main" noGrp="1"/>
          </p:cNvSpPr>
          <p:nvPr/>
        </p:nvSpPr>
        <p:spPr>
          <a:xfrm xmlns:a="http://schemas.openxmlformats.org/drawingml/2006/main">
            <a:off x="1095375" y="37719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Approved shared or serverless compute limits cost.</a:t>
            </a:r>
          </a:p>
        </p:txBody>
      </p:sp>
      <p:sp>
        <p:nvSpPr>
          <p:cNvPr id="14" name="">
            <a:extLst xmlns:a="http://schemas.openxmlformats.org/drawingml/2006/main">
              <a:ext uri="{FF2B5EF4-FFF2-40B4-BE49-F238E27FC236}">
                <a16:creationId xmlns:a16="http://schemas.microsoft.com/office/drawing/2014/main" id="{912238A6-7BA5-4D48-BE8A-285DE68864B2}"/>
              </a:ext>
            </a:extLst>
          </p:cNvPr>
          <p:cNvSpPr>
            <a:spLocks xmlns:a="http://schemas.openxmlformats.org/drawingml/2006/main" noGrp="1"/>
          </p:cNvSpPr>
          <p:nvPr/>
        </p:nvSpPr>
        <p:spPr>
          <a:xfrm xmlns:a="http://schemas.openxmlformats.org/drawingml/2006/main">
            <a:off x="800100" y="4429125"/>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DB22365-A68E-4AFD-B1D3-8FFD49D8476D}"/>
              </a:ext>
            </a:extLst>
          </p:cNvPr>
          <p:cNvSpPr>
            <a:spLocks xmlns:a="http://schemas.openxmlformats.org/drawingml/2006/main" noGrp="1"/>
          </p:cNvSpPr>
          <p:nvPr/>
        </p:nvSpPr>
        <p:spPr>
          <a:xfrm xmlns:a="http://schemas.openxmlformats.org/drawingml/2006/main">
            <a:off x="1095375" y="43529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student_01 through student_14 separate published objects.</a:t>
            </a:r>
          </a:p>
        </p:txBody>
      </p:sp>
      <p:sp>
        <p:nvSpPr>
          <p:cNvPr id="16" name="">
            <a:extLst xmlns:a="http://schemas.openxmlformats.org/drawingml/2006/main">
              <a:ext uri="{FF2B5EF4-FFF2-40B4-BE49-F238E27FC236}">
                <a16:creationId xmlns:a16="http://schemas.microsoft.com/office/drawing/2014/main" id="{FC81B96B-4AE2-42F1-B61D-E0BBA8BB6A47}"/>
              </a:ext>
            </a:extLst>
          </p:cNvPr>
          <p:cNvSpPr>
            <a:spLocks xmlns:a="http://schemas.openxmlformats.org/drawingml/2006/main" noGrp="1"/>
          </p:cNvSpPr>
          <p:nvPr/>
        </p:nvSpPr>
        <p:spPr>
          <a:xfrm xmlns:a="http://schemas.openxmlformats.org/drawingml/2006/main">
            <a:off x="800100" y="5010150"/>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64D7815-363C-4D0D-B943-76D9CB686894}"/>
              </a:ext>
            </a:extLst>
          </p:cNvPr>
          <p:cNvSpPr>
            <a:spLocks xmlns:a="http://schemas.openxmlformats.org/drawingml/2006/main" noGrp="1"/>
          </p:cNvSpPr>
          <p:nvPr/>
        </p:nvSpPr>
        <p:spPr>
          <a:xfrm xmlns:a="http://schemas.openxmlformats.org/drawingml/2006/main">
            <a:off x="1095375" y="49339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Learners do not need administrator rights.</a:t>
            </a:r>
          </a:p>
        </p:txBody>
      </p:sp>
      <p:sp>
        <p:nvSpPr>
          <p:cNvPr id="18" name="">
            <a:extLst xmlns:a="http://schemas.openxmlformats.org/drawingml/2006/main">
              <a:ext uri="{FF2B5EF4-FFF2-40B4-BE49-F238E27FC236}">
                <a16:creationId xmlns:a16="http://schemas.microsoft.com/office/drawing/2014/main" id="{7A4A235B-286E-4B8D-BF19-A5BC7918F0AE}"/>
              </a:ext>
            </a:extLst>
          </p:cNvPr>
          <p:cNvSpPr>
            <a:spLocks xmlns:a="http://schemas.openxmlformats.org/drawingml/2006/main" noGrp="1"/>
          </p:cNvSpPr>
          <p:nvPr/>
        </p:nvSpPr>
        <p:spPr>
          <a:xfrm xmlns:a="http://schemas.openxmlformats.org/drawingml/2006/main">
            <a:off x="7667625" y="1714500"/>
            <a:ext cx="3714750" cy="3238500"/>
          </a:xfrm>
          <a:prstGeom xmlns:a="http://schemas.openxmlformats.org/drawingml/2006/main" prst="roundRect">
            <a:avLst>
              <a:gd name="adj" fmla="val 2353"/>
            </a:avLst>
          </a:prstGeom>
          <a:solidFill xmlns:a="http://schemas.openxmlformats.org/drawingml/2006/main">
            <a:srgbClr val="F5F8FA"/>
          </a:solidFill>
          <a:ln xmlns:a="http://schemas.openxmlformats.org/drawingml/2006/main" w="9525">
            <a:solidFill>
              <a:srgbClr val="D5DEE6"/>
            </a:solidFill>
          </a:ln>
        </p:spPr>
      </p:sp>
      <p:sp>
        <p:nvSpPr>
          <p:cNvPr id="19" name="">
            <a:extLst xmlns:a="http://schemas.openxmlformats.org/drawingml/2006/main">
              <a:ext uri="{FF2B5EF4-FFF2-40B4-BE49-F238E27FC236}">
                <a16:creationId xmlns:a16="http://schemas.microsoft.com/office/drawing/2014/main" id="{1117569D-BD58-48D1-9180-DB7C5D929C00}"/>
              </a:ext>
            </a:extLst>
          </p:cNvPr>
          <p:cNvSpPr>
            <a:spLocks xmlns:a="http://schemas.openxmlformats.org/drawingml/2006/main" noGrp="1"/>
          </p:cNvSpPr>
          <p:nvPr/>
        </p:nvSpPr>
        <p:spPr>
          <a:xfrm xmlns:a="http://schemas.openxmlformats.org/drawingml/2006/main">
            <a:off x="7667625" y="1714500"/>
            <a:ext cx="85725" cy="3238500"/>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A30018D-ED5A-4C79-BE5F-02351114271D}"/>
              </a:ext>
            </a:extLst>
          </p:cNvPr>
          <p:cNvSpPr>
            <a:spLocks xmlns:a="http://schemas.openxmlformats.org/drawingml/2006/main" noGrp="1"/>
          </p:cNvSpPr>
          <p:nvPr/>
        </p:nvSpPr>
        <p:spPr>
          <a:xfrm xmlns:a="http://schemas.openxmlformats.org/drawingml/2006/main">
            <a:off x="7905750" y="1847850"/>
            <a:ext cx="328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Example</a:t>
            </a:r>
          </a:p>
        </p:txBody>
      </p:sp>
      <p:sp>
        <p:nvSpPr>
          <p:cNvPr id="21" name="">
            <a:extLst xmlns:a="http://schemas.openxmlformats.org/drawingml/2006/main">
              <a:ext uri="{FF2B5EF4-FFF2-40B4-BE49-F238E27FC236}">
                <a16:creationId xmlns:a16="http://schemas.microsoft.com/office/drawing/2014/main" id="{DA933064-89BE-4F2A-9868-811DBFDE75D8}"/>
              </a:ext>
            </a:extLst>
          </p:cNvPr>
          <p:cNvSpPr>
            <a:spLocks xmlns:a="http://schemas.openxmlformats.org/drawingml/2006/main" noGrp="1"/>
          </p:cNvSpPr>
          <p:nvPr/>
        </p:nvSpPr>
        <p:spPr>
          <a:xfrm xmlns:a="http://schemas.openxmlformats.org/drawingml/2006/main">
            <a:off x="7905750" y="2219325"/>
            <a:ext cx="3286125" cy="2609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Group membership opens the workspace; schema grants control where each learner can create tables.</a:t>
            </a:r>
          </a:p>
        </p:txBody>
      </p:sp>
      <p:sp>
        <p:nvSpPr>
          <p:cNvPr id="22" name="">
            <a:extLst xmlns:a="http://schemas.openxmlformats.org/drawingml/2006/main">
              <a:ext uri="{FF2B5EF4-FFF2-40B4-BE49-F238E27FC236}">
                <a16:creationId xmlns:a16="http://schemas.microsoft.com/office/drawing/2014/main" id="{EE9D80B0-1422-4C45-8FA2-F422DE09AFC6}"/>
              </a:ext>
            </a:extLst>
          </p:cNvPr>
          <p:cNvSpPr>
            <a:spLocks xmlns:a="http://schemas.openxmlformats.org/drawingml/2006/main" noGrp="1"/>
          </p:cNvSpPr>
          <p:nvPr/>
        </p:nvSpPr>
        <p:spPr>
          <a:xfrm xmlns:a="http://schemas.openxmlformats.org/drawingml/2006/main">
            <a:off x="7810500" y="5238750"/>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5D6A76"/>
                </a:solidFill>
                <a:latin typeface="Bitstream Charter"/>
                <a:ea typeface="Bitstream Charter"/>
                <a:cs typeface="Bitstream Charter"/>
              </a:defRPr>
            </a:pPr>
            <a:r>
              <a:rPr sz="1200" b="1">
                <a:solidFill>
                  <a:srgbClr val="5D6A76"/>
                </a:solidFill>
                <a:latin typeface="Bitstream Charter"/>
                <a:ea typeface="Bitstream Charter"/>
                <a:cs typeface="Bitstream Charter"/>
              </a:rPr>
              <a:t>Ask learners to explain this in their own words.</a:t>
            </a:r>
          </a:p>
        </p:txBody>
      </p:sp>
    </p:spTree>
    <p:extLst>
      <p:ext uri="{BB962C8B-B14F-4D97-AF65-F5344CB8AC3E}">
        <p14:creationId xmlns:p14="http://schemas.microsoft.com/office/powerpoint/2010/main" val="2063410850"/>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F87B71B-C932-4567-935F-51AE8753895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DFCC6B3-6419-48A1-86E5-A587FDD31D7F}"/>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Recommended classroom setup</a:t>
            </a:r>
          </a:p>
        </p:txBody>
      </p:sp>
      <p:sp>
        <p:nvSpPr>
          <p:cNvPr id="3" name="">
            <a:extLst xmlns:a="http://schemas.openxmlformats.org/drawingml/2006/main">
              <a:ext uri="{FF2B5EF4-FFF2-40B4-BE49-F238E27FC236}">
                <a16:creationId xmlns:a16="http://schemas.microsoft.com/office/drawing/2014/main" id="{A5A72A46-8DE3-4B47-9DD4-43B791A6DDAB}"/>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A practical delivery design</a:t>
            </a:r>
          </a:p>
        </p:txBody>
      </p:sp>
      <p:sp>
        <p:nvSpPr>
          <p:cNvPr id="4" name="">
            <a:extLst xmlns:a="http://schemas.openxmlformats.org/drawingml/2006/main">
              <a:ext uri="{FF2B5EF4-FFF2-40B4-BE49-F238E27FC236}">
                <a16:creationId xmlns:a16="http://schemas.microsoft.com/office/drawing/2014/main" id="{918C50A6-C834-4334-9293-5CA187AECC69}"/>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F4494AD-5272-4831-AA5D-0BCABD544242}"/>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6294A91F-F1F5-4F6E-9F52-33298F23EE75}"/>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44</a:t>
            </a:r>
          </a:p>
        </p:txBody>
      </p:sp>
      <p:graphicFrame>
        <p:nvGraphicFramePr>
          <p:cNvPr id="16" name=""/>
          <p:cNvGraphicFramePr/>
          <p:nvPr/>
        </p:nvGraphicFramePr>
        <p:xfrm>
          <a:off xmlns:a="http://schemas.openxmlformats.org/drawingml/2006/main" x="666750" y="1666875"/>
          <a:ext xmlns:a="http://schemas.openxmlformats.org/drawingml/2006/main" cx="10858500" cy="3476625"/>
        </p:xfrm>
        <a:graphic xmlns:a="http://schemas.openxmlformats.org/drawingml/2006/main">
          <a:graphicData uri="http://schemas.openxmlformats.org/drawingml/2006/table">
            <a:tbl>
              <a:tblPr firstRow="1" bandRow="1"/>
              <a:tblGrid>
                <a:gridCol w="2857500"/>
                <a:gridCol w="4191000"/>
                <a:gridCol w="3810000"/>
              </a:tblGrid>
              <a:tr h="579438">
                <a:tc>
                  <a:txBody>
                    <a:bodyPr/>
                    <a:lstStyle/>
                    <a:p>
                      <a:r>
                        <a:rPr sz="1125" b="1">
                          <a:solidFill>
                            <a:srgbClr val="FFFFFF"/>
                          </a:solidFill>
                          <a:latin typeface="Bitstream Charter"/>
                          <a:ea typeface="Bitstream Charter"/>
                          <a:cs typeface="Bitstream Charter"/>
                        </a:rPr>
                        <a:t>Component</a:t>
                      </a:r>
                    </a:p>
                  </a:txBody>
                  <a:tcPr marL="91440" marR="91440" marT="45720" marB="45720">
                    <a:solidFill>
                      <a:srgbClr val="09233B"/>
                    </a:solidFill>
                  </a:tcPr>
                </a:tc>
                <a:tc>
                  <a:txBody>
                    <a:bodyPr/>
                    <a:lstStyle/>
                    <a:p>
                      <a:r>
                        <a:rPr sz="1125" b="1">
                          <a:solidFill>
                            <a:srgbClr val="FFFFFF"/>
                          </a:solidFill>
                          <a:latin typeface="Bitstream Charter"/>
                          <a:ea typeface="Bitstream Charter"/>
                          <a:cs typeface="Bitstream Charter"/>
                        </a:rPr>
                        <a:t>Classroom design</a:t>
                      </a:r>
                    </a:p>
                  </a:txBody>
                  <a:tcPr marL="91440" marR="91440" marT="45720" marB="45720">
                    <a:solidFill>
                      <a:srgbClr val="09233B"/>
                    </a:solidFill>
                  </a:tcPr>
                </a:tc>
                <a:tc>
                  <a:txBody>
                    <a:bodyPr/>
                    <a:lstStyle/>
                    <a:p>
                      <a:r>
                        <a:rPr sz="1125" b="1">
                          <a:solidFill>
                            <a:srgbClr val="FFFFFF"/>
                          </a:solidFill>
                          <a:latin typeface="Bitstream Charter"/>
                          <a:ea typeface="Bitstream Charter"/>
                          <a:cs typeface="Bitstream Charter"/>
                        </a:rPr>
                        <a:t>Reason</a:t>
                      </a:r>
                    </a:p>
                  </a:txBody>
                  <a:tcPr marL="91440" marR="91440" marT="45720" marB="45720">
                    <a:solidFill>
                      <a:srgbClr val="09233B"/>
                    </a:solidFill>
                  </a:tcPr>
                </a:tc>
              </a:tr>
              <a:tr h="579438">
                <a:tc>
                  <a:txBody>
                    <a:bodyPr/>
                    <a:lstStyle/>
                    <a:p>
                      <a:r>
                        <a:rPr sz="1050">
                          <a:solidFill>
                            <a:srgbClr val="17212B"/>
                          </a:solidFill>
                          <a:latin typeface="Bitstream Charter"/>
                          <a:ea typeface="Bitstream Charter"/>
                          <a:cs typeface="Bitstream Charter"/>
                        </a:rPr>
                        <a:t>Workspace</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One Premium workspace</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Consistent administration and demo</a:t>
                      </a:r>
                    </a:p>
                  </a:txBody>
                  <a:tcPr marL="91440" marR="91440" marT="45720" marB="45720">
                    <a:solidFill>
                      <a:srgbClr val="FFFFFF"/>
                    </a:solidFill>
                  </a:tcPr>
                </a:tc>
              </a:tr>
              <a:tr h="579438">
                <a:tc>
                  <a:txBody>
                    <a:bodyPr/>
                    <a:lstStyle/>
                    <a:p>
                      <a:r>
                        <a:rPr sz="1050">
                          <a:solidFill>
                            <a:srgbClr val="17212B"/>
                          </a:solidFill>
                          <a:latin typeface="Bitstream Charter"/>
                          <a:ea typeface="Bitstream Charter"/>
                          <a:cs typeface="Bitstream Charter"/>
                        </a:rPr>
                        <a:t>Identity</a:t>
                      </a:r>
                    </a:p>
                  </a:txBody>
                  <a:tcPr marL="91440" marR="91440" marT="45720" marB="45720">
                    <a:solidFill>
                      <a:srgbClr val="F5F8FA"/>
                    </a:solidFill>
                  </a:tcPr>
                </a:tc>
                <a:tc>
                  <a:txBody>
                    <a:bodyPr/>
                    <a:lstStyle/>
                    <a:p>
                      <a:r>
                        <a:rPr sz="1050">
                          <a:solidFill>
                            <a:srgbClr val="17212B"/>
                          </a:solidFill>
                          <a:latin typeface="Bitstream Charter"/>
                          <a:ea typeface="Bitstream Charter"/>
                          <a:cs typeface="Bitstream Charter"/>
                        </a:rPr>
                        <a:t>One Entra learner group</a:t>
                      </a:r>
                    </a:p>
                  </a:txBody>
                  <a:tcPr marL="91440" marR="91440" marT="45720" marB="45720">
                    <a:solidFill>
                      <a:srgbClr val="F5F8FA"/>
                    </a:solidFill>
                  </a:tcPr>
                </a:tc>
                <a:tc>
                  <a:txBody>
                    <a:bodyPr/>
                    <a:lstStyle/>
                    <a:p>
                      <a:r>
                        <a:rPr sz="1050">
                          <a:solidFill>
                            <a:srgbClr val="17212B"/>
                          </a:solidFill>
                          <a:latin typeface="Bitstream Charter"/>
                          <a:ea typeface="Bitstream Charter"/>
                          <a:cs typeface="Bitstream Charter"/>
                        </a:rPr>
                        <a:t>Manage class access together</a:t>
                      </a:r>
                    </a:p>
                  </a:txBody>
                  <a:tcPr marL="91440" marR="91440" marT="45720" marB="45720">
                    <a:solidFill>
                      <a:srgbClr val="F5F8FA"/>
                    </a:solidFill>
                  </a:tcPr>
                </a:tc>
              </a:tr>
              <a:tr h="579438">
                <a:tc>
                  <a:txBody>
                    <a:bodyPr/>
                    <a:lstStyle/>
                    <a:p>
                      <a:r>
                        <a:rPr sz="1050">
                          <a:solidFill>
                            <a:srgbClr val="17212B"/>
                          </a:solidFill>
                          <a:latin typeface="Bitstream Charter"/>
                          <a:ea typeface="Bitstream Charter"/>
                          <a:cs typeface="Bitstream Charter"/>
                        </a:rPr>
                        <a:t>Compute</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Serverless or approved classic</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Controlled execution</a:t>
                      </a:r>
                    </a:p>
                  </a:txBody>
                  <a:tcPr marL="91440" marR="91440" marT="45720" marB="45720">
                    <a:solidFill>
                      <a:srgbClr val="FFFFFF"/>
                    </a:solidFill>
                  </a:tcPr>
                </a:tc>
              </a:tr>
              <a:tr h="579438">
                <a:tc>
                  <a:txBody>
                    <a:bodyPr/>
                    <a:lstStyle/>
                    <a:p>
                      <a:r>
                        <a:rPr sz="1050">
                          <a:solidFill>
                            <a:srgbClr val="17212B"/>
                          </a:solidFill>
                          <a:latin typeface="Bitstream Charter"/>
                          <a:ea typeface="Bitstream Charter"/>
                          <a:cs typeface="Bitstream Charter"/>
                        </a:rPr>
                        <a:t>Data isolation</a:t>
                      </a:r>
                    </a:p>
                  </a:txBody>
                  <a:tcPr marL="91440" marR="91440" marT="45720" marB="45720">
                    <a:solidFill>
                      <a:srgbClr val="F5F8FA"/>
                    </a:solidFill>
                  </a:tcPr>
                </a:tc>
                <a:tc>
                  <a:txBody>
                    <a:bodyPr/>
                    <a:lstStyle/>
                    <a:p>
                      <a:r>
                        <a:rPr sz="1050">
                          <a:solidFill>
                            <a:srgbClr val="17212B"/>
                          </a:solidFill>
                          <a:latin typeface="Bitstream Charter"/>
                          <a:ea typeface="Bitstream Charter"/>
                          <a:cs typeface="Bitstream Charter"/>
                        </a:rPr>
                        <a:t>One schema per learner</a:t>
                      </a:r>
                    </a:p>
                  </a:txBody>
                  <a:tcPr marL="91440" marR="91440" marT="45720" marB="45720">
                    <a:solidFill>
                      <a:srgbClr val="F5F8FA"/>
                    </a:solidFill>
                  </a:tcPr>
                </a:tc>
                <a:tc>
                  <a:txBody>
                    <a:bodyPr/>
                    <a:lstStyle/>
                    <a:p>
                      <a:r>
                        <a:rPr sz="1050">
                          <a:solidFill>
                            <a:srgbClr val="17212B"/>
                          </a:solidFill>
                          <a:latin typeface="Bitstream Charter"/>
                          <a:ea typeface="Bitstream Charter"/>
                          <a:cs typeface="Bitstream Charter"/>
                        </a:rPr>
                        <a:t>Safe independent publishing</a:t>
                      </a:r>
                    </a:p>
                  </a:txBody>
                  <a:tcPr marL="91440" marR="91440" marT="45720" marB="45720">
                    <a:solidFill>
                      <a:srgbClr val="F5F8FA"/>
                    </a:solidFill>
                  </a:tcPr>
                </a:tc>
              </a:tr>
              <a:tr h="579438">
                <a:tc>
                  <a:txBody>
                    <a:bodyPr/>
                    <a:lstStyle/>
                    <a:p>
                      <a:r>
                        <a:rPr sz="1050">
                          <a:solidFill>
                            <a:srgbClr val="17212B"/>
                          </a:solidFill>
                          <a:latin typeface="Bitstream Charter"/>
                          <a:ea typeface="Bitstream Charter"/>
                          <a:cs typeface="Bitstream Charter"/>
                        </a:rPr>
                        <a:t>Cost control</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Policy and auto termination</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Reduce idle usage</a:t>
                      </a:r>
                    </a:p>
                  </a:txBody>
                  <a:tcPr marL="91440" marR="91440" marT="45720" marB="4572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97B343A8-3FBB-4582-8919-A4C2A0C2C000}"/>
              </a:ext>
            </a:extLst>
          </p:cNvPr>
          <p:cNvSpPr>
            <a:spLocks xmlns:a="http://schemas.openxmlformats.org/drawingml/2006/main" noGrp="1"/>
          </p:cNvSpPr>
          <p:nvPr/>
        </p:nvSpPr>
        <p:spPr>
          <a:xfrm xmlns:a="http://schemas.openxmlformats.org/drawingml/2006/main">
            <a:off x="1476375" y="5429250"/>
            <a:ext cx="9239250" cy="523875"/>
          </a:xfrm>
          <a:prstGeom xmlns:a="http://schemas.openxmlformats.org/drawingml/2006/main" prst="roundRect">
            <a:avLst>
              <a:gd name="adj" fmla="val 14545"/>
            </a:avLst>
          </a:prstGeom>
          <a:solidFill xmlns:a="http://schemas.openxmlformats.org/drawingml/2006/main">
            <a:srgbClr val="EAF4FB"/>
          </a:solidFill>
          <a:ln xmlns:a="http://schemas.openxmlformats.org/drawingml/2006/main" w="9525">
            <a:solidFill>
              <a:srgbClr val="D5DEE6"/>
            </a:solidFill>
          </a:ln>
        </p:spPr>
      </p:sp>
      <p:sp>
        <p:nvSpPr>
          <p:cNvPr id="9" name="">
            <a:extLst xmlns:a="http://schemas.openxmlformats.org/drawingml/2006/main">
              <a:ext uri="{FF2B5EF4-FFF2-40B4-BE49-F238E27FC236}">
                <a16:creationId xmlns:a16="http://schemas.microsoft.com/office/drawing/2014/main" id="{F5DC7D18-E025-4DAD-8BC8-940D52622D17}"/>
              </a:ext>
            </a:extLst>
          </p:cNvPr>
          <p:cNvSpPr>
            <a:spLocks xmlns:a="http://schemas.openxmlformats.org/drawingml/2006/main" noGrp="1"/>
          </p:cNvSpPr>
          <p:nvPr/>
        </p:nvSpPr>
        <p:spPr>
          <a:xfrm xmlns:a="http://schemas.openxmlformats.org/drawingml/2006/main">
            <a:off x="1666875" y="5505450"/>
            <a:ext cx="885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09233B"/>
                </a:solidFill>
                <a:latin typeface="Bitstream Charter"/>
                <a:ea typeface="Bitstream Charter"/>
                <a:cs typeface="Bitstream Charter"/>
              </a:defRPr>
            </a:pPr>
            <a:r>
              <a:rPr sz="1350" b="1">
                <a:solidFill>
                  <a:srgbClr val="09233B"/>
                </a:solidFill>
                <a:latin typeface="Bitstream Charter"/>
                <a:ea typeface="Bitstream Charter"/>
                <a:cs typeface="Bitstream Charter"/>
              </a:rPr>
              <a:t>Test one real learner account before class—not only the trainer account.</a:t>
            </a:r>
          </a:p>
        </p:txBody>
      </p:sp>
    </p:spTree>
    <p:extLst>
      <p:ext uri="{BB962C8B-B14F-4D97-AF65-F5344CB8AC3E}">
        <p14:creationId xmlns:p14="http://schemas.microsoft.com/office/powerpoint/2010/main" val="324805763"/>
      </p:ext>
    </p:extLst>
  </p:cSld>
</p:sld>
</file>

<file path=ppt/slides/slide45.xml><?xml version="1.0" encoding="utf-8"?>
<p:sld xmlns:p="http://schemas.openxmlformats.org/presentationml/2006/main">
  <p:cSld>
    <p:bg>
      <p:bgPr>
        <a:solidFill xmlns:a="http://schemas.openxmlformats.org/drawingml/2006/main">
          <a:srgbClr val="09233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6ED0CA5-A988-42E7-90BE-CFC870CADAD1}"/>
              </a:ext>
            </a:extLst>
          </p:cNvPr>
          <p:cNvSpPr>
            <a:spLocks xmlns:a="http://schemas.openxmlformats.org/drawingml/2006/main" noGrp="1"/>
          </p:cNvSpPr>
          <p:nvPr/>
        </p:nvSpPr>
        <p:spPr>
          <a:xfrm xmlns:a="http://schemas.openxmlformats.org/drawingml/2006/main">
            <a:off x="742950" y="74295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37AFA7"/>
                </a:solidFill>
                <a:latin typeface="Bitstream Charter"/>
                <a:ea typeface="Bitstream Charter"/>
                <a:cs typeface="Bitstream Charter"/>
              </a:defRPr>
            </a:pPr>
            <a:r>
              <a:rPr sz="1125" b="1">
                <a:solidFill>
                  <a:srgbClr val="37AFA7"/>
                </a:solidFill>
                <a:latin typeface="Bitstream Charter"/>
                <a:ea typeface="Bitstream Charter"/>
                <a:cs typeface="Bitstream Charter"/>
              </a:rPr>
              <a:t>GUIDED DEMO</a:t>
            </a:r>
          </a:p>
        </p:txBody>
      </p:sp>
      <p:sp>
        <p:nvSpPr>
          <p:cNvPr id="2" name="">
            <a:extLst xmlns:a="http://schemas.openxmlformats.org/drawingml/2006/main">
              <a:ext uri="{FF2B5EF4-FFF2-40B4-BE49-F238E27FC236}">
                <a16:creationId xmlns:a16="http://schemas.microsoft.com/office/drawing/2014/main" id="{CA13BEBC-C86A-47D3-A80E-3245266DC2A3}"/>
              </a:ext>
            </a:extLst>
          </p:cNvPr>
          <p:cNvSpPr>
            <a:spLocks xmlns:a="http://schemas.openxmlformats.org/drawingml/2006/main" noGrp="1"/>
          </p:cNvSpPr>
          <p:nvPr/>
        </p:nvSpPr>
        <p:spPr>
          <a:xfrm xmlns:a="http://schemas.openxmlformats.org/drawingml/2006/main">
            <a:off x="742950" y="1524000"/>
            <a:ext cx="990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600" b="1">
                <a:solidFill>
                  <a:srgbClr val="FFFFFF"/>
                </a:solidFill>
                <a:latin typeface="Bitstream Charter"/>
                <a:ea typeface="Bitstream Charter"/>
                <a:cs typeface="Bitstream Charter"/>
              </a:defRPr>
            </a:pPr>
            <a:r>
              <a:rPr sz="3600" b="1">
                <a:solidFill>
                  <a:srgbClr val="FFFFFF"/>
                </a:solidFill>
                <a:latin typeface="Bitstream Charter"/>
                <a:ea typeface="Bitstream Charter"/>
                <a:cs typeface="Bitstream Charter"/>
              </a:rPr>
              <a:t>From first notebook to governed Delta table</a:t>
            </a:r>
          </a:p>
        </p:txBody>
      </p:sp>
      <p:sp>
        <p:nvSpPr>
          <p:cNvPr id="3" name="">
            <a:extLst xmlns:a="http://schemas.openxmlformats.org/drawingml/2006/main">
              <a:ext uri="{FF2B5EF4-FFF2-40B4-BE49-F238E27FC236}">
                <a16:creationId xmlns:a16="http://schemas.microsoft.com/office/drawing/2014/main" id="{05DB17F9-57DE-4B6F-BECA-FC3887DC7170}"/>
              </a:ext>
            </a:extLst>
          </p:cNvPr>
          <p:cNvSpPr>
            <a:spLocks xmlns:a="http://schemas.openxmlformats.org/drawingml/2006/main" noGrp="1"/>
          </p:cNvSpPr>
          <p:nvPr/>
        </p:nvSpPr>
        <p:spPr>
          <a:xfrm xmlns:a="http://schemas.openxmlformats.org/drawingml/2006/main">
            <a:off x="781050" y="2428875"/>
            <a:ext cx="9239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D3E0E9"/>
                </a:solidFill>
                <a:latin typeface="Bitstream Charter"/>
                <a:ea typeface="Bitstream Charter"/>
                <a:cs typeface="Bitstream Charter"/>
              </a:defRPr>
            </a:pPr>
            <a:r>
              <a:rPr sz="1725" b="0">
                <a:solidFill>
                  <a:srgbClr val="D3E0E9"/>
                </a:solidFill>
                <a:latin typeface="Bitstream Charter"/>
                <a:ea typeface="Bitstream Charter"/>
                <a:cs typeface="Bitstream Charter"/>
              </a:rPr>
              <a:t>Run, predict, validate and then let learners reproduce</a:t>
            </a:r>
          </a:p>
        </p:txBody>
      </p:sp>
      <p:sp>
        <p:nvSpPr>
          <p:cNvPr id="4" name="">
            <a:extLst xmlns:a="http://schemas.openxmlformats.org/drawingml/2006/main">
              <a:ext uri="{FF2B5EF4-FFF2-40B4-BE49-F238E27FC236}">
                <a16:creationId xmlns:a16="http://schemas.microsoft.com/office/drawing/2014/main" id="{9296B019-0F6D-45B8-A95B-2466346B99F6}"/>
              </a:ext>
            </a:extLst>
          </p:cNvPr>
          <p:cNvSpPr>
            <a:spLocks xmlns:a="http://schemas.openxmlformats.org/drawingml/2006/main" noGrp="1"/>
          </p:cNvSpPr>
          <p:nvPr/>
        </p:nvSpPr>
        <p:spPr>
          <a:xfrm xmlns:a="http://schemas.openxmlformats.org/drawingml/2006/main">
            <a:off x="781050" y="3429000"/>
            <a:ext cx="7048500" cy="47625"/>
          </a:xfrm>
          <a:prstGeom xmlns:a="http://schemas.openxmlformats.org/drawingml/2006/main" prst="rect">
            <a:avLst/>
          </a:prstGeom>
          <a:solidFill xmlns:a="http://schemas.openxmlformats.org/drawingml/2006/main">
            <a:srgbClr val="E6A73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EEF06B7-CF13-49B9-801E-9963DB59B30D}"/>
              </a:ext>
            </a:extLst>
          </p:cNvPr>
          <p:cNvSpPr>
            <a:spLocks xmlns:a="http://schemas.openxmlformats.org/drawingml/2006/main" noGrp="1"/>
          </p:cNvSpPr>
          <p:nvPr/>
        </p:nvSpPr>
        <p:spPr>
          <a:xfrm xmlns:a="http://schemas.openxmlformats.org/drawingml/2006/main">
            <a:off x="781050" y="3714750"/>
            <a:ext cx="762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FFFFFF"/>
                </a:solidFill>
                <a:latin typeface="Bitstream Charter"/>
                <a:ea typeface="Bitstream Charter"/>
                <a:cs typeface="Bitstream Charter"/>
              </a:defRPr>
            </a:pPr>
            <a:r>
              <a:rPr sz="1725" b="1">
                <a:solidFill>
                  <a:srgbClr val="FFFFFF"/>
                </a:solidFill>
                <a:latin typeface="Bitstream Charter"/>
                <a:ea typeface="Bitstream Charter"/>
                <a:cs typeface="Bitstream Charter"/>
              </a:rPr>
              <a:t>Explain → show → ask → practise</a:t>
            </a:r>
          </a:p>
        </p:txBody>
      </p:sp>
      <p:sp>
        <p:nvSpPr>
          <p:cNvPr id="6" name="">
            <a:extLst xmlns:a="http://schemas.openxmlformats.org/drawingml/2006/main">
              <a:ext uri="{FF2B5EF4-FFF2-40B4-BE49-F238E27FC236}">
                <a16:creationId xmlns:a16="http://schemas.microsoft.com/office/drawing/2014/main" id="{186E26C6-EE80-4A24-860C-D569BE25D81B}"/>
              </a:ext>
            </a:extLst>
          </p:cNvPr>
          <p:cNvSpPr>
            <a:spLocks xmlns:a="http://schemas.openxmlformats.org/drawingml/2006/main" noGrp="1"/>
          </p:cNvSpPr>
          <p:nvPr/>
        </p:nvSpPr>
        <p:spPr>
          <a:xfrm xmlns:a="http://schemas.openxmlformats.org/drawingml/2006/main">
            <a:off x="11049000" y="64389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A8B8C5"/>
                </a:solidFill>
                <a:latin typeface="Bitstream Charter"/>
                <a:ea typeface="Bitstream Charter"/>
                <a:cs typeface="Bitstream Charter"/>
              </a:defRPr>
            </a:pPr>
            <a:r>
              <a:rPr sz="825" b="1">
                <a:solidFill>
                  <a:srgbClr val="A8B8C5"/>
                </a:solidFill>
                <a:latin typeface="Bitstream Charter"/>
                <a:ea typeface="Bitstream Charter"/>
                <a:cs typeface="Bitstream Charter"/>
              </a:rPr>
              <a:t>45</a:t>
            </a:r>
          </a:p>
        </p:txBody>
      </p:sp>
    </p:spTree>
    <p:extLst>
      <p:ext uri="{BB962C8B-B14F-4D97-AF65-F5344CB8AC3E}">
        <p14:creationId xmlns:p14="http://schemas.microsoft.com/office/powerpoint/2010/main" val="347492602"/>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96328E0-DE56-42C7-A68B-8506B60A9C4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D8125A1-A419-4016-B493-978652FE068A}"/>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Create the first notebook</a:t>
            </a:r>
          </a:p>
        </p:txBody>
      </p:sp>
      <p:sp>
        <p:nvSpPr>
          <p:cNvPr id="3" name="">
            <a:extLst xmlns:a="http://schemas.openxmlformats.org/drawingml/2006/main">
              <a:ext uri="{FF2B5EF4-FFF2-40B4-BE49-F238E27FC236}">
                <a16:creationId xmlns:a16="http://schemas.microsoft.com/office/drawing/2014/main" id="{F8521238-09A4-48C0-870B-B5CD14C47807}"/>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Use the current workspace UI</a:t>
            </a:r>
          </a:p>
        </p:txBody>
      </p:sp>
      <p:sp>
        <p:nvSpPr>
          <p:cNvPr id="4" name="">
            <a:extLst xmlns:a="http://schemas.openxmlformats.org/drawingml/2006/main">
              <a:ext uri="{FF2B5EF4-FFF2-40B4-BE49-F238E27FC236}">
                <a16:creationId xmlns:a16="http://schemas.microsoft.com/office/drawing/2014/main" id="{84AAC24C-D5DF-459D-BDA4-1BF49C225CBC}"/>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E0F0032-0623-4987-930E-BD5140A6923E}"/>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48557E78-48FD-4D4D-8D31-CEB450D4DBBA}"/>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46</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2ea1f307d9da40e9"/>
          <a:stretch xmlns:a="http://schemas.openxmlformats.org/drawingml/2006/main"/>
        </p:blipFill>
        <p:spPr>
          <a:xfrm xmlns:a="http://schemas.openxmlformats.org/drawingml/2006/main">
            <a:off x="666750" y="3281926"/>
            <a:ext cx="6858000" cy="389399"/>
          </a:xfrm>
          <a:prstGeom xmlns:a="http://schemas.openxmlformats.org/drawingml/2006/main" prst="roundRect">
            <a:avLst>
              <a:gd name="adj" fmla="val 3077"/>
            </a:avLst>
          </a:prstGeom>
        </p:spPr>
      </p:pic>
      <p:sp>
        <p:nvSpPr>
          <p:cNvPr id="8" name="">
            <a:extLst xmlns:a="http://schemas.openxmlformats.org/drawingml/2006/main">
              <a:ext uri="{FF2B5EF4-FFF2-40B4-BE49-F238E27FC236}">
                <a16:creationId xmlns:a16="http://schemas.microsoft.com/office/drawing/2014/main" id="{1E966510-26A2-4EAD-83EA-D1B2D2E138A2}"/>
              </a:ext>
            </a:extLst>
          </p:cNvPr>
          <p:cNvSpPr>
            <a:spLocks xmlns:a="http://schemas.openxmlformats.org/drawingml/2006/main" noGrp="1"/>
          </p:cNvSpPr>
          <p:nvPr/>
        </p:nvSpPr>
        <p:spPr>
          <a:xfrm xmlns:a="http://schemas.openxmlformats.org/drawingml/2006/main">
            <a:off x="809625" y="5381625"/>
            <a:ext cx="657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0">
                <a:solidFill>
                  <a:srgbClr val="5D6A76"/>
                </a:solidFill>
                <a:latin typeface="Bitstream Charter"/>
                <a:ea typeface="Bitstream Charter"/>
                <a:cs typeface="Bitstream Charter"/>
              </a:defRPr>
            </a:pPr>
            <a:r>
              <a:rPr sz="1050" b="0">
                <a:solidFill>
                  <a:srgbClr val="5D6A76"/>
                </a:solidFill>
                <a:latin typeface="Bitstream Charter"/>
                <a:ea typeface="Bitstream Charter"/>
                <a:cs typeface="Bitstream Charter"/>
              </a:rPr>
              <a:t>Recent notebook toolbar and compute selector.</a:t>
            </a:r>
          </a:p>
        </p:txBody>
      </p:sp>
      <p:sp>
        <p:nvSpPr>
          <p:cNvPr id="9" name="">
            <a:extLst xmlns:a="http://schemas.openxmlformats.org/drawingml/2006/main">
              <a:ext uri="{FF2B5EF4-FFF2-40B4-BE49-F238E27FC236}">
                <a16:creationId xmlns:a16="http://schemas.microsoft.com/office/drawing/2014/main" id="{5BEDA262-E8E1-4D65-A822-4728300DB3CD}"/>
              </a:ext>
            </a:extLst>
          </p:cNvPr>
          <p:cNvSpPr>
            <a:spLocks xmlns:a="http://schemas.openxmlformats.org/drawingml/2006/main" noGrp="1"/>
          </p:cNvSpPr>
          <p:nvPr/>
        </p:nvSpPr>
        <p:spPr>
          <a:xfrm xmlns:a="http://schemas.openxmlformats.org/drawingml/2006/main">
            <a:off x="7953375" y="1762125"/>
            <a:ext cx="3238500" cy="876300"/>
          </a:xfrm>
          <a:prstGeom xmlns:a="http://schemas.openxmlformats.org/drawingml/2006/main" prst="roundRect">
            <a:avLst>
              <a:gd name="adj" fmla="val 8696"/>
            </a:avLst>
          </a:prstGeom>
          <a:solidFill xmlns:a="http://schemas.openxmlformats.org/drawingml/2006/main">
            <a:srgbClr val="F5F8FA"/>
          </a:solidFill>
          <a:ln xmlns:a="http://schemas.openxmlformats.org/drawingml/2006/main" w="9525">
            <a:solidFill>
              <a:srgbClr val="D5DEE6"/>
            </a:solidFill>
          </a:ln>
        </p:spPr>
      </p:sp>
      <p:sp>
        <p:nvSpPr>
          <p:cNvPr id="10" name="">
            <a:extLst xmlns:a="http://schemas.openxmlformats.org/drawingml/2006/main">
              <a:ext uri="{FF2B5EF4-FFF2-40B4-BE49-F238E27FC236}">
                <a16:creationId xmlns:a16="http://schemas.microsoft.com/office/drawing/2014/main" id="{2B19630C-2F7E-4863-A872-4E09C987052A}"/>
              </a:ext>
            </a:extLst>
          </p:cNvPr>
          <p:cNvSpPr>
            <a:spLocks xmlns:a="http://schemas.openxmlformats.org/drawingml/2006/main" noGrp="1"/>
          </p:cNvSpPr>
          <p:nvPr/>
        </p:nvSpPr>
        <p:spPr>
          <a:xfrm xmlns:a="http://schemas.openxmlformats.org/drawingml/2006/main">
            <a:off x="8143875" y="1952625"/>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2E74B5"/>
                </a:solidFill>
                <a:latin typeface="Bitstream Charter"/>
                <a:ea typeface="Bitstream Charter"/>
                <a:cs typeface="Bitstream Charter"/>
              </a:defRPr>
            </a:pPr>
            <a:r>
              <a:rPr sz="1875" b="1">
                <a:solidFill>
                  <a:srgbClr val="2E74B5"/>
                </a:solidFill>
                <a:latin typeface="Bitstream Charter"/>
                <a:ea typeface="Bitstream Charter"/>
                <a:cs typeface="Bitstream Charter"/>
              </a:rPr>
              <a:t>1</a:t>
            </a:r>
          </a:p>
        </p:txBody>
      </p:sp>
      <p:sp>
        <p:nvSpPr>
          <p:cNvPr id="11" name="">
            <a:extLst xmlns:a="http://schemas.openxmlformats.org/drawingml/2006/main">
              <a:ext uri="{FF2B5EF4-FFF2-40B4-BE49-F238E27FC236}">
                <a16:creationId xmlns:a16="http://schemas.microsoft.com/office/drawing/2014/main" id="{D6F05DF2-2093-439C-BD0A-AD33B9AAA317}"/>
              </a:ext>
            </a:extLst>
          </p:cNvPr>
          <p:cNvSpPr>
            <a:spLocks xmlns:a="http://schemas.openxmlformats.org/drawingml/2006/main" noGrp="1"/>
          </p:cNvSpPr>
          <p:nvPr/>
        </p:nvSpPr>
        <p:spPr>
          <a:xfrm xmlns:a="http://schemas.openxmlformats.org/drawingml/2006/main">
            <a:off x="8667750" y="1885950"/>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Name the notebook.</a:t>
            </a:r>
          </a:p>
        </p:txBody>
      </p:sp>
      <p:sp>
        <p:nvSpPr>
          <p:cNvPr id="12" name="">
            <a:extLst xmlns:a="http://schemas.openxmlformats.org/drawingml/2006/main">
              <a:ext uri="{FF2B5EF4-FFF2-40B4-BE49-F238E27FC236}">
                <a16:creationId xmlns:a16="http://schemas.microsoft.com/office/drawing/2014/main" id="{1D8ED997-91EE-4111-A0AF-0ADE42AF7165}"/>
              </a:ext>
            </a:extLst>
          </p:cNvPr>
          <p:cNvSpPr>
            <a:spLocks xmlns:a="http://schemas.openxmlformats.org/drawingml/2006/main" noGrp="1"/>
          </p:cNvSpPr>
          <p:nvPr/>
        </p:nvSpPr>
        <p:spPr>
          <a:xfrm xmlns:a="http://schemas.openxmlformats.org/drawingml/2006/main">
            <a:off x="7953375" y="2828925"/>
            <a:ext cx="3238500" cy="876300"/>
          </a:xfrm>
          <a:prstGeom xmlns:a="http://schemas.openxmlformats.org/drawingml/2006/main" prst="roundRect">
            <a:avLst>
              <a:gd name="adj" fmla="val 8696"/>
            </a:avLst>
          </a:prstGeom>
          <a:solidFill xmlns:a="http://schemas.openxmlformats.org/drawingml/2006/main">
            <a:srgbClr val="F5F8FA"/>
          </a:solidFill>
          <a:ln xmlns:a="http://schemas.openxmlformats.org/drawingml/2006/main" w="9525">
            <a:solidFill>
              <a:srgbClr val="D5DEE6"/>
            </a:solidFill>
          </a:ln>
        </p:spPr>
      </p:sp>
      <p:sp>
        <p:nvSpPr>
          <p:cNvPr id="13" name="">
            <a:extLst xmlns:a="http://schemas.openxmlformats.org/drawingml/2006/main">
              <a:ext uri="{FF2B5EF4-FFF2-40B4-BE49-F238E27FC236}">
                <a16:creationId xmlns:a16="http://schemas.microsoft.com/office/drawing/2014/main" id="{977A8D41-5802-4EFD-AB3E-30746C50613B}"/>
              </a:ext>
            </a:extLst>
          </p:cNvPr>
          <p:cNvSpPr>
            <a:spLocks xmlns:a="http://schemas.openxmlformats.org/drawingml/2006/main" noGrp="1"/>
          </p:cNvSpPr>
          <p:nvPr/>
        </p:nvSpPr>
        <p:spPr>
          <a:xfrm xmlns:a="http://schemas.openxmlformats.org/drawingml/2006/main">
            <a:off x="8143875" y="3019425"/>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2E74B5"/>
                </a:solidFill>
                <a:latin typeface="Bitstream Charter"/>
                <a:ea typeface="Bitstream Charter"/>
                <a:cs typeface="Bitstream Charter"/>
              </a:defRPr>
            </a:pPr>
            <a:r>
              <a:rPr sz="1875" b="1">
                <a:solidFill>
                  <a:srgbClr val="2E74B5"/>
                </a:solidFill>
                <a:latin typeface="Bitstream Charter"/>
                <a:ea typeface="Bitstream Charter"/>
                <a:cs typeface="Bitstream Charter"/>
              </a:rPr>
              <a:t>2</a:t>
            </a:r>
          </a:p>
        </p:txBody>
      </p:sp>
      <p:sp>
        <p:nvSpPr>
          <p:cNvPr id="14" name="">
            <a:extLst xmlns:a="http://schemas.openxmlformats.org/drawingml/2006/main">
              <a:ext uri="{FF2B5EF4-FFF2-40B4-BE49-F238E27FC236}">
                <a16:creationId xmlns:a16="http://schemas.microsoft.com/office/drawing/2014/main" id="{C707B3ED-EB42-4899-99A1-FE089DF0574D}"/>
              </a:ext>
            </a:extLst>
          </p:cNvPr>
          <p:cNvSpPr>
            <a:spLocks xmlns:a="http://schemas.openxmlformats.org/drawingml/2006/main" noGrp="1"/>
          </p:cNvSpPr>
          <p:nvPr/>
        </p:nvSpPr>
        <p:spPr>
          <a:xfrm xmlns:a="http://schemas.openxmlformats.org/drawingml/2006/main">
            <a:off x="8667750" y="2952750"/>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Select approved compute.</a:t>
            </a:r>
          </a:p>
        </p:txBody>
      </p:sp>
      <p:sp>
        <p:nvSpPr>
          <p:cNvPr id="15" name="">
            <a:extLst xmlns:a="http://schemas.openxmlformats.org/drawingml/2006/main">
              <a:ext uri="{FF2B5EF4-FFF2-40B4-BE49-F238E27FC236}">
                <a16:creationId xmlns:a16="http://schemas.microsoft.com/office/drawing/2014/main" id="{60A45518-E921-44AE-A046-BAF8C27DE8CC}"/>
              </a:ext>
            </a:extLst>
          </p:cNvPr>
          <p:cNvSpPr>
            <a:spLocks xmlns:a="http://schemas.openxmlformats.org/drawingml/2006/main" noGrp="1"/>
          </p:cNvSpPr>
          <p:nvPr/>
        </p:nvSpPr>
        <p:spPr>
          <a:xfrm xmlns:a="http://schemas.openxmlformats.org/drawingml/2006/main">
            <a:off x="7953375" y="3895725"/>
            <a:ext cx="3238500" cy="876300"/>
          </a:xfrm>
          <a:prstGeom xmlns:a="http://schemas.openxmlformats.org/drawingml/2006/main" prst="roundRect">
            <a:avLst>
              <a:gd name="adj" fmla="val 8696"/>
            </a:avLst>
          </a:prstGeom>
          <a:solidFill xmlns:a="http://schemas.openxmlformats.org/drawingml/2006/main">
            <a:srgbClr val="F5F8FA"/>
          </a:solidFill>
          <a:ln xmlns:a="http://schemas.openxmlformats.org/drawingml/2006/main" w="9525">
            <a:solidFill>
              <a:srgbClr val="D5DEE6"/>
            </a:solidFill>
          </a:ln>
        </p:spPr>
      </p:sp>
      <p:sp>
        <p:nvSpPr>
          <p:cNvPr id="16" name="">
            <a:extLst xmlns:a="http://schemas.openxmlformats.org/drawingml/2006/main">
              <a:ext uri="{FF2B5EF4-FFF2-40B4-BE49-F238E27FC236}">
                <a16:creationId xmlns:a16="http://schemas.microsoft.com/office/drawing/2014/main" id="{47AD8783-3981-4DB0-B3AE-668E42EC5E8C}"/>
              </a:ext>
            </a:extLst>
          </p:cNvPr>
          <p:cNvSpPr>
            <a:spLocks xmlns:a="http://schemas.openxmlformats.org/drawingml/2006/main" noGrp="1"/>
          </p:cNvSpPr>
          <p:nvPr/>
        </p:nvSpPr>
        <p:spPr>
          <a:xfrm xmlns:a="http://schemas.openxmlformats.org/drawingml/2006/main">
            <a:off x="8143875" y="4086225"/>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2E74B5"/>
                </a:solidFill>
                <a:latin typeface="Bitstream Charter"/>
                <a:ea typeface="Bitstream Charter"/>
                <a:cs typeface="Bitstream Charter"/>
              </a:defRPr>
            </a:pPr>
            <a:r>
              <a:rPr sz="1875" b="1">
                <a:solidFill>
                  <a:srgbClr val="2E74B5"/>
                </a:solidFill>
                <a:latin typeface="Bitstream Charter"/>
                <a:ea typeface="Bitstream Charter"/>
                <a:cs typeface="Bitstream Charter"/>
              </a:rPr>
              <a:t>3</a:t>
            </a:r>
          </a:p>
        </p:txBody>
      </p:sp>
      <p:sp>
        <p:nvSpPr>
          <p:cNvPr id="17" name="">
            <a:extLst xmlns:a="http://schemas.openxmlformats.org/drawingml/2006/main">
              <a:ext uri="{FF2B5EF4-FFF2-40B4-BE49-F238E27FC236}">
                <a16:creationId xmlns:a16="http://schemas.microsoft.com/office/drawing/2014/main" id="{A0C68E99-3F98-4754-B9EF-2C7F9A13097C}"/>
              </a:ext>
            </a:extLst>
          </p:cNvPr>
          <p:cNvSpPr>
            <a:spLocks xmlns:a="http://schemas.openxmlformats.org/drawingml/2006/main" noGrp="1"/>
          </p:cNvSpPr>
          <p:nvPr/>
        </p:nvSpPr>
        <p:spPr>
          <a:xfrm xmlns:a="http://schemas.openxmlformats.org/drawingml/2006/main">
            <a:off x="8667750" y="4019550"/>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Wait for ready state.</a:t>
            </a:r>
          </a:p>
        </p:txBody>
      </p:sp>
    </p:spTree>
    <p:extLst>
      <p:ext uri="{BB962C8B-B14F-4D97-AF65-F5344CB8AC3E}">
        <p14:creationId xmlns:p14="http://schemas.microsoft.com/office/powerpoint/2010/main" val="1524734137"/>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9DD45E8-1BA0-4EBD-98EB-132A265F6B9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43664FA-2204-4748-A167-C35E13F79E8B}"/>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Run basic Python</a:t>
            </a:r>
          </a:p>
        </p:txBody>
      </p:sp>
      <p:sp>
        <p:nvSpPr>
          <p:cNvPr id="3" name="">
            <a:extLst xmlns:a="http://schemas.openxmlformats.org/drawingml/2006/main">
              <a:ext uri="{FF2B5EF4-FFF2-40B4-BE49-F238E27FC236}">
                <a16:creationId xmlns:a16="http://schemas.microsoft.com/office/drawing/2014/main" id="{0FFEE228-8CAD-4ADE-8B4C-6F06F27A89BB}"/>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Prove the notebook can execute</a:t>
            </a:r>
          </a:p>
        </p:txBody>
      </p:sp>
      <p:sp>
        <p:nvSpPr>
          <p:cNvPr id="4" name="">
            <a:extLst xmlns:a="http://schemas.openxmlformats.org/drawingml/2006/main">
              <a:ext uri="{FF2B5EF4-FFF2-40B4-BE49-F238E27FC236}">
                <a16:creationId xmlns:a16="http://schemas.microsoft.com/office/drawing/2014/main" id="{C4B81623-47A9-43C2-AF0A-C9F3ED66717C}"/>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C7BC48F-47AF-42DD-8277-F9FBB9381151}"/>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ABA5410B-AB83-4B78-8F89-52B2963AE1BD}"/>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47</a:t>
            </a:r>
          </a:p>
        </p:txBody>
      </p:sp>
      <p:sp>
        <p:nvSpPr>
          <p:cNvPr id="7" name="">
            <a:extLst xmlns:a="http://schemas.openxmlformats.org/drawingml/2006/main">
              <a:ext uri="{FF2B5EF4-FFF2-40B4-BE49-F238E27FC236}">
                <a16:creationId xmlns:a16="http://schemas.microsoft.com/office/drawing/2014/main" id="{33FB75A6-1010-4C89-BBD0-0081DF324F4A}"/>
              </a:ext>
            </a:extLst>
          </p:cNvPr>
          <p:cNvSpPr>
            <a:spLocks xmlns:a="http://schemas.openxmlformats.org/drawingml/2006/main" noGrp="1"/>
          </p:cNvSpPr>
          <p:nvPr/>
        </p:nvSpPr>
        <p:spPr>
          <a:xfrm xmlns:a="http://schemas.openxmlformats.org/drawingml/2006/main">
            <a:off x="666750" y="1619250"/>
            <a:ext cx="1000125" cy="304800"/>
          </a:xfrm>
          <a:prstGeom xmlns:a="http://schemas.openxmlformats.org/drawingml/2006/main" prst="roundRect">
            <a:avLst>
              <a:gd name="adj" fmla="val 25000"/>
            </a:avLst>
          </a:prstGeom>
          <a:solidFill xmlns:a="http://schemas.openxmlformats.org/drawingml/2006/main">
            <a:srgbClr val="2E74B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76A838B-7A26-480B-9D05-C6E2A08705CC}"/>
              </a:ext>
            </a:extLst>
          </p:cNvPr>
          <p:cNvSpPr>
            <a:spLocks xmlns:a="http://schemas.openxmlformats.org/drawingml/2006/main" noGrp="1"/>
          </p:cNvSpPr>
          <p:nvPr/>
        </p:nvSpPr>
        <p:spPr>
          <a:xfrm xmlns:a="http://schemas.openxmlformats.org/drawingml/2006/main">
            <a:off x="742950" y="1638300"/>
            <a:ext cx="8477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CODE</a:t>
            </a:r>
          </a:p>
        </p:txBody>
      </p:sp>
      <p:sp>
        <p:nvSpPr>
          <p:cNvPr id="9" name="">
            <a:extLst xmlns:a="http://schemas.openxmlformats.org/drawingml/2006/main">
              <a:ext uri="{FF2B5EF4-FFF2-40B4-BE49-F238E27FC236}">
                <a16:creationId xmlns:a16="http://schemas.microsoft.com/office/drawing/2014/main" id="{F0E3496E-791D-4DFD-AA0E-4867B315A22E}"/>
              </a:ext>
            </a:extLst>
          </p:cNvPr>
          <p:cNvSpPr>
            <a:spLocks xmlns:a="http://schemas.openxmlformats.org/drawingml/2006/main" noGrp="1"/>
          </p:cNvSpPr>
          <p:nvPr/>
        </p:nvSpPr>
        <p:spPr>
          <a:xfrm xmlns:a="http://schemas.openxmlformats.org/drawingml/2006/main">
            <a:off x="666750" y="2000250"/>
            <a:ext cx="6667500" cy="3333750"/>
          </a:xfrm>
          <a:prstGeom xmlns:a="http://schemas.openxmlformats.org/drawingml/2006/main" prst="roundRect">
            <a:avLst>
              <a:gd name="adj" fmla="val 2286"/>
            </a:avLst>
          </a:prstGeom>
          <a:solidFill xmlns:a="http://schemas.openxmlformats.org/drawingml/2006/main">
            <a:srgbClr val="EEF2F6"/>
          </a:solidFill>
          <a:ln xmlns:a="http://schemas.openxmlformats.org/drawingml/2006/main" w="9525">
            <a:solidFill>
              <a:srgbClr val="D5DEE6"/>
            </a:solidFill>
          </a:ln>
        </p:spPr>
      </p:sp>
      <p:sp>
        <p:nvSpPr>
          <p:cNvPr id="10" name="">
            <a:extLst xmlns:a="http://schemas.openxmlformats.org/drawingml/2006/main">
              <a:ext uri="{FF2B5EF4-FFF2-40B4-BE49-F238E27FC236}">
                <a16:creationId xmlns:a16="http://schemas.microsoft.com/office/drawing/2014/main" id="{1890A0FE-B00F-4C55-8F97-328B283B49A4}"/>
              </a:ext>
            </a:extLst>
          </p:cNvPr>
          <p:cNvSpPr>
            <a:spLocks xmlns:a="http://schemas.openxmlformats.org/drawingml/2006/main" noGrp="1"/>
          </p:cNvSpPr>
          <p:nvPr/>
        </p:nvSpPr>
        <p:spPr>
          <a:xfrm xmlns:a="http://schemas.openxmlformats.org/drawingml/2006/main">
            <a:off x="876300" y="2143125"/>
            <a:ext cx="62484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print('Hello Azure Databricks!')</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print('Spark version:', spark.version)</a:t>
            </a:r>
          </a:p>
        </p:txBody>
      </p:sp>
      <p:sp>
        <p:nvSpPr>
          <p:cNvPr id="11" name="">
            <a:extLst xmlns:a="http://schemas.openxmlformats.org/drawingml/2006/main">
              <a:ext uri="{FF2B5EF4-FFF2-40B4-BE49-F238E27FC236}">
                <a16:creationId xmlns:a16="http://schemas.microsoft.com/office/drawing/2014/main" id="{51C617D9-AF56-4BB8-9719-F8537DE66113}"/>
              </a:ext>
            </a:extLst>
          </p:cNvPr>
          <p:cNvSpPr>
            <a:spLocks xmlns:a="http://schemas.openxmlformats.org/drawingml/2006/main" noGrp="1"/>
          </p:cNvSpPr>
          <p:nvPr/>
        </p:nvSpPr>
        <p:spPr>
          <a:xfrm xmlns:a="http://schemas.openxmlformats.org/drawingml/2006/main">
            <a:off x="7762875" y="17145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09233B"/>
                </a:solidFill>
                <a:latin typeface="Bitstream Charter"/>
                <a:ea typeface="Bitstream Charter"/>
                <a:cs typeface="Bitstream Charter"/>
              </a:defRPr>
            </a:pPr>
            <a:r>
              <a:rPr sz="1725" b="1">
                <a:solidFill>
                  <a:srgbClr val="09233B"/>
                </a:solidFill>
                <a:latin typeface="Bitstream Charter"/>
                <a:ea typeface="Bitstream Charter"/>
                <a:cs typeface="Bitstream Charter"/>
              </a:rPr>
              <a:t>Read it line by line</a:t>
            </a:r>
          </a:p>
        </p:txBody>
      </p:sp>
      <p:sp>
        <p:nvSpPr>
          <p:cNvPr id="12" name="">
            <a:extLst xmlns:a="http://schemas.openxmlformats.org/drawingml/2006/main">
              <a:ext uri="{FF2B5EF4-FFF2-40B4-BE49-F238E27FC236}">
                <a16:creationId xmlns:a16="http://schemas.microsoft.com/office/drawing/2014/main" id="{56A9A994-DC43-49F7-9102-4C5916A928C1}"/>
              </a:ext>
            </a:extLst>
          </p:cNvPr>
          <p:cNvSpPr>
            <a:spLocks xmlns:a="http://schemas.openxmlformats.org/drawingml/2006/main" noGrp="1"/>
          </p:cNvSpPr>
          <p:nvPr/>
        </p:nvSpPr>
        <p:spPr>
          <a:xfrm xmlns:a="http://schemas.openxmlformats.org/drawingml/2006/main">
            <a:off x="7810500" y="236220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5998D5A-8AC3-45CF-B519-712FE7BB4356}"/>
              </a:ext>
            </a:extLst>
          </p:cNvPr>
          <p:cNvSpPr>
            <a:spLocks xmlns:a="http://schemas.openxmlformats.org/drawingml/2006/main" noGrp="1"/>
          </p:cNvSpPr>
          <p:nvPr/>
        </p:nvSpPr>
        <p:spPr>
          <a:xfrm xmlns:a="http://schemas.openxmlformats.org/drawingml/2006/main">
            <a:off x="8096250" y="22860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The first line proves Python execution.</a:t>
            </a:r>
          </a:p>
        </p:txBody>
      </p:sp>
      <p:sp>
        <p:nvSpPr>
          <p:cNvPr id="14" name="">
            <a:extLst xmlns:a="http://schemas.openxmlformats.org/drawingml/2006/main">
              <a:ext uri="{FF2B5EF4-FFF2-40B4-BE49-F238E27FC236}">
                <a16:creationId xmlns:a16="http://schemas.microsoft.com/office/drawing/2014/main" id="{F5B18AC5-682A-45A2-BA30-8321A8B0BAE5}"/>
              </a:ext>
            </a:extLst>
          </p:cNvPr>
          <p:cNvSpPr>
            <a:spLocks xmlns:a="http://schemas.openxmlformats.org/drawingml/2006/main" noGrp="1"/>
          </p:cNvSpPr>
          <p:nvPr/>
        </p:nvSpPr>
        <p:spPr>
          <a:xfrm xmlns:a="http://schemas.openxmlformats.org/drawingml/2006/main">
            <a:off x="7810500" y="295275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A7B3D52-77E4-445A-9BAD-1DF0027A3537}"/>
              </a:ext>
            </a:extLst>
          </p:cNvPr>
          <p:cNvSpPr>
            <a:spLocks xmlns:a="http://schemas.openxmlformats.org/drawingml/2006/main" noGrp="1"/>
          </p:cNvSpPr>
          <p:nvPr/>
        </p:nvSpPr>
        <p:spPr>
          <a:xfrm xmlns:a="http://schemas.openxmlformats.org/drawingml/2006/main">
            <a:off x="8096250" y="28765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spark is the prepared SparkSession.</a:t>
            </a:r>
          </a:p>
        </p:txBody>
      </p:sp>
      <p:sp>
        <p:nvSpPr>
          <p:cNvPr id="16" name="">
            <a:extLst xmlns:a="http://schemas.openxmlformats.org/drawingml/2006/main">
              <a:ext uri="{FF2B5EF4-FFF2-40B4-BE49-F238E27FC236}">
                <a16:creationId xmlns:a16="http://schemas.microsoft.com/office/drawing/2014/main" id="{68C49C89-AFEE-40EC-AB76-F6CB762E2E7C}"/>
              </a:ext>
            </a:extLst>
          </p:cNvPr>
          <p:cNvSpPr>
            <a:spLocks xmlns:a="http://schemas.openxmlformats.org/drawingml/2006/main" noGrp="1"/>
          </p:cNvSpPr>
          <p:nvPr/>
        </p:nvSpPr>
        <p:spPr>
          <a:xfrm xmlns:a="http://schemas.openxmlformats.org/drawingml/2006/main">
            <a:off x="7810500" y="354330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CC9E45B-1B17-483D-8C8E-004D9C49790F}"/>
              </a:ext>
            </a:extLst>
          </p:cNvPr>
          <p:cNvSpPr>
            <a:spLocks xmlns:a="http://schemas.openxmlformats.org/drawingml/2006/main" noGrp="1"/>
          </p:cNvSpPr>
          <p:nvPr/>
        </p:nvSpPr>
        <p:spPr>
          <a:xfrm xmlns:a="http://schemas.openxmlformats.org/drawingml/2006/main">
            <a:off x="8096250" y="34671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314"/>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spark.version proves the Spark session is available.</a:t>
            </a:r>
          </a:p>
        </p:txBody>
      </p:sp>
      <p:sp>
        <p:nvSpPr>
          <p:cNvPr id="18" name="">
            <a:extLst xmlns:a="http://schemas.openxmlformats.org/drawingml/2006/main">
              <a:ext uri="{FF2B5EF4-FFF2-40B4-BE49-F238E27FC236}">
                <a16:creationId xmlns:a16="http://schemas.microsoft.com/office/drawing/2014/main" id="{92461FD6-EA00-4A01-96E0-BDB25DE4A15F}"/>
              </a:ext>
            </a:extLst>
          </p:cNvPr>
          <p:cNvSpPr>
            <a:spLocks xmlns:a="http://schemas.openxmlformats.org/drawingml/2006/main" noGrp="1"/>
          </p:cNvSpPr>
          <p:nvPr/>
        </p:nvSpPr>
        <p:spPr>
          <a:xfrm xmlns:a="http://schemas.openxmlformats.org/drawingml/2006/main">
            <a:off x="7810500" y="413385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6690B69-52B5-4D04-B529-F9221B6BB2E0}"/>
              </a:ext>
            </a:extLst>
          </p:cNvPr>
          <p:cNvSpPr>
            <a:spLocks xmlns:a="http://schemas.openxmlformats.org/drawingml/2006/main" noGrp="1"/>
          </p:cNvSpPr>
          <p:nvPr/>
        </p:nvSpPr>
        <p:spPr>
          <a:xfrm xmlns:a="http://schemas.openxmlformats.org/drawingml/2006/main">
            <a:off x="8096250" y="40576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Read errors before changing anything.</a:t>
            </a:r>
          </a:p>
        </p:txBody>
      </p:sp>
      <p:sp>
        <p:nvSpPr>
          <p:cNvPr id="20" name="">
            <a:extLst xmlns:a="http://schemas.openxmlformats.org/drawingml/2006/main">
              <a:ext uri="{FF2B5EF4-FFF2-40B4-BE49-F238E27FC236}">
                <a16:creationId xmlns:a16="http://schemas.microsoft.com/office/drawing/2014/main" id="{C4296309-3FEF-41C5-9B17-E3A1DE3B994C}"/>
              </a:ext>
            </a:extLst>
          </p:cNvPr>
          <p:cNvSpPr>
            <a:spLocks xmlns:a="http://schemas.openxmlformats.org/drawingml/2006/main" noGrp="1"/>
          </p:cNvSpPr>
          <p:nvPr/>
        </p:nvSpPr>
        <p:spPr>
          <a:xfrm xmlns:a="http://schemas.openxmlformats.org/drawingml/2006/main">
            <a:off x="7667625" y="4762500"/>
            <a:ext cx="3714750" cy="904875"/>
          </a:xfrm>
          <a:prstGeom xmlns:a="http://schemas.openxmlformats.org/drawingml/2006/main" prst="roundRect">
            <a:avLst>
              <a:gd name="adj" fmla="val 8421"/>
            </a:avLst>
          </a:prstGeom>
          <a:solidFill xmlns:a="http://schemas.openxmlformats.org/drawingml/2006/main">
            <a:srgbClr val="ECF7F1"/>
          </a:solidFill>
          <a:ln xmlns:a="http://schemas.openxmlformats.org/drawingml/2006/main" w="9525">
            <a:solidFill>
              <a:srgbClr val="D5DEE6"/>
            </a:solidFill>
          </a:ln>
        </p:spPr>
      </p:sp>
      <p:sp>
        <p:nvSpPr>
          <p:cNvPr id="21" name="">
            <a:extLst xmlns:a="http://schemas.openxmlformats.org/drawingml/2006/main">
              <a:ext uri="{FF2B5EF4-FFF2-40B4-BE49-F238E27FC236}">
                <a16:creationId xmlns:a16="http://schemas.microsoft.com/office/drawing/2014/main" id="{A76628E3-7259-4F8C-9DAF-928CD939C2BF}"/>
              </a:ext>
            </a:extLst>
          </p:cNvPr>
          <p:cNvSpPr>
            <a:spLocks xmlns:a="http://schemas.openxmlformats.org/drawingml/2006/main" noGrp="1"/>
          </p:cNvSpPr>
          <p:nvPr/>
        </p:nvSpPr>
        <p:spPr>
          <a:xfrm xmlns:a="http://schemas.openxmlformats.org/drawingml/2006/main">
            <a:off x="7905750" y="4886325"/>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2F7D5A"/>
                </a:solidFill>
                <a:latin typeface="Bitstream Charter"/>
                <a:ea typeface="Bitstream Charter"/>
                <a:cs typeface="Bitstream Charter"/>
              </a:defRPr>
            </a:pPr>
            <a:r>
              <a:rPr sz="900" b="1">
                <a:solidFill>
                  <a:srgbClr val="2F7D5A"/>
                </a:solidFill>
                <a:latin typeface="Bitstream Charter"/>
                <a:ea typeface="Bitstream Charter"/>
                <a:cs typeface="Bitstream Charter"/>
              </a:rPr>
              <a:t>EXPECTED</a:t>
            </a:r>
          </a:p>
        </p:txBody>
      </p:sp>
      <p:sp>
        <p:nvSpPr>
          <p:cNvPr id="22" name="">
            <a:extLst xmlns:a="http://schemas.openxmlformats.org/drawingml/2006/main">
              <a:ext uri="{FF2B5EF4-FFF2-40B4-BE49-F238E27FC236}">
                <a16:creationId xmlns:a16="http://schemas.microsoft.com/office/drawing/2014/main" id="{D87A72ED-B255-4327-BB7E-B358CBFDF079}"/>
              </a:ext>
            </a:extLst>
          </p:cNvPr>
          <p:cNvSpPr>
            <a:spLocks xmlns:a="http://schemas.openxmlformats.org/drawingml/2006/main" noGrp="1"/>
          </p:cNvSpPr>
          <p:nvPr/>
        </p:nvSpPr>
        <p:spPr>
          <a:xfrm xmlns:a="http://schemas.openxmlformats.org/drawingml/2006/main">
            <a:off x="7905750" y="51625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758"/>
          </a:bodyPr>
          <a:lstStyle xmlns:a="http://schemas.openxmlformats.org/drawingml/2006/main"/>
          <a:p xmlns:a="http://schemas.openxmlformats.org/drawingml/2006/main">
            <a:pPr algn="l">
              <a:defRPr sz="1350" b="1">
                <a:solidFill>
                  <a:srgbClr val="09233B"/>
                </a:solidFill>
                <a:latin typeface="Bitstream Charter"/>
                <a:ea typeface="Bitstream Charter"/>
                <a:cs typeface="Bitstream Charter"/>
              </a:defRPr>
            </a:pPr>
            <a:r>
              <a:rPr sz="1350" b="1">
                <a:solidFill>
                  <a:srgbClr val="09233B"/>
                </a:solidFill>
                <a:latin typeface="Bitstream Charter"/>
                <a:ea typeface="Bitstream Charter"/>
                <a:cs typeface="Bitstream Charter"/>
              </a:rPr>
              <a:t>Greeting and a Spark version are displayed.</a:t>
            </a:r>
          </a:p>
        </p:txBody>
      </p:sp>
    </p:spTree>
    <p:extLst>
      <p:ext uri="{BB962C8B-B14F-4D97-AF65-F5344CB8AC3E}">
        <p14:creationId xmlns:p14="http://schemas.microsoft.com/office/powerpoint/2010/main" val="1258621450"/>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C640296-68E0-41B6-B91E-DE34C70DA00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F117864-728C-4273-B867-A409AF811EEF}"/>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Check Spark with a tiny range</a:t>
            </a:r>
          </a:p>
        </p:txBody>
      </p:sp>
      <p:sp>
        <p:nvSpPr>
          <p:cNvPr id="3" name="">
            <a:extLst xmlns:a="http://schemas.openxmlformats.org/drawingml/2006/main">
              <a:ext uri="{FF2B5EF4-FFF2-40B4-BE49-F238E27FC236}">
                <a16:creationId xmlns:a16="http://schemas.microsoft.com/office/drawing/2014/main" id="{CAE2C54C-5093-4824-98AC-99606A3A9E3E}"/>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Use a small distributed operation</a:t>
            </a:r>
          </a:p>
        </p:txBody>
      </p:sp>
      <p:sp>
        <p:nvSpPr>
          <p:cNvPr id="4" name="">
            <a:extLst xmlns:a="http://schemas.openxmlformats.org/drawingml/2006/main">
              <a:ext uri="{FF2B5EF4-FFF2-40B4-BE49-F238E27FC236}">
                <a16:creationId xmlns:a16="http://schemas.microsoft.com/office/drawing/2014/main" id="{A01C0AA8-229C-45B6-9FDC-6CEA01A1C69A}"/>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84F0F82-63DB-4F3F-BB2B-510F33C055E8}"/>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4C1A3FA4-8EED-4A7E-93C2-A1BEC0CC70BE}"/>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48</a:t>
            </a:r>
          </a:p>
        </p:txBody>
      </p:sp>
      <p:sp>
        <p:nvSpPr>
          <p:cNvPr id="7" name="">
            <a:extLst xmlns:a="http://schemas.openxmlformats.org/drawingml/2006/main">
              <a:ext uri="{FF2B5EF4-FFF2-40B4-BE49-F238E27FC236}">
                <a16:creationId xmlns:a16="http://schemas.microsoft.com/office/drawing/2014/main" id="{6B5114AF-BF94-47A5-BCA9-3B2C279669B8}"/>
              </a:ext>
            </a:extLst>
          </p:cNvPr>
          <p:cNvSpPr>
            <a:spLocks xmlns:a="http://schemas.openxmlformats.org/drawingml/2006/main" noGrp="1"/>
          </p:cNvSpPr>
          <p:nvPr/>
        </p:nvSpPr>
        <p:spPr>
          <a:xfrm xmlns:a="http://schemas.openxmlformats.org/drawingml/2006/main">
            <a:off x="666750" y="1619250"/>
            <a:ext cx="1000125" cy="304800"/>
          </a:xfrm>
          <a:prstGeom xmlns:a="http://schemas.openxmlformats.org/drawingml/2006/main" prst="roundRect">
            <a:avLst>
              <a:gd name="adj" fmla="val 25000"/>
            </a:avLst>
          </a:prstGeom>
          <a:solidFill xmlns:a="http://schemas.openxmlformats.org/drawingml/2006/main">
            <a:srgbClr val="2E74B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E825CFF-DFA1-4973-BC7D-65AA4AC45EAF}"/>
              </a:ext>
            </a:extLst>
          </p:cNvPr>
          <p:cNvSpPr>
            <a:spLocks xmlns:a="http://schemas.openxmlformats.org/drawingml/2006/main" noGrp="1"/>
          </p:cNvSpPr>
          <p:nvPr/>
        </p:nvSpPr>
        <p:spPr>
          <a:xfrm xmlns:a="http://schemas.openxmlformats.org/drawingml/2006/main">
            <a:off x="742950" y="1638300"/>
            <a:ext cx="8477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CODE</a:t>
            </a:r>
          </a:p>
        </p:txBody>
      </p:sp>
      <p:sp>
        <p:nvSpPr>
          <p:cNvPr id="9" name="">
            <a:extLst xmlns:a="http://schemas.openxmlformats.org/drawingml/2006/main">
              <a:ext uri="{FF2B5EF4-FFF2-40B4-BE49-F238E27FC236}">
                <a16:creationId xmlns:a16="http://schemas.microsoft.com/office/drawing/2014/main" id="{D134217C-99F4-4432-B13B-BD1EC403B488}"/>
              </a:ext>
            </a:extLst>
          </p:cNvPr>
          <p:cNvSpPr>
            <a:spLocks xmlns:a="http://schemas.openxmlformats.org/drawingml/2006/main" noGrp="1"/>
          </p:cNvSpPr>
          <p:nvPr/>
        </p:nvSpPr>
        <p:spPr>
          <a:xfrm xmlns:a="http://schemas.openxmlformats.org/drawingml/2006/main">
            <a:off x="666750" y="2000250"/>
            <a:ext cx="6667500" cy="3333750"/>
          </a:xfrm>
          <a:prstGeom xmlns:a="http://schemas.openxmlformats.org/drawingml/2006/main" prst="roundRect">
            <a:avLst>
              <a:gd name="adj" fmla="val 2286"/>
            </a:avLst>
          </a:prstGeom>
          <a:solidFill xmlns:a="http://schemas.openxmlformats.org/drawingml/2006/main">
            <a:srgbClr val="EEF2F6"/>
          </a:solidFill>
          <a:ln xmlns:a="http://schemas.openxmlformats.org/drawingml/2006/main" w="9525">
            <a:solidFill>
              <a:srgbClr val="D5DEE6"/>
            </a:solidFill>
          </a:ln>
        </p:spPr>
      </p:sp>
      <p:sp>
        <p:nvSpPr>
          <p:cNvPr id="10" name="">
            <a:extLst xmlns:a="http://schemas.openxmlformats.org/drawingml/2006/main">
              <a:ext uri="{FF2B5EF4-FFF2-40B4-BE49-F238E27FC236}">
                <a16:creationId xmlns:a16="http://schemas.microsoft.com/office/drawing/2014/main" id="{628B1002-24F4-4759-B31C-96CA9FD357F6}"/>
              </a:ext>
            </a:extLst>
          </p:cNvPr>
          <p:cNvSpPr>
            <a:spLocks xmlns:a="http://schemas.openxmlformats.org/drawingml/2006/main" noGrp="1"/>
          </p:cNvSpPr>
          <p:nvPr/>
        </p:nvSpPr>
        <p:spPr>
          <a:xfrm xmlns:a="http://schemas.openxmlformats.org/drawingml/2006/main">
            <a:off x="876300" y="2143125"/>
            <a:ext cx="62484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spark.range(5).show()</a:t>
            </a:r>
          </a:p>
        </p:txBody>
      </p:sp>
      <p:sp>
        <p:nvSpPr>
          <p:cNvPr id="11" name="">
            <a:extLst xmlns:a="http://schemas.openxmlformats.org/drawingml/2006/main">
              <a:ext uri="{FF2B5EF4-FFF2-40B4-BE49-F238E27FC236}">
                <a16:creationId xmlns:a16="http://schemas.microsoft.com/office/drawing/2014/main" id="{C83DB47E-060A-46CE-A549-25B6504C045B}"/>
              </a:ext>
            </a:extLst>
          </p:cNvPr>
          <p:cNvSpPr>
            <a:spLocks xmlns:a="http://schemas.openxmlformats.org/drawingml/2006/main" noGrp="1"/>
          </p:cNvSpPr>
          <p:nvPr/>
        </p:nvSpPr>
        <p:spPr>
          <a:xfrm xmlns:a="http://schemas.openxmlformats.org/drawingml/2006/main">
            <a:off x="7762875" y="17145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09233B"/>
                </a:solidFill>
                <a:latin typeface="Bitstream Charter"/>
                <a:ea typeface="Bitstream Charter"/>
                <a:cs typeface="Bitstream Charter"/>
              </a:defRPr>
            </a:pPr>
            <a:r>
              <a:rPr sz="1725" b="1">
                <a:solidFill>
                  <a:srgbClr val="09233B"/>
                </a:solidFill>
                <a:latin typeface="Bitstream Charter"/>
                <a:ea typeface="Bitstream Charter"/>
                <a:cs typeface="Bitstream Charter"/>
              </a:rPr>
              <a:t>Read it line by line</a:t>
            </a:r>
          </a:p>
        </p:txBody>
      </p:sp>
      <p:sp>
        <p:nvSpPr>
          <p:cNvPr id="12" name="">
            <a:extLst xmlns:a="http://schemas.openxmlformats.org/drawingml/2006/main">
              <a:ext uri="{FF2B5EF4-FFF2-40B4-BE49-F238E27FC236}">
                <a16:creationId xmlns:a16="http://schemas.microsoft.com/office/drawing/2014/main" id="{65247E05-1AB7-47F8-A49B-2A58F6B5E81F}"/>
              </a:ext>
            </a:extLst>
          </p:cNvPr>
          <p:cNvSpPr>
            <a:spLocks xmlns:a="http://schemas.openxmlformats.org/drawingml/2006/main" noGrp="1"/>
          </p:cNvSpPr>
          <p:nvPr/>
        </p:nvSpPr>
        <p:spPr>
          <a:xfrm xmlns:a="http://schemas.openxmlformats.org/drawingml/2006/main">
            <a:off x="7810500" y="236220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CEF345B-D698-47C6-96B9-1EEA031CDE01}"/>
              </a:ext>
            </a:extLst>
          </p:cNvPr>
          <p:cNvSpPr>
            <a:spLocks xmlns:a="http://schemas.openxmlformats.org/drawingml/2006/main" noGrp="1"/>
          </p:cNvSpPr>
          <p:nvPr/>
        </p:nvSpPr>
        <p:spPr>
          <a:xfrm xmlns:a="http://schemas.openxmlformats.org/drawingml/2006/main">
            <a:off x="8096250" y="22860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314"/>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spark.range creates a small distributed DataFrame.</a:t>
            </a:r>
          </a:p>
        </p:txBody>
      </p:sp>
      <p:sp>
        <p:nvSpPr>
          <p:cNvPr id="14" name="">
            <a:extLst xmlns:a="http://schemas.openxmlformats.org/drawingml/2006/main">
              <a:ext uri="{FF2B5EF4-FFF2-40B4-BE49-F238E27FC236}">
                <a16:creationId xmlns:a16="http://schemas.microsoft.com/office/drawing/2014/main" id="{298277F9-2F68-4374-8853-FCD4392846E9}"/>
              </a:ext>
            </a:extLst>
          </p:cNvPr>
          <p:cNvSpPr>
            <a:spLocks xmlns:a="http://schemas.openxmlformats.org/drawingml/2006/main" noGrp="1"/>
          </p:cNvSpPr>
          <p:nvPr/>
        </p:nvSpPr>
        <p:spPr>
          <a:xfrm xmlns:a="http://schemas.openxmlformats.org/drawingml/2006/main">
            <a:off x="7810500" y="295275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FA85778-7868-48DF-8B04-6F2DE430BB8D}"/>
              </a:ext>
            </a:extLst>
          </p:cNvPr>
          <p:cNvSpPr>
            <a:spLocks xmlns:a="http://schemas.openxmlformats.org/drawingml/2006/main" noGrp="1"/>
          </p:cNvSpPr>
          <p:nvPr/>
        </p:nvSpPr>
        <p:spPr>
          <a:xfrm xmlns:a="http://schemas.openxmlformats.org/drawingml/2006/main">
            <a:off x="8096250" y="28765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show requests rows.</a:t>
            </a:r>
          </a:p>
        </p:txBody>
      </p:sp>
      <p:sp>
        <p:nvSpPr>
          <p:cNvPr id="16" name="">
            <a:extLst xmlns:a="http://schemas.openxmlformats.org/drawingml/2006/main">
              <a:ext uri="{FF2B5EF4-FFF2-40B4-BE49-F238E27FC236}">
                <a16:creationId xmlns:a16="http://schemas.microsoft.com/office/drawing/2014/main" id="{8CE9070F-54BF-4167-A02F-C1BDE4DA1932}"/>
              </a:ext>
            </a:extLst>
          </p:cNvPr>
          <p:cNvSpPr>
            <a:spLocks xmlns:a="http://schemas.openxmlformats.org/drawingml/2006/main" noGrp="1"/>
          </p:cNvSpPr>
          <p:nvPr/>
        </p:nvSpPr>
        <p:spPr>
          <a:xfrm xmlns:a="http://schemas.openxmlformats.org/drawingml/2006/main">
            <a:off x="7810500" y="354330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4FF4763-7BF2-431A-A5CF-EF92730B3503}"/>
              </a:ext>
            </a:extLst>
          </p:cNvPr>
          <p:cNvSpPr>
            <a:spLocks xmlns:a="http://schemas.openxmlformats.org/drawingml/2006/main" noGrp="1"/>
          </p:cNvSpPr>
          <p:nvPr/>
        </p:nvSpPr>
        <p:spPr>
          <a:xfrm xmlns:a="http://schemas.openxmlformats.org/drawingml/2006/main">
            <a:off x="8096250" y="34671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426"/>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The output should contain ids 0 through 4.</a:t>
            </a:r>
          </a:p>
        </p:txBody>
      </p:sp>
      <p:sp>
        <p:nvSpPr>
          <p:cNvPr id="18" name="">
            <a:extLst xmlns:a="http://schemas.openxmlformats.org/drawingml/2006/main">
              <a:ext uri="{FF2B5EF4-FFF2-40B4-BE49-F238E27FC236}">
                <a16:creationId xmlns:a16="http://schemas.microsoft.com/office/drawing/2014/main" id="{E47D8FA2-A521-4AFC-AA77-048100B3B1E5}"/>
              </a:ext>
            </a:extLst>
          </p:cNvPr>
          <p:cNvSpPr>
            <a:spLocks xmlns:a="http://schemas.openxmlformats.org/drawingml/2006/main" noGrp="1"/>
          </p:cNvSpPr>
          <p:nvPr/>
        </p:nvSpPr>
        <p:spPr>
          <a:xfrm xmlns:a="http://schemas.openxmlformats.org/drawingml/2006/main">
            <a:off x="7810500" y="413385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C1F160C-31CE-4D14-AC7F-A4861F62D951}"/>
              </a:ext>
            </a:extLst>
          </p:cNvPr>
          <p:cNvSpPr>
            <a:spLocks xmlns:a="http://schemas.openxmlformats.org/drawingml/2006/main" noGrp="1"/>
          </p:cNvSpPr>
          <p:nvPr/>
        </p:nvSpPr>
        <p:spPr>
          <a:xfrm xmlns:a="http://schemas.openxmlformats.org/drawingml/2006/main">
            <a:off x="8096250" y="40576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If it fails, inspect compute status.</a:t>
            </a:r>
          </a:p>
        </p:txBody>
      </p:sp>
      <p:sp>
        <p:nvSpPr>
          <p:cNvPr id="20" name="">
            <a:extLst xmlns:a="http://schemas.openxmlformats.org/drawingml/2006/main">
              <a:ext uri="{FF2B5EF4-FFF2-40B4-BE49-F238E27FC236}">
                <a16:creationId xmlns:a16="http://schemas.microsoft.com/office/drawing/2014/main" id="{140A6002-5FC0-4CF9-AEDB-628F5FE284A2}"/>
              </a:ext>
            </a:extLst>
          </p:cNvPr>
          <p:cNvSpPr>
            <a:spLocks xmlns:a="http://schemas.openxmlformats.org/drawingml/2006/main" noGrp="1"/>
          </p:cNvSpPr>
          <p:nvPr/>
        </p:nvSpPr>
        <p:spPr>
          <a:xfrm xmlns:a="http://schemas.openxmlformats.org/drawingml/2006/main">
            <a:off x="7667625" y="4762500"/>
            <a:ext cx="3714750" cy="904875"/>
          </a:xfrm>
          <a:prstGeom xmlns:a="http://schemas.openxmlformats.org/drawingml/2006/main" prst="roundRect">
            <a:avLst>
              <a:gd name="adj" fmla="val 8421"/>
            </a:avLst>
          </a:prstGeom>
          <a:solidFill xmlns:a="http://schemas.openxmlformats.org/drawingml/2006/main">
            <a:srgbClr val="ECF7F1"/>
          </a:solidFill>
          <a:ln xmlns:a="http://schemas.openxmlformats.org/drawingml/2006/main" w="9525">
            <a:solidFill>
              <a:srgbClr val="D5DEE6"/>
            </a:solidFill>
          </a:ln>
        </p:spPr>
      </p:sp>
      <p:sp>
        <p:nvSpPr>
          <p:cNvPr id="21" name="">
            <a:extLst xmlns:a="http://schemas.openxmlformats.org/drawingml/2006/main">
              <a:ext uri="{FF2B5EF4-FFF2-40B4-BE49-F238E27FC236}">
                <a16:creationId xmlns:a16="http://schemas.microsoft.com/office/drawing/2014/main" id="{23ECFBB6-0609-485D-943A-5318B83F546F}"/>
              </a:ext>
            </a:extLst>
          </p:cNvPr>
          <p:cNvSpPr>
            <a:spLocks xmlns:a="http://schemas.openxmlformats.org/drawingml/2006/main" noGrp="1"/>
          </p:cNvSpPr>
          <p:nvPr/>
        </p:nvSpPr>
        <p:spPr>
          <a:xfrm xmlns:a="http://schemas.openxmlformats.org/drawingml/2006/main">
            <a:off x="7905750" y="4886325"/>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2F7D5A"/>
                </a:solidFill>
                <a:latin typeface="Bitstream Charter"/>
                <a:ea typeface="Bitstream Charter"/>
                <a:cs typeface="Bitstream Charter"/>
              </a:defRPr>
            </a:pPr>
            <a:r>
              <a:rPr sz="900" b="1">
                <a:solidFill>
                  <a:srgbClr val="2F7D5A"/>
                </a:solidFill>
                <a:latin typeface="Bitstream Charter"/>
                <a:ea typeface="Bitstream Charter"/>
                <a:cs typeface="Bitstream Charter"/>
              </a:rPr>
              <a:t>EXPECTED</a:t>
            </a:r>
          </a:p>
        </p:txBody>
      </p:sp>
      <p:sp>
        <p:nvSpPr>
          <p:cNvPr id="22" name="">
            <a:extLst xmlns:a="http://schemas.openxmlformats.org/drawingml/2006/main">
              <a:ext uri="{FF2B5EF4-FFF2-40B4-BE49-F238E27FC236}">
                <a16:creationId xmlns:a16="http://schemas.microsoft.com/office/drawing/2014/main" id="{2F61F5CD-CD26-41C8-887D-A8F9720DCB9E}"/>
              </a:ext>
            </a:extLst>
          </p:cNvPr>
          <p:cNvSpPr>
            <a:spLocks xmlns:a="http://schemas.openxmlformats.org/drawingml/2006/main" noGrp="1"/>
          </p:cNvSpPr>
          <p:nvPr/>
        </p:nvSpPr>
        <p:spPr>
          <a:xfrm xmlns:a="http://schemas.openxmlformats.org/drawingml/2006/main">
            <a:off x="7905750" y="51625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09233B"/>
                </a:solidFill>
                <a:latin typeface="Bitstream Charter"/>
                <a:ea typeface="Bitstream Charter"/>
                <a:cs typeface="Bitstream Charter"/>
              </a:defRPr>
            </a:pPr>
            <a:r>
              <a:rPr sz="1350" b="1">
                <a:solidFill>
                  <a:srgbClr val="09233B"/>
                </a:solidFill>
                <a:latin typeface="Bitstream Charter"/>
                <a:ea typeface="Bitstream Charter"/>
                <a:cs typeface="Bitstream Charter"/>
              </a:rPr>
              <a:t>Five rows: 0, 1, 2, 3 and 4.</a:t>
            </a:r>
          </a:p>
        </p:txBody>
      </p:sp>
    </p:spTree>
    <p:extLst>
      <p:ext uri="{BB962C8B-B14F-4D97-AF65-F5344CB8AC3E}">
        <p14:creationId xmlns:p14="http://schemas.microsoft.com/office/powerpoint/2010/main" val="1018324314"/>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0492297-DC64-450D-B90E-AF27EE489AD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AFC64E9-103D-4145-B960-AE04834B64C0}"/>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Create the students DataFrame</a:t>
            </a:r>
          </a:p>
        </p:txBody>
      </p:sp>
      <p:sp>
        <p:nvSpPr>
          <p:cNvPr id="3" name="">
            <a:extLst xmlns:a="http://schemas.openxmlformats.org/drawingml/2006/main">
              <a:ext uri="{FF2B5EF4-FFF2-40B4-BE49-F238E27FC236}">
                <a16:creationId xmlns:a16="http://schemas.microsoft.com/office/drawing/2014/main" id="{3961247C-D1E3-47E6-9939-15A077054680}"/>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A safe first practice dataset</a:t>
            </a:r>
          </a:p>
        </p:txBody>
      </p:sp>
      <p:sp>
        <p:nvSpPr>
          <p:cNvPr id="4" name="">
            <a:extLst xmlns:a="http://schemas.openxmlformats.org/drawingml/2006/main">
              <a:ext uri="{FF2B5EF4-FFF2-40B4-BE49-F238E27FC236}">
                <a16:creationId xmlns:a16="http://schemas.microsoft.com/office/drawing/2014/main" id="{7268457F-A00B-44FA-8543-24598203CFD9}"/>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5AA1B6C-ED7B-4E8D-BF1E-881E9FB70060}"/>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3F5679CF-20C2-4BCC-8DB9-DF02CA66896F}"/>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49</a:t>
            </a:r>
          </a:p>
        </p:txBody>
      </p:sp>
      <p:sp>
        <p:nvSpPr>
          <p:cNvPr id="7" name="">
            <a:extLst xmlns:a="http://schemas.openxmlformats.org/drawingml/2006/main">
              <a:ext uri="{FF2B5EF4-FFF2-40B4-BE49-F238E27FC236}">
                <a16:creationId xmlns:a16="http://schemas.microsoft.com/office/drawing/2014/main" id="{F4CD1AB3-56FA-4F74-9012-352E4B6A41DA}"/>
              </a:ext>
            </a:extLst>
          </p:cNvPr>
          <p:cNvSpPr>
            <a:spLocks xmlns:a="http://schemas.openxmlformats.org/drawingml/2006/main" noGrp="1"/>
          </p:cNvSpPr>
          <p:nvPr/>
        </p:nvSpPr>
        <p:spPr>
          <a:xfrm xmlns:a="http://schemas.openxmlformats.org/drawingml/2006/main">
            <a:off x="666750" y="1619250"/>
            <a:ext cx="1000125" cy="304800"/>
          </a:xfrm>
          <a:prstGeom xmlns:a="http://schemas.openxmlformats.org/drawingml/2006/main" prst="roundRect">
            <a:avLst>
              <a:gd name="adj" fmla="val 25000"/>
            </a:avLst>
          </a:prstGeom>
          <a:solidFill xmlns:a="http://schemas.openxmlformats.org/drawingml/2006/main">
            <a:srgbClr val="2E74B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E56899C-BDD6-4DDE-B386-FC4F536B3DA2}"/>
              </a:ext>
            </a:extLst>
          </p:cNvPr>
          <p:cNvSpPr>
            <a:spLocks xmlns:a="http://schemas.openxmlformats.org/drawingml/2006/main" noGrp="1"/>
          </p:cNvSpPr>
          <p:nvPr/>
        </p:nvSpPr>
        <p:spPr>
          <a:xfrm xmlns:a="http://schemas.openxmlformats.org/drawingml/2006/main">
            <a:off x="742950" y="1638300"/>
            <a:ext cx="8477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CODE</a:t>
            </a:r>
          </a:p>
        </p:txBody>
      </p:sp>
      <p:sp>
        <p:nvSpPr>
          <p:cNvPr id="9" name="">
            <a:extLst xmlns:a="http://schemas.openxmlformats.org/drawingml/2006/main">
              <a:ext uri="{FF2B5EF4-FFF2-40B4-BE49-F238E27FC236}">
                <a16:creationId xmlns:a16="http://schemas.microsoft.com/office/drawing/2014/main" id="{B5D99104-3B18-414E-8CD7-8D0A3A1F64EC}"/>
              </a:ext>
            </a:extLst>
          </p:cNvPr>
          <p:cNvSpPr>
            <a:spLocks xmlns:a="http://schemas.openxmlformats.org/drawingml/2006/main" noGrp="1"/>
          </p:cNvSpPr>
          <p:nvPr/>
        </p:nvSpPr>
        <p:spPr>
          <a:xfrm xmlns:a="http://schemas.openxmlformats.org/drawingml/2006/main">
            <a:off x="666750" y="2000250"/>
            <a:ext cx="6667500" cy="3333750"/>
          </a:xfrm>
          <a:prstGeom xmlns:a="http://schemas.openxmlformats.org/drawingml/2006/main" prst="roundRect">
            <a:avLst>
              <a:gd name="adj" fmla="val 2286"/>
            </a:avLst>
          </a:prstGeom>
          <a:solidFill xmlns:a="http://schemas.openxmlformats.org/drawingml/2006/main">
            <a:srgbClr val="EEF2F6"/>
          </a:solidFill>
          <a:ln xmlns:a="http://schemas.openxmlformats.org/drawingml/2006/main" w="9525">
            <a:solidFill>
              <a:srgbClr val="D5DEE6"/>
            </a:solidFill>
          </a:ln>
        </p:spPr>
      </p:sp>
      <p:sp>
        <p:nvSpPr>
          <p:cNvPr id="10" name="">
            <a:extLst xmlns:a="http://schemas.openxmlformats.org/drawingml/2006/main">
              <a:ext uri="{FF2B5EF4-FFF2-40B4-BE49-F238E27FC236}">
                <a16:creationId xmlns:a16="http://schemas.microsoft.com/office/drawing/2014/main" id="{EB35BDA8-7077-4188-BC32-7FE64D3C0638}"/>
              </a:ext>
            </a:extLst>
          </p:cNvPr>
          <p:cNvSpPr>
            <a:spLocks xmlns:a="http://schemas.openxmlformats.org/drawingml/2006/main" noGrp="1"/>
          </p:cNvSpPr>
          <p:nvPr/>
        </p:nvSpPr>
        <p:spPr>
          <a:xfrm xmlns:a="http://schemas.openxmlformats.org/drawingml/2006/main">
            <a:off x="876300" y="2143125"/>
            <a:ext cx="62484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students = [</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 (1,'Asha',85),</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 (2,'Ravi',72),</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 (3,'Meena',91),</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 (4,'Imran',68)</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columns=['student_id','student_name','marks']</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students_df=spark.createDataFrame(students,columns)</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display(students_df)</a:t>
            </a:r>
          </a:p>
        </p:txBody>
      </p:sp>
      <p:sp>
        <p:nvSpPr>
          <p:cNvPr id="11" name="">
            <a:extLst xmlns:a="http://schemas.openxmlformats.org/drawingml/2006/main">
              <a:ext uri="{FF2B5EF4-FFF2-40B4-BE49-F238E27FC236}">
                <a16:creationId xmlns:a16="http://schemas.microsoft.com/office/drawing/2014/main" id="{8E521C78-9753-4DA6-A460-9C6DE101C1C4}"/>
              </a:ext>
            </a:extLst>
          </p:cNvPr>
          <p:cNvSpPr>
            <a:spLocks xmlns:a="http://schemas.openxmlformats.org/drawingml/2006/main" noGrp="1"/>
          </p:cNvSpPr>
          <p:nvPr/>
        </p:nvSpPr>
        <p:spPr>
          <a:xfrm xmlns:a="http://schemas.openxmlformats.org/drawingml/2006/main">
            <a:off x="7762875" y="17145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09233B"/>
                </a:solidFill>
                <a:latin typeface="Bitstream Charter"/>
                <a:ea typeface="Bitstream Charter"/>
                <a:cs typeface="Bitstream Charter"/>
              </a:defRPr>
            </a:pPr>
            <a:r>
              <a:rPr sz="1725" b="1">
                <a:solidFill>
                  <a:srgbClr val="09233B"/>
                </a:solidFill>
                <a:latin typeface="Bitstream Charter"/>
                <a:ea typeface="Bitstream Charter"/>
                <a:cs typeface="Bitstream Charter"/>
              </a:rPr>
              <a:t>Read it line by line</a:t>
            </a:r>
          </a:p>
        </p:txBody>
      </p:sp>
      <p:sp>
        <p:nvSpPr>
          <p:cNvPr id="12" name="">
            <a:extLst xmlns:a="http://schemas.openxmlformats.org/drawingml/2006/main">
              <a:ext uri="{FF2B5EF4-FFF2-40B4-BE49-F238E27FC236}">
                <a16:creationId xmlns:a16="http://schemas.microsoft.com/office/drawing/2014/main" id="{C2FB3721-AA67-4815-A929-6A57DD72D0D8}"/>
              </a:ext>
            </a:extLst>
          </p:cNvPr>
          <p:cNvSpPr>
            <a:spLocks xmlns:a="http://schemas.openxmlformats.org/drawingml/2006/main" noGrp="1"/>
          </p:cNvSpPr>
          <p:nvPr/>
        </p:nvSpPr>
        <p:spPr>
          <a:xfrm xmlns:a="http://schemas.openxmlformats.org/drawingml/2006/main">
            <a:off x="7810500" y="236220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E3E4E1C-58F1-4D0F-B13A-3ED939EE6AD3}"/>
              </a:ext>
            </a:extLst>
          </p:cNvPr>
          <p:cNvSpPr>
            <a:spLocks xmlns:a="http://schemas.openxmlformats.org/drawingml/2006/main" noGrp="1"/>
          </p:cNvSpPr>
          <p:nvPr/>
        </p:nvSpPr>
        <p:spPr>
          <a:xfrm xmlns:a="http://schemas.openxmlformats.org/drawingml/2006/main">
            <a:off x="8096250" y="22860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Python rows come first.</a:t>
            </a:r>
          </a:p>
        </p:txBody>
      </p:sp>
      <p:sp>
        <p:nvSpPr>
          <p:cNvPr id="14" name="">
            <a:extLst xmlns:a="http://schemas.openxmlformats.org/drawingml/2006/main">
              <a:ext uri="{FF2B5EF4-FFF2-40B4-BE49-F238E27FC236}">
                <a16:creationId xmlns:a16="http://schemas.microsoft.com/office/drawing/2014/main" id="{014D1BD7-78C0-4C70-BB83-E94DB9A675BE}"/>
              </a:ext>
            </a:extLst>
          </p:cNvPr>
          <p:cNvSpPr>
            <a:spLocks xmlns:a="http://schemas.openxmlformats.org/drawingml/2006/main" noGrp="1"/>
          </p:cNvSpPr>
          <p:nvPr/>
        </p:nvSpPr>
        <p:spPr>
          <a:xfrm xmlns:a="http://schemas.openxmlformats.org/drawingml/2006/main">
            <a:off x="7810500" y="295275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D3833DE-4418-4CF4-9968-04C8EF705A96}"/>
              </a:ext>
            </a:extLst>
          </p:cNvPr>
          <p:cNvSpPr>
            <a:spLocks xmlns:a="http://schemas.openxmlformats.org/drawingml/2006/main" noGrp="1"/>
          </p:cNvSpPr>
          <p:nvPr/>
        </p:nvSpPr>
        <p:spPr>
          <a:xfrm xmlns:a="http://schemas.openxmlformats.org/drawingml/2006/main">
            <a:off x="8096250" y="28765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The column list creates names.</a:t>
            </a:r>
          </a:p>
        </p:txBody>
      </p:sp>
      <p:sp>
        <p:nvSpPr>
          <p:cNvPr id="16" name="">
            <a:extLst xmlns:a="http://schemas.openxmlformats.org/drawingml/2006/main">
              <a:ext uri="{FF2B5EF4-FFF2-40B4-BE49-F238E27FC236}">
                <a16:creationId xmlns:a16="http://schemas.microsoft.com/office/drawing/2014/main" id="{A94877CA-070E-471E-BB39-6D31EF70DF46}"/>
              </a:ext>
            </a:extLst>
          </p:cNvPr>
          <p:cNvSpPr>
            <a:spLocks xmlns:a="http://schemas.openxmlformats.org/drawingml/2006/main" noGrp="1"/>
          </p:cNvSpPr>
          <p:nvPr/>
        </p:nvSpPr>
        <p:spPr>
          <a:xfrm xmlns:a="http://schemas.openxmlformats.org/drawingml/2006/main">
            <a:off x="7810500" y="354330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354E3E5-D8D9-4B82-B66D-90854133D927}"/>
              </a:ext>
            </a:extLst>
          </p:cNvPr>
          <p:cNvSpPr>
            <a:spLocks xmlns:a="http://schemas.openxmlformats.org/drawingml/2006/main" noGrp="1"/>
          </p:cNvSpPr>
          <p:nvPr/>
        </p:nvSpPr>
        <p:spPr>
          <a:xfrm xmlns:a="http://schemas.openxmlformats.org/drawingml/2006/main">
            <a:off x="8096250" y="34671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createDataFrame creates Spark data.</a:t>
            </a:r>
          </a:p>
        </p:txBody>
      </p:sp>
      <p:sp>
        <p:nvSpPr>
          <p:cNvPr id="18" name="">
            <a:extLst xmlns:a="http://schemas.openxmlformats.org/drawingml/2006/main">
              <a:ext uri="{FF2B5EF4-FFF2-40B4-BE49-F238E27FC236}">
                <a16:creationId xmlns:a16="http://schemas.microsoft.com/office/drawing/2014/main" id="{AFA7A5CD-4038-48B4-9F44-AF6FECDCD326}"/>
              </a:ext>
            </a:extLst>
          </p:cNvPr>
          <p:cNvSpPr>
            <a:spLocks xmlns:a="http://schemas.openxmlformats.org/drawingml/2006/main" noGrp="1"/>
          </p:cNvSpPr>
          <p:nvPr/>
        </p:nvSpPr>
        <p:spPr>
          <a:xfrm xmlns:a="http://schemas.openxmlformats.org/drawingml/2006/main">
            <a:off x="7810500" y="413385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E00C23D-F7EA-423F-B667-2467149C27A4}"/>
              </a:ext>
            </a:extLst>
          </p:cNvPr>
          <p:cNvSpPr>
            <a:spLocks xmlns:a="http://schemas.openxmlformats.org/drawingml/2006/main" noGrp="1"/>
          </p:cNvSpPr>
          <p:nvPr/>
        </p:nvSpPr>
        <p:spPr>
          <a:xfrm xmlns:a="http://schemas.openxmlformats.org/drawingml/2006/main">
            <a:off x="8096250" y="40576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display requests the four rows.</a:t>
            </a:r>
          </a:p>
        </p:txBody>
      </p:sp>
      <p:sp>
        <p:nvSpPr>
          <p:cNvPr id="20" name="">
            <a:extLst xmlns:a="http://schemas.openxmlformats.org/drawingml/2006/main">
              <a:ext uri="{FF2B5EF4-FFF2-40B4-BE49-F238E27FC236}">
                <a16:creationId xmlns:a16="http://schemas.microsoft.com/office/drawing/2014/main" id="{2D709B9C-6507-45CD-B17D-8B38067A4A52}"/>
              </a:ext>
            </a:extLst>
          </p:cNvPr>
          <p:cNvSpPr>
            <a:spLocks xmlns:a="http://schemas.openxmlformats.org/drawingml/2006/main" noGrp="1"/>
          </p:cNvSpPr>
          <p:nvPr/>
        </p:nvSpPr>
        <p:spPr>
          <a:xfrm xmlns:a="http://schemas.openxmlformats.org/drawingml/2006/main">
            <a:off x="7667625" y="4762500"/>
            <a:ext cx="3714750" cy="904875"/>
          </a:xfrm>
          <a:prstGeom xmlns:a="http://schemas.openxmlformats.org/drawingml/2006/main" prst="roundRect">
            <a:avLst>
              <a:gd name="adj" fmla="val 8421"/>
            </a:avLst>
          </a:prstGeom>
          <a:solidFill xmlns:a="http://schemas.openxmlformats.org/drawingml/2006/main">
            <a:srgbClr val="ECF7F1"/>
          </a:solidFill>
          <a:ln xmlns:a="http://schemas.openxmlformats.org/drawingml/2006/main" w="9525">
            <a:solidFill>
              <a:srgbClr val="D5DEE6"/>
            </a:solidFill>
          </a:ln>
        </p:spPr>
      </p:sp>
      <p:sp>
        <p:nvSpPr>
          <p:cNvPr id="21" name="">
            <a:extLst xmlns:a="http://schemas.openxmlformats.org/drawingml/2006/main">
              <a:ext uri="{FF2B5EF4-FFF2-40B4-BE49-F238E27FC236}">
                <a16:creationId xmlns:a16="http://schemas.microsoft.com/office/drawing/2014/main" id="{9DDDCEAE-024C-4EB4-87D7-30C9BD393F48}"/>
              </a:ext>
            </a:extLst>
          </p:cNvPr>
          <p:cNvSpPr>
            <a:spLocks xmlns:a="http://schemas.openxmlformats.org/drawingml/2006/main" noGrp="1"/>
          </p:cNvSpPr>
          <p:nvPr/>
        </p:nvSpPr>
        <p:spPr>
          <a:xfrm xmlns:a="http://schemas.openxmlformats.org/drawingml/2006/main">
            <a:off x="7905750" y="4886325"/>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2F7D5A"/>
                </a:solidFill>
                <a:latin typeface="Bitstream Charter"/>
                <a:ea typeface="Bitstream Charter"/>
                <a:cs typeface="Bitstream Charter"/>
              </a:defRPr>
            </a:pPr>
            <a:r>
              <a:rPr sz="900" b="1">
                <a:solidFill>
                  <a:srgbClr val="2F7D5A"/>
                </a:solidFill>
                <a:latin typeface="Bitstream Charter"/>
                <a:ea typeface="Bitstream Charter"/>
                <a:cs typeface="Bitstream Charter"/>
              </a:rPr>
              <a:t>EXPECTED</a:t>
            </a:r>
          </a:p>
        </p:txBody>
      </p:sp>
      <p:sp>
        <p:nvSpPr>
          <p:cNvPr id="22" name="">
            <a:extLst xmlns:a="http://schemas.openxmlformats.org/drawingml/2006/main">
              <a:ext uri="{FF2B5EF4-FFF2-40B4-BE49-F238E27FC236}">
                <a16:creationId xmlns:a16="http://schemas.microsoft.com/office/drawing/2014/main" id="{18D99F1C-B5D9-4211-99EE-4B36B8F5D7BD}"/>
              </a:ext>
            </a:extLst>
          </p:cNvPr>
          <p:cNvSpPr>
            <a:spLocks xmlns:a="http://schemas.openxmlformats.org/drawingml/2006/main" noGrp="1"/>
          </p:cNvSpPr>
          <p:nvPr/>
        </p:nvSpPr>
        <p:spPr>
          <a:xfrm xmlns:a="http://schemas.openxmlformats.org/drawingml/2006/main">
            <a:off x="7905750" y="51625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09233B"/>
                </a:solidFill>
                <a:latin typeface="Bitstream Charter"/>
                <a:ea typeface="Bitstream Charter"/>
                <a:cs typeface="Bitstream Charter"/>
              </a:defRPr>
            </a:pPr>
            <a:r>
              <a:rPr sz="1350" b="1">
                <a:solidFill>
                  <a:srgbClr val="09233B"/>
                </a:solidFill>
                <a:latin typeface="Bitstream Charter"/>
                <a:ea typeface="Bitstream Charter"/>
                <a:cs typeface="Bitstream Charter"/>
              </a:rPr>
              <a:t>Four students appear.</a:t>
            </a:r>
          </a:p>
        </p:txBody>
      </p:sp>
    </p:spTree>
    <p:extLst>
      <p:ext uri="{BB962C8B-B14F-4D97-AF65-F5344CB8AC3E}">
        <p14:creationId xmlns:p14="http://schemas.microsoft.com/office/powerpoint/2010/main" val="1327973232"/>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7B0DF18-EB8A-4F96-A5E5-59460D3AC4E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021597-23C6-4C78-9771-653DD55C297A}"/>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Filter the DataFrame</a:t>
            </a:r>
          </a:p>
        </p:txBody>
      </p:sp>
      <p:sp>
        <p:nvSpPr>
          <p:cNvPr id="3" name="">
            <a:extLst xmlns:a="http://schemas.openxmlformats.org/drawingml/2006/main">
              <a:ext uri="{FF2B5EF4-FFF2-40B4-BE49-F238E27FC236}">
                <a16:creationId xmlns:a16="http://schemas.microsoft.com/office/drawing/2014/main" id="{8A73A98F-231F-45B5-A8F8-1552F3645687}"/>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A transformation followed by an action</a:t>
            </a:r>
          </a:p>
        </p:txBody>
      </p:sp>
      <p:sp>
        <p:nvSpPr>
          <p:cNvPr id="4" name="">
            <a:extLst xmlns:a="http://schemas.openxmlformats.org/drawingml/2006/main">
              <a:ext uri="{FF2B5EF4-FFF2-40B4-BE49-F238E27FC236}">
                <a16:creationId xmlns:a16="http://schemas.microsoft.com/office/drawing/2014/main" id="{E3EBB0A8-6DF8-437E-BA3F-60DE5C956376}"/>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1F25CED-8438-446A-99CD-3C2C60F215CC}"/>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8555D7BF-612F-423A-B48F-85DFB03F3A25}"/>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50</a:t>
            </a:r>
          </a:p>
        </p:txBody>
      </p:sp>
      <p:sp>
        <p:nvSpPr>
          <p:cNvPr id="7" name="">
            <a:extLst xmlns:a="http://schemas.openxmlformats.org/drawingml/2006/main">
              <a:ext uri="{FF2B5EF4-FFF2-40B4-BE49-F238E27FC236}">
                <a16:creationId xmlns:a16="http://schemas.microsoft.com/office/drawing/2014/main" id="{DEF3E602-845D-4757-8357-9C3A1CAB3CAA}"/>
              </a:ext>
            </a:extLst>
          </p:cNvPr>
          <p:cNvSpPr>
            <a:spLocks xmlns:a="http://schemas.openxmlformats.org/drawingml/2006/main" noGrp="1"/>
          </p:cNvSpPr>
          <p:nvPr/>
        </p:nvSpPr>
        <p:spPr>
          <a:xfrm xmlns:a="http://schemas.openxmlformats.org/drawingml/2006/main">
            <a:off x="666750" y="1619250"/>
            <a:ext cx="1000125" cy="304800"/>
          </a:xfrm>
          <a:prstGeom xmlns:a="http://schemas.openxmlformats.org/drawingml/2006/main" prst="roundRect">
            <a:avLst>
              <a:gd name="adj" fmla="val 25000"/>
            </a:avLst>
          </a:prstGeom>
          <a:solidFill xmlns:a="http://schemas.openxmlformats.org/drawingml/2006/main">
            <a:srgbClr val="2E74B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861F959-F298-4C46-8865-5BE15A1FED8F}"/>
              </a:ext>
            </a:extLst>
          </p:cNvPr>
          <p:cNvSpPr>
            <a:spLocks xmlns:a="http://schemas.openxmlformats.org/drawingml/2006/main" noGrp="1"/>
          </p:cNvSpPr>
          <p:nvPr/>
        </p:nvSpPr>
        <p:spPr>
          <a:xfrm xmlns:a="http://schemas.openxmlformats.org/drawingml/2006/main">
            <a:off x="742950" y="1638300"/>
            <a:ext cx="8477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CODE</a:t>
            </a:r>
          </a:p>
        </p:txBody>
      </p:sp>
      <p:sp>
        <p:nvSpPr>
          <p:cNvPr id="9" name="">
            <a:extLst xmlns:a="http://schemas.openxmlformats.org/drawingml/2006/main">
              <a:ext uri="{FF2B5EF4-FFF2-40B4-BE49-F238E27FC236}">
                <a16:creationId xmlns:a16="http://schemas.microsoft.com/office/drawing/2014/main" id="{468672DF-4EAD-4782-88EB-60015BBEA714}"/>
              </a:ext>
            </a:extLst>
          </p:cNvPr>
          <p:cNvSpPr>
            <a:spLocks xmlns:a="http://schemas.openxmlformats.org/drawingml/2006/main" noGrp="1"/>
          </p:cNvSpPr>
          <p:nvPr/>
        </p:nvSpPr>
        <p:spPr>
          <a:xfrm xmlns:a="http://schemas.openxmlformats.org/drawingml/2006/main">
            <a:off x="666750" y="2000250"/>
            <a:ext cx="6667500" cy="3333750"/>
          </a:xfrm>
          <a:prstGeom xmlns:a="http://schemas.openxmlformats.org/drawingml/2006/main" prst="roundRect">
            <a:avLst>
              <a:gd name="adj" fmla="val 2286"/>
            </a:avLst>
          </a:prstGeom>
          <a:solidFill xmlns:a="http://schemas.openxmlformats.org/drawingml/2006/main">
            <a:srgbClr val="EEF2F6"/>
          </a:solidFill>
          <a:ln xmlns:a="http://schemas.openxmlformats.org/drawingml/2006/main" w="9525">
            <a:solidFill>
              <a:srgbClr val="D5DEE6"/>
            </a:solidFill>
          </a:ln>
        </p:spPr>
      </p:sp>
      <p:sp>
        <p:nvSpPr>
          <p:cNvPr id="10" name="">
            <a:extLst xmlns:a="http://schemas.openxmlformats.org/drawingml/2006/main">
              <a:ext uri="{FF2B5EF4-FFF2-40B4-BE49-F238E27FC236}">
                <a16:creationId xmlns:a16="http://schemas.microsoft.com/office/drawing/2014/main" id="{C6CA9ECC-DA60-4110-8698-22B1183EC572}"/>
              </a:ext>
            </a:extLst>
          </p:cNvPr>
          <p:cNvSpPr>
            <a:spLocks xmlns:a="http://schemas.openxmlformats.org/drawingml/2006/main" noGrp="1"/>
          </p:cNvSpPr>
          <p:nvPr/>
        </p:nvSpPr>
        <p:spPr>
          <a:xfrm xmlns:a="http://schemas.openxmlformats.org/drawingml/2006/main">
            <a:off x="876300" y="2143125"/>
            <a:ext cx="62484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passed_df = students_df.filter(students_df.marks &gt;= 75)</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display(passed_df)</a:t>
            </a:r>
          </a:p>
        </p:txBody>
      </p:sp>
      <p:sp>
        <p:nvSpPr>
          <p:cNvPr id="11" name="">
            <a:extLst xmlns:a="http://schemas.openxmlformats.org/drawingml/2006/main">
              <a:ext uri="{FF2B5EF4-FFF2-40B4-BE49-F238E27FC236}">
                <a16:creationId xmlns:a16="http://schemas.microsoft.com/office/drawing/2014/main" id="{FC8D55D3-F001-4E80-89C4-4349C954EF75}"/>
              </a:ext>
            </a:extLst>
          </p:cNvPr>
          <p:cNvSpPr>
            <a:spLocks xmlns:a="http://schemas.openxmlformats.org/drawingml/2006/main" noGrp="1"/>
          </p:cNvSpPr>
          <p:nvPr/>
        </p:nvSpPr>
        <p:spPr>
          <a:xfrm xmlns:a="http://schemas.openxmlformats.org/drawingml/2006/main">
            <a:off x="7762875" y="17145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09233B"/>
                </a:solidFill>
                <a:latin typeface="Bitstream Charter"/>
                <a:ea typeface="Bitstream Charter"/>
                <a:cs typeface="Bitstream Charter"/>
              </a:defRPr>
            </a:pPr>
            <a:r>
              <a:rPr sz="1725" b="1">
                <a:solidFill>
                  <a:srgbClr val="09233B"/>
                </a:solidFill>
                <a:latin typeface="Bitstream Charter"/>
                <a:ea typeface="Bitstream Charter"/>
                <a:cs typeface="Bitstream Charter"/>
              </a:rPr>
              <a:t>Read it line by line</a:t>
            </a:r>
          </a:p>
        </p:txBody>
      </p:sp>
      <p:sp>
        <p:nvSpPr>
          <p:cNvPr id="12" name="">
            <a:extLst xmlns:a="http://schemas.openxmlformats.org/drawingml/2006/main">
              <a:ext uri="{FF2B5EF4-FFF2-40B4-BE49-F238E27FC236}">
                <a16:creationId xmlns:a16="http://schemas.microsoft.com/office/drawing/2014/main" id="{72A678D8-06B0-4B0D-8A2B-B39369AF894C}"/>
              </a:ext>
            </a:extLst>
          </p:cNvPr>
          <p:cNvSpPr>
            <a:spLocks xmlns:a="http://schemas.openxmlformats.org/drawingml/2006/main" noGrp="1"/>
          </p:cNvSpPr>
          <p:nvPr/>
        </p:nvSpPr>
        <p:spPr>
          <a:xfrm xmlns:a="http://schemas.openxmlformats.org/drawingml/2006/main">
            <a:off x="7810500" y="236220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7072FBA-7645-487F-9D9F-EF93256D642F}"/>
              </a:ext>
            </a:extLst>
          </p:cNvPr>
          <p:cNvSpPr>
            <a:spLocks xmlns:a="http://schemas.openxmlformats.org/drawingml/2006/main" noGrp="1"/>
          </p:cNvSpPr>
          <p:nvPr/>
        </p:nvSpPr>
        <p:spPr>
          <a:xfrm xmlns:a="http://schemas.openxmlformats.org/drawingml/2006/main">
            <a:off x="8096250" y="22860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filter describes which rows remain.</a:t>
            </a:r>
          </a:p>
        </p:txBody>
      </p:sp>
      <p:sp>
        <p:nvSpPr>
          <p:cNvPr id="14" name="">
            <a:extLst xmlns:a="http://schemas.openxmlformats.org/drawingml/2006/main">
              <a:ext uri="{FF2B5EF4-FFF2-40B4-BE49-F238E27FC236}">
                <a16:creationId xmlns:a16="http://schemas.microsoft.com/office/drawing/2014/main" id="{BF04AA08-DB79-40CD-BBB9-0135E2DE397B}"/>
              </a:ext>
            </a:extLst>
          </p:cNvPr>
          <p:cNvSpPr>
            <a:spLocks xmlns:a="http://schemas.openxmlformats.org/drawingml/2006/main" noGrp="1"/>
          </p:cNvSpPr>
          <p:nvPr/>
        </p:nvSpPr>
        <p:spPr>
          <a:xfrm xmlns:a="http://schemas.openxmlformats.org/drawingml/2006/main">
            <a:off x="7810500" y="295275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74FD0A3-46AA-4423-9F75-CAB8FF455239}"/>
              </a:ext>
            </a:extLst>
          </p:cNvPr>
          <p:cNvSpPr>
            <a:spLocks xmlns:a="http://schemas.openxmlformats.org/drawingml/2006/main" noGrp="1"/>
          </p:cNvSpPr>
          <p:nvPr/>
        </p:nvSpPr>
        <p:spPr>
          <a:xfrm xmlns:a="http://schemas.openxmlformats.org/drawingml/2006/main">
            <a:off x="8096250" y="28765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marks &gt;= 75 is the condition.</a:t>
            </a:r>
          </a:p>
        </p:txBody>
      </p:sp>
      <p:sp>
        <p:nvSpPr>
          <p:cNvPr id="16" name="">
            <a:extLst xmlns:a="http://schemas.openxmlformats.org/drawingml/2006/main">
              <a:ext uri="{FF2B5EF4-FFF2-40B4-BE49-F238E27FC236}">
                <a16:creationId xmlns:a16="http://schemas.microsoft.com/office/drawing/2014/main" id="{1168DB3E-87C3-483C-A10A-3DF3A3D4D4AD}"/>
              </a:ext>
            </a:extLst>
          </p:cNvPr>
          <p:cNvSpPr>
            <a:spLocks xmlns:a="http://schemas.openxmlformats.org/drawingml/2006/main" noGrp="1"/>
          </p:cNvSpPr>
          <p:nvPr/>
        </p:nvSpPr>
        <p:spPr>
          <a:xfrm xmlns:a="http://schemas.openxmlformats.org/drawingml/2006/main">
            <a:off x="7810500" y="354330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2339A3D-2CDA-44CE-82B6-84D3B1904817}"/>
              </a:ext>
            </a:extLst>
          </p:cNvPr>
          <p:cNvSpPr>
            <a:spLocks xmlns:a="http://schemas.openxmlformats.org/drawingml/2006/main" noGrp="1"/>
          </p:cNvSpPr>
          <p:nvPr/>
        </p:nvSpPr>
        <p:spPr>
          <a:xfrm xmlns:a="http://schemas.openxmlformats.org/drawingml/2006/main">
            <a:off x="8096250" y="34671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passed_df is a new DataFrame.</a:t>
            </a:r>
          </a:p>
        </p:txBody>
      </p:sp>
      <p:sp>
        <p:nvSpPr>
          <p:cNvPr id="18" name="">
            <a:extLst xmlns:a="http://schemas.openxmlformats.org/drawingml/2006/main">
              <a:ext uri="{FF2B5EF4-FFF2-40B4-BE49-F238E27FC236}">
                <a16:creationId xmlns:a16="http://schemas.microsoft.com/office/drawing/2014/main" id="{EC412A9A-D51B-4BF2-B75B-4B1EC3E02B44}"/>
              </a:ext>
            </a:extLst>
          </p:cNvPr>
          <p:cNvSpPr>
            <a:spLocks xmlns:a="http://schemas.openxmlformats.org/drawingml/2006/main" noGrp="1"/>
          </p:cNvSpPr>
          <p:nvPr/>
        </p:nvSpPr>
        <p:spPr>
          <a:xfrm xmlns:a="http://schemas.openxmlformats.org/drawingml/2006/main">
            <a:off x="7810500" y="413385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6FF3A78-2238-4083-BB82-81D443FE0D20}"/>
              </a:ext>
            </a:extLst>
          </p:cNvPr>
          <p:cNvSpPr>
            <a:spLocks xmlns:a="http://schemas.openxmlformats.org/drawingml/2006/main" noGrp="1"/>
          </p:cNvSpPr>
          <p:nvPr/>
        </p:nvSpPr>
        <p:spPr>
          <a:xfrm xmlns:a="http://schemas.openxmlformats.org/drawingml/2006/main">
            <a:off x="8096250" y="40576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display requests the result.</a:t>
            </a:r>
          </a:p>
        </p:txBody>
      </p:sp>
      <p:sp>
        <p:nvSpPr>
          <p:cNvPr id="20" name="">
            <a:extLst xmlns:a="http://schemas.openxmlformats.org/drawingml/2006/main">
              <a:ext uri="{FF2B5EF4-FFF2-40B4-BE49-F238E27FC236}">
                <a16:creationId xmlns:a16="http://schemas.microsoft.com/office/drawing/2014/main" id="{8A47C51F-6B59-47E0-8D09-9A8924586B70}"/>
              </a:ext>
            </a:extLst>
          </p:cNvPr>
          <p:cNvSpPr>
            <a:spLocks xmlns:a="http://schemas.openxmlformats.org/drawingml/2006/main" noGrp="1"/>
          </p:cNvSpPr>
          <p:nvPr/>
        </p:nvSpPr>
        <p:spPr>
          <a:xfrm xmlns:a="http://schemas.openxmlformats.org/drawingml/2006/main">
            <a:off x="7667625" y="4762500"/>
            <a:ext cx="3714750" cy="904875"/>
          </a:xfrm>
          <a:prstGeom xmlns:a="http://schemas.openxmlformats.org/drawingml/2006/main" prst="roundRect">
            <a:avLst>
              <a:gd name="adj" fmla="val 8421"/>
            </a:avLst>
          </a:prstGeom>
          <a:solidFill xmlns:a="http://schemas.openxmlformats.org/drawingml/2006/main">
            <a:srgbClr val="ECF7F1"/>
          </a:solidFill>
          <a:ln xmlns:a="http://schemas.openxmlformats.org/drawingml/2006/main" w="9525">
            <a:solidFill>
              <a:srgbClr val="D5DEE6"/>
            </a:solidFill>
          </a:ln>
        </p:spPr>
      </p:sp>
      <p:sp>
        <p:nvSpPr>
          <p:cNvPr id="21" name="">
            <a:extLst xmlns:a="http://schemas.openxmlformats.org/drawingml/2006/main">
              <a:ext uri="{FF2B5EF4-FFF2-40B4-BE49-F238E27FC236}">
                <a16:creationId xmlns:a16="http://schemas.microsoft.com/office/drawing/2014/main" id="{520226ED-35F7-4FDC-902C-8283A8194772}"/>
              </a:ext>
            </a:extLst>
          </p:cNvPr>
          <p:cNvSpPr>
            <a:spLocks xmlns:a="http://schemas.openxmlformats.org/drawingml/2006/main" noGrp="1"/>
          </p:cNvSpPr>
          <p:nvPr/>
        </p:nvSpPr>
        <p:spPr>
          <a:xfrm xmlns:a="http://schemas.openxmlformats.org/drawingml/2006/main">
            <a:off x="7905750" y="4886325"/>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2F7D5A"/>
                </a:solidFill>
                <a:latin typeface="Bitstream Charter"/>
                <a:ea typeface="Bitstream Charter"/>
                <a:cs typeface="Bitstream Charter"/>
              </a:defRPr>
            </a:pPr>
            <a:r>
              <a:rPr sz="900" b="1">
                <a:solidFill>
                  <a:srgbClr val="2F7D5A"/>
                </a:solidFill>
                <a:latin typeface="Bitstream Charter"/>
                <a:ea typeface="Bitstream Charter"/>
                <a:cs typeface="Bitstream Charter"/>
              </a:rPr>
              <a:t>EXPECTED</a:t>
            </a:r>
          </a:p>
        </p:txBody>
      </p:sp>
      <p:sp>
        <p:nvSpPr>
          <p:cNvPr id="22" name="">
            <a:extLst xmlns:a="http://schemas.openxmlformats.org/drawingml/2006/main">
              <a:ext uri="{FF2B5EF4-FFF2-40B4-BE49-F238E27FC236}">
                <a16:creationId xmlns:a16="http://schemas.microsoft.com/office/drawing/2014/main" id="{E343B6B5-BA92-481E-BE36-CDCEFEAAA68A}"/>
              </a:ext>
            </a:extLst>
          </p:cNvPr>
          <p:cNvSpPr>
            <a:spLocks xmlns:a="http://schemas.openxmlformats.org/drawingml/2006/main" noGrp="1"/>
          </p:cNvSpPr>
          <p:nvPr/>
        </p:nvSpPr>
        <p:spPr>
          <a:xfrm xmlns:a="http://schemas.openxmlformats.org/drawingml/2006/main">
            <a:off x="7905750" y="51625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09233B"/>
                </a:solidFill>
                <a:latin typeface="Bitstream Charter"/>
                <a:ea typeface="Bitstream Charter"/>
                <a:cs typeface="Bitstream Charter"/>
              </a:defRPr>
            </a:pPr>
            <a:r>
              <a:rPr sz="1350" b="1">
                <a:solidFill>
                  <a:srgbClr val="09233B"/>
                </a:solidFill>
                <a:latin typeface="Bitstream Charter"/>
                <a:ea typeface="Bitstream Charter"/>
                <a:cs typeface="Bitstream Charter"/>
              </a:rPr>
              <a:t>Asha 85 and Meena 91 remain.</a:t>
            </a:r>
          </a:p>
        </p:txBody>
      </p:sp>
    </p:spTree>
    <p:extLst>
      <p:ext uri="{BB962C8B-B14F-4D97-AF65-F5344CB8AC3E}">
        <p14:creationId xmlns:p14="http://schemas.microsoft.com/office/powerpoint/2010/main" val="453198800"/>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97539D9-6270-46EF-A42F-C9F1512366D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EB8B80D-2258-43E9-B67E-856A7A215AFB}"/>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Use Python and SQL together</a:t>
            </a:r>
          </a:p>
        </p:txBody>
      </p:sp>
      <p:sp>
        <p:nvSpPr>
          <p:cNvPr id="3" name="">
            <a:extLst xmlns:a="http://schemas.openxmlformats.org/drawingml/2006/main">
              <a:ext uri="{FF2B5EF4-FFF2-40B4-BE49-F238E27FC236}">
                <a16:creationId xmlns:a16="http://schemas.microsoft.com/office/drawing/2014/main" id="{906F221F-785E-4502-B8AF-56361B32181F}"/>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A temporary view bridges the languages</a:t>
            </a:r>
          </a:p>
        </p:txBody>
      </p:sp>
      <p:sp>
        <p:nvSpPr>
          <p:cNvPr id="4" name="">
            <a:extLst xmlns:a="http://schemas.openxmlformats.org/drawingml/2006/main">
              <a:ext uri="{FF2B5EF4-FFF2-40B4-BE49-F238E27FC236}">
                <a16:creationId xmlns:a16="http://schemas.microsoft.com/office/drawing/2014/main" id="{F9F537E9-5F78-4716-9812-7A85779A5F67}"/>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51E1614-ED20-459F-ADAE-6D8BCF15AC96}"/>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4F021DB1-F3F1-4748-BADA-0E2D76B15D9E}"/>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51</a:t>
            </a:r>
          </a:p>
        </p:txBody>
      </p:sp>
      <p:sp>
        <p:nvSpPr>
          <p:cNvPr id="7" name="">
            <a:extLst xmlns:a="http://schemas.openxmlformats.org/drawingml/2006/main">
              <a:ext uri="{FF2B5EF4-FFF2-40B4-BE49-F238E27FC236}">
                <a16:creationId xmlns:a16="http://schemas.microsoft.com/office/drawing/2014/main" id="{3D460CEF-4AE9-4BA1-BF2D-44AC41F29FD0}"/>
              </a:ext>
            </a:extLst>
          </p:cNvPr>
          <p:cNvSpPr>
            <a:spLocks xmlns:a="http://schemas.openxmlformats.org/drawingml/2006/main" noGrp="1"/>
          </p:cNvSpPr>
          <p:nvPr/>
        </p:nvSpPr>
        <p:spPr>
          <a:xfrm xmlns:a="http://schemas.openxmlformats.org/drawingml/2006/main">
            <a:off x="666750" y="1619250"/>
            <a:ext cx="1000125" cy="304800"/>
          </a:xfrm>
          <a:prstGeom xmlns:a="http://schemas.openxmlformats.org/drawingml/2006/main" prst="roundRect">
            <a:avLst>
              <a:gd name="adj" fmla="val 25000"/>
            </a:avLst>
          </a:prstGeom>
          <a:solidFill xmlns:a="http://schemas.openxmlformats.org/drawingml/2006/main">
            <a:srgbClr val="2E74B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0217479-84E2-422C-83F8-593F43E52E23}"/>
              </a:ext>
            </a:extLst>
          </p:cNvPr>
          <p:cNvSpPr>
            <a:spLocks xmlns:a="http://schemas.openxmlformats.org/drawingml/2006/main" noGrp="1"/>
          </p:cNvSpPr>
          <p:nvPr/>
        </p:nvSpPr>
        <p:spPr>
          <a:xfrm xmlns:a="http://schemas.openxmlformats.org/drawingml/2006/main">
            <a:off x="742950" y="1638300"/>
            <a:ext cx="8477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CODE</a:t>
            </a:r>
          </a:p>
        </p:txBody>
      </p:sp>
      <p:sp>
        <p:nvSpPr>
          <p:cNvPr id="9" name="">
            <a:extLst xmlns:a="http://schemas.openxmlformats.org/drawingml/2006/main">
              <a:ext uri="{FF2B5EF4-FFF2-40B4-BE49-F238E27FC236}">
                <a16:creationId xmlns:a16="http://schemas.microsoft.com/office/drawing/2014/main" id="{14DB913D-2DEC-4612-86BC-9E63B2284C9B}"/>
              </a:ext>
            </a:extLst>
          </p:cNvPr>
          <p:cNvSpPr>
            <a:spLocks xmlns:a="http://schemas.openxmlformats.org/drawingml/2006/main" noGrp="1"/>
          </p:cNvSpPr>
          <p:nvPr/>
        </p:nvSpPr>
        <p:spPr>
          <a:xfrm xmlns:a="http://schemas.openxmlformats.org/drawingml/2006/main">
            <a:off x="666750" y="2000250"/>
            <a:ext cx="6667500" cy="3333750"/>
          </a:xfrm>
          <a:prstGeom xmlns:a="http://schemas.openxmlformats.org/drawingml/2006/main" prst="roundRect">
            <a:avLst>
              <a:gd name="adj" fmla="val 2286"/>
            </a:avLst>
          </a:prstGeom>
          <a:solidFill xmlns:a="http://schemas.openxmlformats.org/drawingml/2006/main">
            <a:srgbClr val="EEF2F6"/>
          </a:solidFill>
          <a:ln xmlns:a="http://schemas.openxmlformats.org/drawingml/2006/main" w="9525">
            <a:solidFill>
              <a:srgbClr val="D5DEE6"/>
            </a:solidFill>
          </a:ln>
        </p:spPr>
      </p:sp>
      <p:sp>
        <p:nvSpPr>
          <p:cNvPr id="10" name="">
            <a:extLst xmlns:a="http://schemas.openxmlformats.org/drawingml/2006/main">
              <a:ext uri="{FF2B5EF4-FFF2-40B4-BE49-F238E27FC236}">
                <a16:creationId xmlns:a16="http://schemas.microsoft.com/office/drawing/2014/main" id="{53DAC1A7-6C2F-4C66-AD37-57111319A2F2}"/>
              </a:ext>
            </a:extLst>
          </p:cNvPr>
          <p:cNvSpPr>
            <a:spLocks xmlns:a="http://schemas.openxmlformats.org/drawingml/2006/main" noGrp="1"/>
          </p:cNvSpPr>
          <p:nvPr/>
        </p:nvSpPr>
        <p:spPr>
          <a:xfrm xmlns:a="http://schemas.openxmlformats.org/drawingml/2006/main">
            <a:off x="876300" y="2143125"/>
            <a:ext cx="62484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students_df.createOrReplaceTempView('students')</a:t>
            </a:r>
          </a:p>
          <a:p xmlns:a="http://schemas.openxmlformats.org/drawingml/2006/main">
            <a:r>
              <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%sql</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SELECT student_name, marks</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FROM students</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WHERE marks &gt;= 75</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ORDER BY marks DESC;</a:t>
            </a:r>
          </a:p>
        </p:txBody>
      </p:sp>
      <p:sp>
        <p:nvSpPr>
          <p:cNvPr id="11" name="">
            <a:extLst xmlns:a="http://schemas.openxmlformats.org/drawingml/2006/main">
              <a:ext uri="{FF2B5EF4-FFF2-40B4-BE49-F238E27FC236}">
                <a16:creationId xmlns:a16="http://schemas.microsoft.com/office/drawing/2014/main" id="{6DF246E9-3B96-45AE-9160-C09B7E369A3F}"/>
              </a:ext>
            </a:extLst>
          </p:cNvPr>
          <p:cNvSpPr>
            <a:spLocks xmlns:a="http://schemas.openxmlformats.org/drawingml/2006/main" noGrp="1"/>
          </p:cNvSpPr>
          <p:nvPr/>
        </p:nvSpPr>
        <p:spPr>
          <a:xfrm xmlns:a="http://schemas.openxmlformats.org/drawingml/2006/main">
            <a:off x="7762875" y="17145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09233B"/>
                </a:solidFill>
                <a:latin typeface="Bitstream Charter"/>
                <a:ea typeface="Bitstream Charter"/>
                <a:cs typeface="Bitstream Charter"/>
              </a:defRPr>
            </a:pPr>
            <a:r>
              <a:rPr sz="1725" b="1">
                <a:solidFill>
                  <a:srgbClr val="09233B"/>
                </a:solidFill>
                <a:latin typeface="Bitstream Charter"/>
                <a:ea typeface="Bitstream Charter"/>
                <a:cs typeface="Bitstream Charter"/>
              </a:rPr>
              <a:t>Read it line by line</a:t>
            </a:r>
          </a:p>
        </p:txBody>
      </p:sp>
      <p:sp>
        <p:nvSpPr>
          <p:cNvPr id="12" name="">
            <a:extLst xmlns:a="http://schemas.openxmlformats.org/drawingml/2006/main">
              <a:ext uri="{FF2B5EF4-FFF2-40B4-BE49-F238E27FC236}">
                <a16:creationId xmlns:a16="http://schemas.microsoft.com/office/drawing/2014/main" id="{5ED65725-BD80-47E3-A70C-1FD5CB12629A}"/>
              </a:ext>
            </a:extLst>
          </p:cNvPr>
          <p:cNvSpPr>
            <a:spLocks xmlns:a="http://schemas.openxmlformats.org/drawingml/2006/main" noGrp="1"/>
          </p:cNvSpPr>
          <p:nvPr/>
        </p:nvSpPr>
        <p:spPr>
          <a:xfrm xmlns:a="http://schemas.openxmlformats.org/drawingml/2006/main">
            <a:off x="7810500" y="236220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84D2570-AED2-4DE3-AC44-18C739106498}"/>
              </a:ext>
            </a:extLst>
          </p:cNvPr>
          <p:cNvSpPr>
            <a:spLocks xmlns:a="http://schemas.openxmlformats.org/drawingml/2006/main" noGrp="1"/>
          </p:cNvSpPr>
          <p:nvPr/>
        </p:nvSpPr>
        <p:spPr>
          <a:xfrm xmlns:a="http://schemas.openxmlformats.org/drawingml/2006/main">
            <a:off x="8096250" y="22860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Python creates the temporary view.</a:t>
            </a:r>
          </a:p>
        </p:txBody>
      </p:sp>
      <p:sp>
        <p:nvSpPr>
          <p:cNvPr id="14" name="">
            <a:extLst xmlns:a="http://schemas.openxmlformats.org/drawingml/2006/main">
              <a:ext uri="{FF2B5EF4-FFF2-40B4-BE49-F238E27FC236}">
                <a16:creationId xmlns:a16="http://schemas.microsoft.com/office/drawing/2014/main" id="{1947D1FA-8A42-46B0-AE0D-EF42355DA12D}"/>
              </a:ext>
            </a:extLst>
          </p:cNvPr>
          <p:cNvSpPr>
            <a:spLocks xmlns:a="http://schemas.openxmlformats.org/drawingml/2006/main" noGrp="1"/>
          </p:cNvSpPr>
          <p:nvPr/>
        </p:nvSpPr>
        <p:spPr>
          <a:xfrm xmlns:a="http://schemas.openxmlformats.org/drawingml/2006/main">
            <a:off x="7810500" y="295275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99174BB-6F2A-4553-84A8-9A436909C418}"/>
              </a:ext>
            </a:extLst>
          </p:cNvPr>
          <p:cNvSpPr>
            <a:spLocks xmlns:a="http://schemas.openxmlformats.org/drawingml/2006/main" noGrp="1"/>
          </p:cNvSpPr>
          <p:nvPr/>
        </p:nvSpPr>
        <p:spPr>
          <a:xfrm xmlns:a="http://schemas.openxmlformats.org/drawingml/2006/main">
            <a:off x="8096250" y="28765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891"/>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The view belongs to the current Spark session.</a:t>
            </a:r>
          </a:p>
        </p:txBody>
      </p:sp>
      <p:sp>
        <p:nvSpPr>
          <p:cNvPr id="16" name="">
            <a:extLst xmlns:a="http://schemas.openxmlformats.org/drawingml/2006/main">
              <a:ext uri="{FF2B5EF4-FFF2-40B4-BE49-F238E27FC236}">
                <a16:creationId xmlns:a16="http://schemas.microsoft.com/office/drawing/2014/main" id="{1F95AA50-6F25-4B72-ADF8-F4D94EC93A63}"/>
              </a:ext>
            </a:extLst>
          </p:cNvPr>
          <p:cNvSpPr>
            <a:spLocks xmlns:a="http://schemas.openxmlformats.org/drawingml/2006/main" noGrp="1"/>
          </p:cNvSpPr>
          <p:nvPr/>
        </p:nvSpPr>
        <p:spPr>
          <a:xfrm xmlns:a="http://schemas.openxmlformats.org/drawingml/2006/main">
            <a:off x="7810500" y="354330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0A523FD-D9F5-4AEF-B1FA-2CE1F63EBD10}"/>
              </a:ext>
            </a:extLst>
          </p:cNvPr>
          <p:cNvSpPr>
            <a:spLocks xmlns:a="http://schemas.openxmlformats.org/drawingml/2006/main" noGrp="1"/>
          </p:cNvSpPr>
          <p:nvPr/>
        </p:nvSpPr>
        <p:spPr>
          <a:xfrm xmlns:a="http://schemas.openxmlformats.org/drawingml/2006/main">
            <a:off x="8096250" y="34671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%sql starts a SQL cell.</a:t>
            </a:r>
          </a:p>
        </p:txBody>
      </p:sp>
      <p:sp>
        <p:nvSpPr>
          <p:cNvPr id="18" name="">
            <a:extLst xmlns:a="http://schemas.openxmlformats.org/drawingml/2006/main">
              <a:ext uri="{FF2B5EF4-FFF2-40B4-BE49-F238E27FC236}">
                <a16:creationId xmlns:a16="http://schemas.microsoft.com/office/drawing/2014/main" id="{36ECAA03-D07D-43D7-A426-CEF2BD4A2B50}"/>
              </a:ext>
            </a:extLst>
          </p:cNvPr>
          <p:cNvSpPr>
            <a:spLocks xmlns:a="http://schemas.openxmlformats.org/drawingml/2006/main" noGrp="1"/>
          </p:cNvSpPr>
          <p:nvPr/>
        </p:nvSpPr>
        <p:spPr>
          <a:xfrm xmlns:a="http://schemas.openxmlformats.org/drawingml/2006/main">
            <a:off x="7810500" y="413385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88F1001-3C20-4B69-BCEC-332D155F0E48}"/>
              </a:ext>
            </a:extLst>
          </p:cNvPr>
          <p:cNvSpPr>
            <a:spLocks xmlns:a="http://schemas.openxmlformats.org/drawingml/2006/main" noGrp="1"/>
          </p:cNvSpPr>
          <p:nvPr/>
        </p:nvSpPr>
        <p:spPr>
          <a:xfrm xmlns:a="http://schemas.openxmlformats.org/drawingml/2006/main">
            <a:off x="8096250" y="40576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SQL reads the same Spark data.</a:t>
            </a:r>
          </a:p>
        </p:txBody>
      </p:sp>
      <p:sp>
        <p:nvSpPr>
          <p:cNvPr id="20" name="">
            <a:extLst xmlns:a="http://schemas.openxmlformats.org/drawingml/2006/main">
              <a:ext uri="{FF2B5EF4-FFF2-40B4-BE49-F238E27FC236}">
                <a16:creationId xmlns:a16="http://schemas.microsoft.com/office/drawing/2014/main" id="{AE1CB2B1-041C-43A7-8DD7-7372ED0FA5C5}"/>
              </a:ext>
            </a:extLst>
          </p:cNvPr>
          <p:cNvSpPr>
            <a:spLocks xmlns:a="http://schemas.openxmlformats.org/drawingml/2006/main" noGrp="1"/>
          </p:cNvSpPr>
          <p:nvPr/>
        </p:nvSpPr>
        <p:spPr>
          <a:xfrm xmlns:a="http://schemas.openxmlformats.org/drawingml/2006/main">
            <a:off x="7667625" y="4762500"/>
            <a:ext cx="3714750" cy="904875"/>
          </a:xfrm>
          <a:prstGeom xmlns:a="http://schemas.openxmlformats.org/drawingml/2006/main" prst="roundRect">
            <a:avLst>
              <a:gd name="adj" fmla="val 8421"/>
            </a:avLst>
          </a:prstGeom>
          <a:solidFill xmlns:a="http://schemas.openxmlformats.org/drawingml/2006/main">
            <a:srgbClr val="ECF7F1"/>
          </a:solidFill>
          <a:ln xmlns:a="http://schemas.openxmlformats.org/drawingml/2006/main" w="9525">
            <a:solidFill>
              <a:srgbClr val="D5DEE6"/>
            </a:solidFill>
          </a:ln>
        </p:spPr>
      </p:sp>
      <p:sp>
        <p:nvSpPr>
          <p:cNvPr id="21" name="">
            <a:extLst xmlns:a="http://schemas.openxmlformats.org/drawingml/2006/main">
              <a:ext uri="{FF2B5EF4-FFF2-40B4-BE49-F238E27FC236}">
                <a16:creationId xmlns:a16="http://schemas.microsoft.com/office/drawing/2014/main" id="{28408188-2E06-421E-B142-5FA588354EED}"/>
              </a:ext>
            </a:extLst>
          </p:cNvPr>
          <p:cNvSpPr>
            <a:spLocks xmlns:a="http://schemas.openxmlformats.org/drawingml/2006/main" noGrp="1"/>
          </p:cNvSpPr>
          <p:nvPr/>
        </p:nvSpPr>
        <p:spPr>
          <a:xfrm xmlns:a="http://schemas.openxmlformats.org/drawingml/2006/main">
            <a:off x="7905750" y="4886325"/>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2F7D5A"/>
                </a:solidFill>
                <a:latin typeface="Bitstream Charter"/>
                <a:ea typeface="Bitstream Charter"/>
                <a:cs typeface="Bitstream Charter"/>
              </a:defRPr>
            </a:pPr>
            <a:r>
              <a:rPr sz="900" b="1">
                <a:solidFill>
                  <a:srgbClr val="2F7D5A"/>
                </a:solidFill>
                <a:latin typeface="Bitstream Charter"/>
                <a:ea typeface="Bitstream Charter"/>
                <a:cs typeface="Bitstream Charter"/>
              </a:rPr>
              <a:t>EXPECTED</a:t>
            </a:r>
          </a:p>
        </p:txBody>
      </p:sp>
      <p:sp>
        <p:nvSpPr>
          <p:cNvPr id="22" name="">
            <a:extLst xmlns:a="http://schemas.openxmlformats.org/drawingml/2006/main">
              <a:ext uri="{FF2B5EF4-FFF2-40B4-BE49-F238E27FC236}">
                <a16:creationId xmlns:a16="http://schemas.microsoft.com/office/drawing/2014/main" id="{959B9A07-0CA0-4A6A-93D6-239325BD0627}"/>
              </a:ext>
            </a:extLst>
          </p:cNvPr>
          <p:cNvSpPr>
            <a:spLocks xmlns:a="http://schemas.openxmlformats.org/drawingml/2006/main" noGrp="1"/>
          </p:cNvSpPr>
          <p:nvPr/>
        </p:nvSpPr>
        <p:spPr>
          <a:xfrm xmlns:a="http://schemas.openxmlformats.org/drawingml/2006/main">
            <a:off x="7905750" y="51625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09233B"/>
                </a:solidFill>
                <a:latin typeface="Bitstream Charter"/>
                <a:ea typeface="Bitstream Charter"/>
                <a:cs typeface="Bitstream Charter"/>
              </a:defRPr>
            </a:pPr>
            <a:r>
              <a:rPr sz="1350" b="1">
                <a:solidFill>
                  <a:srgbClr val="09233B"/>
                </a:solidFill>
                <a:latin typeface="Bitstream Charter"/>
                <a:ea typeface="Bitstream Charter"/>
                <a:cs typeface="Bitstream Charter"/>
              </a:rPr>
              <a:t>Meena appears before Asha.</a:t>
            </a:r>
          </a:p>
        </p:txBody>
      </p:sp>
    </p:spTree>
    <p:extLst>
      <p:ext uri="{BB962C8B-B14F-4D97-AF65-F5344CB8AC3E}">
        <p14:creationId xmlns:p14="http://schemas.microsoft.com/office/powerpoint/2010/main" val="1130169390"/>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58CEB8F-6965-41BA-A880-AB63DE3BE36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286592E-BB34-4515-BC0A-DE8C1815E6FD}"/>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Add identity and Markdown checks</a:t>
            </a:r>
          </a:p>
        </p:txBody>
      </p:sp>
      <p:sp>
        <p:nvSpPr>
          <p:cNvPr id="3" name="">
            <a:extLst xmlns:a="http://schemas.openxmlformats.org/drawingml/2006/main">
              <a:ext uri="{FF2B5EF4-FFF2-40B4-BE49-F238E27FC236}">
                <a16:creationId xmlns:a16="http://schemas.microsoft.com/office/drawing/2014/main" id="{A87933FD-99A2-496C-B522-5A2F6AAB5207}"/>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A good notebook explains and verifies</a:t>
            </a:r>
          </a:p>
        </p:txBody>
      </p:sp>
      <p:sp>
        <p:nvSpPr>
          <p:cNvPr id="4" name="">
            <a:extLst xmlns:a="http://schemas.openxmlformats.org/drawingml/2006/main">
              <a:ext uri="{FF2B5EF4-FFF2-40B4-BE49-F238E27FC236}">
                <a16:creationId xmlns:a16="http://schemas.microsoft.com/office/drawing/2014/main" id="{BE821056-5454-43A6-B20E-055BDF47F928}"/>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89B5F42-22EE-4EB1-B0EB-90347D35CF85}"/>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05ED5AB3-5652-4AF3-8FD5-DAF0002BCAFC}"/>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52</a:t>
            </a:r>
          </a:p>
        </p:txBody>
      </p:sp>
      <p:sp>
        <p:nvSpPr>
          <p:cNvPr id="7" name="">
            <a:extLst xmlns:a="http://schemas.openxmlformats.org/drawingml/2006/main">
              <a:ext uri="{FF2B5EF4-FFF2-40B4-BE49-F238E27FC236}">
                <a16:creationId xmlns:a16="http://schemas.microsoft.com/office/drawing/2014/main" id="{BAD5006F-3DF7-4AB9-A0E5-9828A0583F94}"/>
              </a:ext>
            </a:extLst>
          </p:cNvPr>
          <p:cNvSpPr>
            <a:spLocks xmlns:a="http://schemas.openxmlformats.org/drawingml/2006/main" noGrp="1"/>
          </p:cNvSpPr>
          <p:nvPr/>
        </p:nvSpPr>
        <p:spPr>
          <a:xfrm xmlns:a="http://schemas.openxmlformats.org/drawingml/2006/main">
            <a:off x="704850" y="1581150"/>
            <a:ext cx="1428750" cy="304800"/>
          </a:xfrm>
          <a:prstGeom xmlns:a="http://schemas.openxmlformats.org/drawingml/2006/main" prst="roundRect">
            <a:avLst>
              <a:gd name="adj" fmla="val 25000"/>
            </a:avLst>
          </a:prstGeom>
          <a:solidFill xmlns:a="http://schemas.openxmlformats.org/drawingml/2006/main">
            <a:srgbClr val="2E74B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99F32E2-40FB-47F6-B769-B1E62EBB25F7}"/>
              </a:ext>
            </a:extLst>
          </p:cNvPr>
          <p:cNvSpPr>
            <a:spLocks xmlns:a="http://schemas.openxmlformats.org/drawingml/2006/main" noGrp="1"/>
          </p:cNvSpPr>
          <p:nvPr/>
        </p:nvSpPr>
        <p:spPr>
          <a:xfrm xmlns:a="http://schemas.openxmlformats.org/drawingml/2006/main">
            <a:off x="781050" y="1600200"/>
            <a:ext cx="1276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SIMPLE IDEA</a:t>
            </a:r>
          </a:p>
        </p:txBody>
      </p:sp>
      <p:sp>
        <p:nvSpPr>
          <p:cNvPr id="9" name="">
            <a:extLst xmlns:a="http://schemas.openxmlformats.org/drawingml/2006/main">
              <a:ext uri="{FF2B5EF4-FFF2-40B4-BE49-F238E27FC236}">
                <a16:creationId xmlns:a16="http://schemas.microsoft.com/office/drawing/2014/main" id="{F208B6E7-B7AB-4A2F-BEEE-1F6C8939ACDF}"/>
              </a:ext>
            </a:extLst>
          </p:cNvPr>
          <p:cNvSpPr>
            <a:spLocks xmlns:a="http://schemas.openxmlformats.org/drawingml/2006/main" noGrp="1"/>
          </p:cNvSpPr>
          <p:nvPr/>
        </p:nvSpPr>
        <p:spPr>
          <a:xfrm xmlns:a="http://schemas.openxmlformats.org/drawingml/2006/main">
            <a:off x="704850" y="1952625"/>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09233B"/>
                </a:solidFill>
                <a:latin typeface="Bitstream Charter"/>
                <a:ea typeface="Bitstream Charter"/>
                <a:cs typeface="Bitstream Charter"/>
              </a:defRPr>
            </a:pPr>
            <a:r>
              <a:rPr sz="2175" b="1">
                <a:solidFill>
                  <a:srgbClr val="09233B"/>
                </a:solidFill>
                <a:latin typeface="Bitstream Charter"/>
                <a:ea typeface="Bitstream Charter"/>
                <a:cs typeface="Bitstream Charter"/>
              </a:rPr>
              <a:t>Use SQL to confirm the user and namespace, then document the lab.</a:t>
            </a:r>
          </a:p>
        </p:txBody>
      </p:sp>
      <p:sp>
        <p:nvSpPr>
          <p:cNvPr id="10" name="">
            <a:extLst xmlns:a="http://schemas.openxmlformats.org/drawingml/2006/main">
              <a:ext uri="{FF2B5EF4-FFF2-40B4-BE49-F238E27FC236}">
                <a16:creationId xmlns:a16="http://schemas.microsoft.com/office/drawing/2014/main" id="{17F975E0-7D11-4326-9781-9844C24DF038}"/>
              </a:ext>
            </a:extLst>
          </p:cNvPr>
          <p:cNvSpPr>
            <a:spLocks xmlns:a="http://schemas.openxmlformats.org/drawingml/2006/main" noGrp="1"/>
          </p:cNvSpPr>
          <p:nvPr/>
        </p:nvSpPr>
        <p:spPr>
          <a:xfrm xmlns:a="http://schemas.openxmlformats.org/drawingml/2006/main">
            <a:off x="800100" y="3267075"/>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577FF69-94D5-4AF8-9268-F01501EDE931}"/>
              </a:ext>
            </a:extLst>
          </p:cNvPr>
          <p:cNvSpPr>
            <a:spLocks xmlns:a="http://schemas.openxmlformats.org/drawingml/2006/main" noGrp="1"/>
          </p:cNvSpPr>
          <p:nvPr/>
        </p:nvSpPr>
        <p:spPr>
          <a:xfrm xmlns:a="http://schemas.openxmlformats.org/drawingml/2006/main">
            <a:off x="1095375" y="31908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current_user() shows the logged-in identity.</a:t>
            </a:r>
          </a:p>
        </p:txBody>
      </p:sp>
      <p:sp>
        <p:nvSpPr>
          <p:cNvPr id="12" name="">
            <a:extLst xmlns:a="http://schemas.openxmlformats.org/drawingml/2006/main">
              <a:ext uri="{FF2B5EF4-FFF2-40B4-BE49-F238E27FC236}">
                <a16:creationId xmlns:a16="http://schemas.microsoft.com/office/drawing/2014/main" id="{BD54EF58-12E9-4F5D-8852-AA8BBE4C4F6D}"/>
              </a:ext>
            </a:extLst>
          </p:cNvPr>
          <p:cNvSpPr>
            <a:spLocks xmlns:a="http://schemas.openxmlformats.org/drawingml/2006/main" noGrp="1"/>
          </p:cNvSpPr>
          <p:nvPr/>
        </p:nvSpPr>
        <p:spPr>
          <a:xfrm xmlns:a="http://schemas.openxmlformats.org/drawingml/2006/main">
            <a:off x="800100" y="3848100"/>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C6BCF63-B1BA-454B-9FDD-12778B20FD94}"/>
              </a:ext>
            </a:extLst>
          </p:cNvPr>
          <p:cNvSpPr>
            <a:spLocks xmlns:a="http://schemas.openxmlformats.org/drawingml/2006/main" noGrp="1"/>
          </p:cNvSpPr>
          <p:nvPr/>
        </p:nvSpPr>
        <p:spPr>
          <a:xfrm xmlns:a="http://schemas.openxmlformats.org/drawingml/2006/main">
            <a:off x="1095375" y="37719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current_catalog() and current_schema() show context.</a:t>
            </a:r>
          </a:p>
        </p:txBody>
      </p:sp>
      <p:sp>
        <p:nvSpPr>
          <p:cNvPr id="14" name="">
            <a:extLst xmlns:a="http://schemas.openxmlformats.org/drawingml/2006/main">
              <a:ext uri="{FF2B5EF4-FFF2-40B4-BE49-F238E27FC236}">
                <a16:creationId xmlns:a16="http://schemas.microsoft.com/office/drawing/2014/main" id="{85076A3A-04C9-499C-BF26-2B7E0326C434}"/>
              </a:ext>
            </a:extLst>
          </p:cNvPr>
          <p:cNvSpPr>
            <a:spLocks xmlns:a="http://schemas.openxmlformats.org/drawingml/2006/main" noGrp="1"/>
          </p:cNvSpPr>
          <p:nvPr/>
        </p:nvSpPr>
        <p:spPr>
          <a:xfrm xmlns:a="http://schemas.openxmlformats.org/drawingml/2006/main">
            <a:off x="800100" y="4429125"/>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A9197CD-D2DA-4CD5-A0A0-ED5B0FF9EF86}"/>
              </a:ext>
            </a:extLst>
          </p:cNvPr>
          <p:cNvSpPr>
            <a:spLocks xmlns:a="http://schemas.openxmlformats.org/drawingml/2006/main" noGrp="1"/>
          </p:cNvSpPr>
          <p:nvPr/>
        </p:nvSpPr>
        <p:spPr>
          <a:xfrm xmlns:a="http://schemas.openxmlformats.org/drawingml/2006/main">
            <a:off x="1095375" y="43529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%md creates a readable title and objective.</a:t>
            </a:r>
          </a:p>
        </p:txBody>
      </p:sp>
      <p:sp>
        <p:nvSpPr>
          <p:cNvPr id="16" name="">
            <a:extLst xmlns:a="http://schemas.openxmlformats.org/drawingml/2006/main">
              <a:ext uri="{FF2B5EF4-FFF2-40B4-BE49-F238E27FC236}">
                <a16:creationId xmlns:a16="http://schemas.microsoft.com/office/drawing/2014/main" id="{E52C0EF7-A836-4C23-BC5E-D34251A476F0}"/>
              </a:ext>
            </a:extLst>
          </p:cNvPr>
          <p:cNvSpPr>
            <a:spLocks xmlns:a="http://schemas.openxmlformats.org/drawingml/2006/main" noGrp="1"/>
          </p:cNvSpPr>
          <p:nvPr/>
        </p:nvSpPr>
        <p:spPr>
          <a:xfrm xmlns:a="http://schemas.openxmlformats.org/drawingml/2006/main">
            <a:off x="800100" y="5010150"/>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8A89702-7C47-4906-ADA8-7FE759E82608}"/>
              </a:ext>
            </a:extLst>
          </p:cNvPr>
          <p:cNvSpPr>
            <a:spLocks xmlns:a="http://schemas.openxmlformats.org/drawingml/2006/main" noGrp="1"/>
          </p:cNvSpPr>
          <p:nvPr/>
        </p:nvSpPr>
        <p:spPr>
          <a:xfrm xmlns:a="http://schemas.openxmlformats.org/drawingml/2006/main">
            <a:off x="1095375" y="49339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Do not put credentials in a notebook.</a:t>
            </a:r>
          </a:p>
        </p:txBody>
      </p:sp>
      <p:sp>
        <p:nvSpPr>
          <p:cNvPr id="18" name="">
            <a:extLst xmlns:a="http://schemas.openxmlformats.org/drawingml/2006/main">
              <a:ext uri="{FF2B5EF4-FFF2-40B4-BE49-F238E27FC236}">
                <a16:creationId xmlns:a16="http://schemas.microsoft.com/office/drawing/2014/main" id="{36414248-9167-4256-AD00-9E902AD816AE}"/>
              </a:ext>
            </a:extLst>
          </p:cNvPr>
          <p:cNvSpPr>
            <a:spLocks xmlns:a="http://schemas.openxmlformats.org/drawingml/2006/main" noGrp="1"/>
          </p:cNvSpPr>
          <p:nvPr/>
        </p:nvSpPr>
        <p:spPr>
          <a:xfrm xmlns:a="http://schemas.openxmlformats.org/drawingml/2006/main">
            <a:off x="7667625" y="1714500"/>
            <a:ext cx="3714750" cy="3238500"/>
          </a:xfrm>
          <a:prstGeom xmlns:a="http://schemas.openxmlformats.org/drawingml/2006/main" prst="roundRect">
            <a:avLst>
              <a:gd name="adj" fmla="val 2353"/>
            </a:avLst>
          </a:prstGeom>
          <a:solidFill xmlns:a="http://schemas.openxmlformats.org/drawingml/2006/main">
            <a:srgbClr val="F5F8FA"/>
          </a:solidFill>
          <a:ln xmlns:a="http://schemas.openxmlformats.org/drawingml/2006/main" w="9525">
            <a:solidFill>
              <a:srgbClr val="D5DEE6"/>
            </a:solidFill>
          </a:ln>
        </p:spPr>
      </p:sp>
      <p:sp>
        <p:nvSpPr>
          <p:cNvPr id="19" name="">
            <a:extLst xmlns:a="http://schemas.openxmlformats.org/drawingml/2006/main">
              <a:ext uri="{FF2B5EF4-FFF2-40B4-BE49-F238E27FC236}">
                <a16:creationId xmlns:a16="http://schemas.microsoft.com/office/drawing/2014/main" id="{68D29B7D-F663-4A50-99B1-05B22968EF5E}"/>
              </a:ext>
            </a:extLst>
          </p:cNvPr>
          <p:cNvSpPr>
            <a:spLocks xmlns:a="http://schemas.openxmlformats.org/drawingml/2006/main" noGrp="1"/>
          </p:cNvSpPr>
          <p:nvPr/>
        </p:nvSpPr>
        <p:spPr>
          <a:xfrm xmlns:a="http://schemas.openxmlformats.org/drawingml/2006/main">
            <a:off x="7667625" y="1714500"/>
            <a:ext cx="85725" cy="3238500"/>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9649851-43FE-484F-BD83-5E7686EA3759}"/>
              </a:ext>
            </a:extLst>
          </p:cNvPr>
          <p:cNvSpPr>
            <a:spLocks xmlns:a="http://schemas.openxmlformats.org/drawingml/2006/main" noGrp="1"/>
          </p:cNvSpPr>
          <p:nvPr/>
        </p:nvSpPr>
        <p:spPr>
          <a:xfrm xmlns:a="http://schemas.openxmlformats.org/drawingml/2006/main">
            <a:off x="7905750" y="1847850"/>
            <a:ext cx="328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Example</a:t>
            </a:r>
          </a:p>
        </p:txBody>
      </p:sp>
      <p:sp>
        <p:nvSpPr>
          <p:cNvPr id="21" name="">
            <a:extLst xmlns:a="http://schemas.openxmlformats.org/drawingml/2006/main">
              <a:ext uri="{FF2B5EF4-FFF2-40B4-BE49-F238E27FC236}">
                <a16:creationId xmlns:a16="http://schemas.microsoft.com/office/drawing/2014/main" id="{58BB3A90-0FDE-4D85-9596-19B95092C246}"/>
              </a:ext>
            </a:extLst>
          </p:cNvPr>
          <p:cNvSpPr>
            <a:spLocks xmlns:a="http://schemas.openxmlformats.org/drawingml/2006/main" noGrp="1"/>
          </p:cNvSpPr>
          <p:nvPr/>
        </p:nvSpPr>
        <p:spPr>
          <a:xfrm xmlns:a="http://schemas.openxmlformats.org/drawingml/2006/main">
            <a:off x="7905750" y="2219325"/>
            <a:ext cx="3286125" cy="2609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Troubleshooting starts with identity, compute, session and exact object name.</a:t>
            </a:r>
          </a:p>
        </p:txBody>
      </p:sp>
      <p:sp>
        <p:nvSpPr>
          <p:cNvPr id="22" name="">
            <a:extLst xmlns:a="http://schemas.openxmlformats.org/drawingml/2006/main">
              <a:ext uri="{FF2B5EF4-FFF2-40B4-BE49-F238E27FC236}">
                <a16:creationId xmlns:a16="http://schemas.microsoft.com/office/drawing/2014/main" id="{51D54A8F-E048-445B-BDEC-19BF1982841B}"/>
              </a:ext>
            </a:extLst>
          </p:cNvPr>
          <p:cNvSpPr>
            <a:spLocks xmlns:a="http://schemas.openxmlformats.org/drawingml/2006/main" noGrp="1"/>
          </p:cNvSpPr>
          <p:nvPr/>
        </p:nvSpPr>
        <p:spPr>
          <a:xfrm xmlns:a="http://schemas.openxmlformats.org/drawingml/2006/main">
            <a:off x="7810500" y="5238750"/>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5D6A76"/>
                </a:solidFill>
                <a:latin typeface="Bitstream Charter"/>
                <a:ea typeface="Bitstream Charter"/>
                <a:cs typeface="Bitstream Charter"/>
              </a:defRPr>
            </a:pPr>
            <a:r>
              <a:rPr sz="1200" b="1">
                <a:solidFill>
                  <a:srgbClr val="5D6A76"/>
                </a:solidFill>
                <a:latin typeface="Bitstream Charter"/>
                <a:ea typeface="Bitstream Charter"/>
                <a:cs typeface="Bitstream Charter"/>
              </a:rPr>
              <a:t>Ask learners to explain this in their own words.</a:t>
            </a:r>
          </a:p>
        </p:txBody>
      </p:sp>
    </p:spTree>
    <p:extLst>
      <p:ext uri="{BB962C8B-B14F-4D97-AF65-F5344CB8AC3E}">
        <p14:creationId xmlns:p14="http://schemas.microsoft.com/office/powerpoint/2010/main" val="566356466"/>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AD1E54B-385D-42A7-8ED9-2EF6DC1C3CF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72C0180-EAFE-42DC-BD08-917E52208279}"/>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Create the order data</a:t>
            </a:r>
          </a:p>
        </p:txBody>
      </p:sp>
      <p:sp>
        <p:nvSpPr>
          <p:cNvPr id="3" name="">
            <a:extLst xmlns:a="http://schemas.openxmlformats.org/drawingml/2006/main">
              <a:ext uri="{FF2B5EF4-FFF2-40B4-BE49-F238E27FC236}">
                <a16:creationId xmlns:a16="http://schemas.microsoft.com/office/drawing/2014/main" id="{14DFA55F-6DA9-4891-A59F-01EB7642E29A}"/>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Return to the retail story</a:t>
            </a:r>
          </a:p>
        </p:txBody>
      </p:sp>
      <p:sp>
        <p:nvSpPr>
          <p:cNvPr id="4" name="">
            <a:extLst xmlns:a="http://schemas.openxmlformats.org/drawingml/2006/main">
              <a:ext uri="{FF2B5EF4-FFF2-40B4-BE49-F238E27FC236}">
                <a16:creationId xmlns:a16="http://schemas.microsoft.com/office/drawing/2014/main" id="{0416F9F5-455D-4E92-AE95-CC1B1353E610}"/>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E0DF26D-BB4C-415E-BC4E-74BF3ACC4045}"/>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4B705C62-A063-4CC8-8733-247AF1B161C6}"/>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53</a:t>
            </a:r>
          </a:p>
        </p:txBody>
      </p:sp>
      <p:sp>
        <p:nvSpPr>
          <p:cNvPr id="7" name="">
            <a:extLst xmlns:a="http://schemas.openxmlformats.org/drawingml/2006/main">
              <a:ext uri="{FF2B5EF4-FFF2-40B4-BE49-F238E27FC236}">
                <a16:creationId xmlns:a16="http://schemas.microsoft.com/office/drawing/2014/main" id="{468FEFFD-A10A-422F-A1CF-B1D7787918DA}"/>
              </a:ext>
            </a:extLst>
          </p:cNvPr>
          <p:cNvSpPr>
            <a:spLocks xmlns:a="http://schemas.openxmlformats.org/drawingml/2006/main" noGrp="1"/>
          </p:cNvSpPr>
          <p:nvPr/>
        </p:nvSpPr>
        <p:spPr>
          <a:xfrm xmlns:a="http://schemas.openxmlformats.org/drawingml/2006/main">
            <a:off x="666750" y="1619250"/>
            <a:ext cx="1000125" cy="304800"/>
          </a:xfrm>
          <a:prstGeom xmlns:a="http://schemas.openxmlformats.org/drawingml/2006/main" prst="roundRect">
            <a:avLst>
              <a:gd name="adj" fmla="val 25000"/>
            </a:avLst>
          </a:prstGeom>
          <a:solidFill xmlns:a="http://schemas.openxmlformats.org/drawingml/2006/main">
            <a:srgbClr val="2E74B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CEF3672-2D1E-4F55-843D-8D4A7E5151F6}"/>
              </a:ext>
            </a:extLst>
          </p:cNvPr>
          <p:cNvSpPr>
            <a:spLocks xmlns:a="http://schemas.openxmlformats.org/drawingml/2006/main" noGrp="1"/>
          </p:cNvSpPr>
          <p:nvPr/>
        </p:nvSpPr>
        <p:spPr>
          <a:xfrm xmlns:a="http://schemas.openxmlformats.org/drawingml/2006/main">
            <a:off x="742950" y="1638300"/>
            <a:ext cx="8477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CODE</a:t>
            </a:r>
          </a:p>
        </p:txBody>
      </p:sp>
      <p:sp>
        <p:nvSpPr>
          <p:cNvPr id="9" name="">
            <a:extLst xmlns:a="http://schemas.openxmlformats.org/drawingml/2006/main">
              <a:ext uri="{FF2B5EF4-FFF2-40B4-BE49-F238E27FC236}">
                <a16:creationId xmlns:a16="http://schemas.microsoft.com/office/drawing/2014/main" id="{07172DF9-546B-41DF-9085-1BE8EE79E424}"/>
              </a:ext>
            </a:extLst>
          </p:cNvPr>
          <p:cNvSpPr>
            <a:spLocks xmlns:a="http://schemas.openxmlformats.org/drawingml/2006/main" noGrp="1"/>
          </p:cNvSpPr>
          <p:nvPr/>
        </p:nvSpPr>
        <p:spPr>
          <a:xfrm xmlns:a="http://schemas.openxmlformats.org/drawingml/2006/main">
            <a:off x="666750" y="2000250"/>
            <a:ext cx="6667500" cy="3333750"/>
          </a:xfrm>
          <a:prstGeom xmlns:a="http://schemas.openxmlformats.org/drawingml/2006/main" prst="roundRect">
            <a:avLst>
              <a:gd name="adj" fmla="val 2286"/>
            </a:avLst>
          </a:prstGeom>
          <a:solidFill xmlns:a="http://schemas.openxmlformats.org/drawingml/2006/main">
            <a:srgbClr val="EEF2F6"/>
          </a:solidFill>
          <a:ln xmlns:a="http://schemas.openxmlformats.org/drawingml/2006/main" w="9525">
            <a:solidFill>
              <a:srgbClr val="D5DEE6"/>
            </a:solidFill>
          </a:ln>
        </p:spPr>
      </p:sp>
      <p:sp>
        <p:nvSpPr>
          <p:cNvPr id="10" name="">
            <a:extLst xmlns:a="http://schemas.openxmlformats.org/drawingml/2006/main">
              <a:ext uri="{FF2B5EF4-FFF2-40B4-BE49-F238E27FC236}">
                <a16:creationId xmlns:a16="http://schemas.microsoft.com/office/drawing/2014/main" id="{9EA2AFC7-CABE-4DA6-8914-B865BC1BE88F}"/>
              </a:ext>
            </a:extLst>
          </p:cNvPr>
          <p:cNvSpPr>
            <a:spLocks xmlns:a="http://schemas.openxmlformats.org/drawingml/2006/main" noGrp="1"/>
          </p:cNvSpPr>
          <p:nvPr/>
        </p:nvSpPr>
        <p:spPr>
          <a:xfrm xmlns:a="http://schemas.openxmlformats.org/drawingml/2006/main">
            <a:off x="876300" y="2143125"/>
            <a:ext cx="62484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from pyspark.sql import functions as F</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orders = [</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 ('O101','Laptop',1,60000.0),</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 ('O102','Mouse',2,800.0),</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 ('O103','Keyboard',3,1500.0)</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columns=['order_id','product','quantity','unit_price']</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orders_df=spark.createDataFrame(orders,columns)</a:t>
            </a:r>
          </a:p>
        </p:txBody>
      </p:sp>
      <p:sp>
        <p:nvSpPr>
          <p:cNvPr id="11" name="">
            <a:extLst xmlns:a="http://schemas.openxmlformats.org/drawingml/2006/main">
              <a:ext uri="{FF2B5EF4-FFF2-40B4-BE49-F238E27FC236}">
                <a16:creationId xmlns:a16="http://schemas.microsoft.com/office/drawing/2014/main" id="{BFBD8164-8F39-4597-9ABE-76B8DD4CC814}"/>
              </a:ext>
            </a:extLst>
          </p:cNvPr>
          <p:cNvSpPr>
            <a:spLocks xmlns:a="http://schemas.openxmlformats.org/drawingml/2006/main" noGrp="1"/>
          </p:cNvSpPr>
          <p:nvPr/>
        </p:nvSpPr>
        <p:spPr>
          <a:xfrm xmlns:a="http://schemas.openxmlformats.org/drawingml/2006/main">
            <a:off x="7762875" y="17145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09233B"/>
                </a:solidFill>
                <a:latin typeface="Bitstream Charter"/>
                <a:ea typeface="Bitstream Charter"/>
                <a:cs typeface="Bitstream Charter"/>
              </a:defRPr>
            </a:pPr>
            <a:r>
              <a:rPr sz="1725" b="1">
                <a:solidFill>
                  <a:srgbClr val="09233B"/>
                </a:solidFill>
                <a:latin typeface="Bitstream Charter"/>
                <a:ea typeface="Bitstream Charter"/>
                <a:cs typeface="Bitstream Charter"/>
              </a:rPr>
              <a:t>Read it line by line</a:t>
            </a:r>
          </a:p>
        </p:txBody>
      </p:sp>
      <p:sp>
        <p:nvSpPr>
          <p:cNvPr id="12" name="">
            <a:extLst xmlns:a="http://schemas.openxmlformats.org/drawingml/2006/main">
              <a:ext uri="{FF2B5EF4-FFF2-40B4-BE49-F238E27FC236}">
                <a16:creationId xmlns:a16="http://schemas.microsoft.com/office/drawing/2014/main" id="{2EE14FB7-3EC9-424B-8B9C-372D969E9FD4}"/>
              </a:ext>
            </a:extLst>
          </p:cNvPr>
          <p:cNvSpPr>
            <a:spLocks xmlns:a="http://schemas.openxmlformats.org/drawingml/2006/main" noGrp="1"/>
          </p:cNvSpPr>
          <p:nvPr/>
        </p:nvSpPr>
        <p:spPr>
          <a:xfrm xmlns:a="http://schemas.openxmlformats.org/drawingml/2006/main">
            <a:off x="7810500" y="236220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2392E3E-3C04-4FC1-A178-1A0649080543}"/>
              </a:ext>
            </a:extLst>
          </p:cNvPr>
          <p:cNvSpPr>
            <a:spLocks xmlns:a="http://schemas.openxmlformats.org/drawingml/2006/main" noGrp="1"/>
          </p:cNvSpPr>
          <p:nvPr/>
        </p:nvSpPr>
        <p:spPr>
          <a:xfrm xmlns:a="http://schemas.openxmlformats.org/drawingml/2006/main">
            <a:off x="8096250" y="22860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Import Spark functions.</a:t>
            </a:r>
          </a:p>
        </p:txBody>
      </p:sp>
      <p:sp>
        <p:nvSpPr>
          <p:cNvPr id="14" name="">
            <a:extLst xmlns:a="http://schemas.openxmlformats.org/drawingml/2006/main">
              <a:ext uri="{FF2B5EF4-FFF2-40B4-BE49-F238E27FC236}">
                <a16:creationId xmlns:a16="http://schemas.microsoft.com/office/drawing/2014/main" id="{2180050A-FAC1-4FD6-BA1B-747F7B21F1B6}"/>
              </a:ext>
            </a:extLst>
          </p:cNvPr>
          <p:cNvSpPr>
            <a:spLocks xmlns:a="http://schemas.openxmlformats.org/drawingml/2006/main" noGrp="1"/>
          </p:cNvSpPr>
          <p:nvPr/>
        </p:nvSpPr>
        <p:spPr>
          <a:xfrm xmlns:a="http://schemas.openxmlformats.org/drawingml/2006/main">
            <a:off x="7810500" y="295275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7D92E4E-F6A6-4D13-9E9E-EA5E7FF1EED1}"/>
              </a:ext>
            </a:extLst>
          </p:cNvPr>
          <p:cNvSpPr>
            <a:spLocks xmlns:a="http://schemas.openxmlformats.org/drawingml/2006/main" noGrp="1"/>
          </p:cNvSpPr>
          <p:nvPr/>
        </p:nvSpPr>
        <p:spPr>
          <a:xfrm xmlns:a="http://schemas.openxmlformats.org/drawingml/2006/main">
            <a:off x="8096250" y="28765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Create three visible rows.</a:t>
            </a:r>
          </a:p>
        </p:txBody>
      </p:sp>
      <p:sp>
        <p:nvSpPr>
          <p:cNvPr id="16" name="">
            <a:extLst xmlns:a="http://schemas.openxmlformats.org/drawingml/2006/main">
              <a:ext uri="{FF2B5EF4-FFF2-40B4-BE49-F238E27FC236}">
                <a16:creationId xmlns:a16="http://schemas.microsoft.com/office/drawing/2014/main" id="{211E7BF8-BE36-4D05-B5AB-3F15AFBECC99}"/>
              </a:ext>
            </a:extLst>
          </p:cNvPr>
          <p:cNvSpPr>
            <a:spLocks xmlns:a="http://schemas.openxmlformats.org/drawingml/2006/main" noGrp="1"/>
          </p:cNvSpPr>
          <p:nvPr/>
        </p:nvSpPr>
        <p:spPr>
          <a:xfrm xmlns:a="http://schemas.openxmlformats.org/drawingml/2006/main">
            <a:off x="7810500" y="354330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7768589-0FA9-4E55-A22C-204C84F7FF39}"/>
              </a:ext>
            </a:extLst>
          </p:cNvPr>
          <p:cNvSpPr>
            <a:spLocks xmlns:a="http://schemas.openxmlformats.org/drawingml/2006/main" noGrp="1"/>
          </p:cNvSpPr>
          <p:nvPr/>
        </p:nvSpPr>
        <p:spPr>
          <a:xfrm xmlns:a="http://schemas.openxmlformats.org/drawingml/2006/main">
            <a:off x="8096250" y="34671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Assign four column names.</a:t>
            </a:r>
          </a:p>
        </p:txBody>
      </p:sp>
      <p:sp>
        <p:nvSpPr>
          <p:cNvPr id="18" name="">
            <a:extLst xmlns:a="http://schemas.openxmlformats.org/drawingml/2006/main">
              <a:ext uri="{FF2B5EF4-FFF2-40B4-BE49-F238E27FC236}">
                <a16:creationId xmlns:a16="http://schemas.microsoft.com/office/drawing/2014/main" id="{70591E42-E73D-4AF2-9E7A-BCFA5B9A27FF}"/>
              </a:ext>
            </a:extLst>
          </p:cNvPr>
          <p:cNvSpPr>
            <a:spLocks xmlns:a="http://schemas.openxmlformats.org/drawingml/2006/main" noGrp="1"/>
          </p:cNvSpPr>
          <p:nvPr/>
        </p:nvSpPr>
        <p:spPr>
          <a:xfrm xmlns:a="http://schemas.openxmlformats.org/drawingml/2006/main">
            <a:off x="7810500" y="413385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61BEC87-D331-4B49-846B-18EE9EBD2788}"/>
              </a:ext>
            </a:extLst>
          </p:cNvPr>
          <p:cNvSpPr>
            <a:spLocks xmlns:a="http://schemas.openxmlformats.org/drawingml/2006/main" noGrp="1"/>
          </p:cNvSpPr>
          <p:nvPr/>
        </p:nvSpPr>
        <p:spPr>
          <a:xfrm xmlns:a="http://schemas.openxmlformats.org/drawingml/2006/main">
            <a:off x="8096250" y="40576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Create orders_df.</a:t>
            </a:r>
          </a:p>
        </p:txBody>
      </p:sp>
      <p:sp>
        <p:nvSpPr>
          <p:cNvPr id="20" name="">
            <a:extLst xmlns:a="http://schemas.openxmlformats.org/drawingml/2006/main">
              <a:ext uri="{FF2B5EF4-FFF2-40B4-BE49-F238E27FC236}">
                <a16:creationId xmlns:a16="http://schemas.microsoft.com/office/drawing/2014/main" id="{8D943E6C-8F57-48A3-A4EC-B212AC4CD788}"/>
              </a:ext>
            </a:extLst>
          </p:cNvPr>
          <p:cNvSpPr>
            <a:spLocks xmlns:a="http://schemas.openxmlformats.org/drawingml/2006/main" noGrp="1"/>
          </p:cNvSpPr>
          <p:nvPr/>
        </p:nvSpPr>
        <p:spPr>
          <a:xfrm xmlns:a="http://schemas.openxmlformats.org/drawingml/2006/main">
            <a:off x="7667625" y="4762500"/>
            <a:ext cx="3714750" cy="904875"/>
          </a:xfrm>
          <a:prstGeom xmlns:a="http://schemas.openxmlformats.org/drawingml/2006/main" prst="roundRect">
            <a:avLst>
              <a:gd name="adj" fmla="val 8421"/>
            </a:avLst>
          </a:prstGeom>
          <a:solidFill xmlns:a="http://schemas.openxmlformats.org/drawingml/2006/main">
            <a:srgbClr val="ECF7F1"/>
          </a:solidFill>
          <a:ln xmlns:a="http://schemas.openxmlformats.org/drawingml/2006/main" w="9525">
            <a:solidFill>
              <a:srgbClr val="D5DEE6"/>
            </a:solidFill>
          </a:ln>
        </p:spPr>
      </p:sp>
      <p:sp>
        <p:nvSpPr>
          <p:cNvPr id="21" name="">
            <a:extLst xmlns:a="http://schemas.openxmlformats.org/drawingml/2006/main">
              <a:ext uri="{FF2B5EF4-FFF2-40B4-BE49-F238E27FC236}">
                <a16:creationId xmlns:a16="http://schemas.microsoft.com/office/drawing/2014/main" id="{0E66FE2D-FB58-4D32-BC31-CE12996AE7C7}"/>
              </a:ext>
            </a:extLst>
          </p:cNvPr>
          <p:cNvSpPr>
            <a:spLocks xmlns:a="http://schemas.openxmlformats.org/drawingml/2006/main" noGrp="1"/>
          </p:cNvSpPr>
          <p:nvPr/>
        </p:nvSpPr>
        <p:spPr>
          <a:xfrm xmlns:a="http://schemas.openxmlformats.org/drawingml/2006/main">
            <a:off x="7905750" y="4886325"/>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2F7D5A"/>
                </a:solidFill>
                <a:latin typeface="Bitstream Charter"/>
                <a:ea typeface="Bitstream Charter"/>
                <a:cs typeface="Bitstream Charter"/>
              </a:defRPr>
            </a:pPr>
            <a:r>
              <a:rPr sz="900" b="1">
                <a:solidFill>
                  <a:srgbClr val="2F7D5A"/>
                </a:solidFill>
                <a:latin typeface="Bitstream Charter"/>
                <a:ea typeface="Bitstream Charter"/>
                <a:cs typeface="Bitstream Charter"/>
              </a:rPr>
              <a:t>EXPECTED</a:t>
            </a:r>
          </a:p>
        </p:txBody>
      </p:sp>
      <p:sp>
        <p:nvSpPr>
          <p:cNvPr id="22" name="">
            <a:extLst xmlns:a="http://schemas.openxmlformats.org/drawingml/2006/main">
              <a:ext uri="{FF2B5EF4-FFF2-40B4-BE49-F238E27FC236}">
                <a16:creationId xmlns:a16="http://schemas.microsoft.com/office/drawing/2014/main" id="{036EFD9B-B4A9-483F-9795-3DD7797D628B}"/>
              </a:ext>
            </a:extLst>
          </p:cNvPr>
          <p:cNvSpPr>
            <a:spLocks xmlns:a="http://schemas.openxmlformats.org/drawingml/2006/main" noGrp="1"/>
          </p:cNvSpPr>
          <p:nvPr/>
        </p:nvSpPr>
        <p:spPr>
          <a:xfrm xmlns:a="http://schemas.openxmlformats.org/drawingml/2006/main">
            <a:off x="7905750" y="51625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09233B"/>
                </a:solidFill>
                <a:latin typeface="Bitstream Charter"/>
                <a:ea typeface="Bitstream Charter"/>
                <a:cs typeface="Bitstream Charter"/>
              </a:defRPr>
            </a:pPr>
            <a:r>
              <a:rPr sz="1350" b="1">
                <a:solidFill>
                  <a:srgbClr val="09233B"/>
                </a:solidFill>
                <a:latin typeface="Bitstream Charter"/>
                <a:ea typeface="Bitstream Charter"/>
                <a:cs typeface="Bitstream Charter"/>
              </a:rPr>
              <a:t>orders_df contains 3 rows.</a:t>
            </a:r>
          </a:p>
        </p:txBody>
      </p:sp>
    </p:spTree>
    <p:extLst>
      <p:ext uri="{BB962C8B-B14F-4D97-AF65-F5344CB8AC3E}">
        <p14:creationId xmlns:p14="http://schemas.microsoft.com/office/powerpoint/2010/main" val="515853304"/>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8863377-207B-49D7-BB66-437782FD393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01C43F2-4C16-4439-B964-659F9F533660}"/>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Calculate and inspect total_amount</a:t>
            </a:r>
          </a:p>
        </p:txBody>
      </p:sp>
      <p:sp>
        <p:nvSpPr>
          <p:cNvPr id="3" name="">
            <a:extLst xmlns:a="http://schemas.openxmlformats.org/drawingml/2006/main">
              <a:ext uri="{FF2B5EF4-FFF2-40B4-BE49-F238E27FC236}">
                <a16:creationId xmlns:a16="http://schemas.microsoft.com/office/drawing/2014/main" id="{561A5B94-DBB6-49D9-82AC-120301AB3809}"/>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Validate before writing</a:t>
            </a:r>
          </a:p>
        </p:txBody>
      </p:sp>
      <p:sp>
        <p:nvSpPr>
          <p:cNvPr id="4" name="">
            <a:extLst xmlns:a="http://schemas.openxmlformats.org/drawingml/2006/main">
              <a:ext uri="{FF2B5EF4-FFF2-40B4-BE49-F238E27FC236}">
                <a16:creationId xmlns:a16="http://schemas.microsoft.com/office/drawing/2014/main" id="{E4BC29B6-90AD-4E37-8C93-396B20F0727C}"/>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6B04A9C-4015-484E-BFFC-072D37A95A89}"/>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293329D9-5112-4F6F-9010-B7A6D696F277}"/>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54</a:t>
            </a:r>
          </a:p>
        </p:txBody>
      </p:sp>
      <p:sp>
        <p:nvSpPr>
          <p:cNvPr id="7" name="">
            <a:extLst xmlns:a="http://schemas.openxmlformats.org/drawingml/2006/main">
              <a:ext uri="{FF2B5EF4-FFF2-40B4-BE49-F238E27FC236}">
                <a16:creationId xmlns:a16="http://schemas.microsoft.com/office/drawing/2014/main" id="{458E9073-41C4-419D-9C33-9A2C3BADDB4E}"/>
              </a:ext>
            </a:extLst>
          </p:cNvPr>
          <p:cNvSpPr>
            <a:spLocks xmlns:a="http://schemas.openxmlformats.org/drawingml/2006/main" noGrp="1"/>
          </p:cNvSpPr>
          <p:nvPr/>
        </p:nvSpPr>
        <p:spPr>
          <a:xfrm xmlns:a="http://schemas.openxmlformats.org/drawingml/2006/main">
            <a:off x="666750" y="1619250"/>
            <a:ext cx="1000125" cy="304800"/>
          </a:xfrm>
          <a:prstGeom xmlns:a="http://schemas.openxmlformats.org/drawingml/2006/main" prst="roundRect">
            <a:avLst>
              <a:gd name="adj" fmla="val 25000"/>
            </a:avLst>
          </a:prstGeom>
          <a:solidFill xmlns:a="http://schemas.openxmlformats.org/drawingml/2006/main">
            <a:srgbClr val="2E74B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FED63EB-F9B0-4C7A-9B8C-36E5878F967D}"/>
              </a:ext>
            </a:extLst>
          </p:cNvPr>
          <p:cNvSpPr>
            <a:spLocks xmlns:a="http://schemas.openxmlformats.org/drawingml/2006/main" noGrp="1"/>
          </p:cNvSpPr>
          <p:nvPr/>
        </p:nvSpPr>
        <p:spPr>
          <a:xfrm xmlns:a="http://schemas.openxmlformats.org/drawingml/2006/main">
            <a:off x="742950" y="1638300"/>
            <a:ext cx="8477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CODE</a:t>
            </a:r>
          </a:p>
        </p:txBody>
      </p:sp>
      <p:sp>
        <p:nvSpPr>
          <p:cNvPr id="9" name="">
            <a:extLst xmlns:a="http://schemas.openxmlformats.org/drawingml/2006/main">
              <a:ext uri="{FF2B5EF4-FFF2-40B4-BE49-F238E27FC236}">
                <a16:creationId xmlns:a16="http://schemas.microsoft.com/office/drawing/2014/main" id="{E4D6D9D5-A8C0-4579-AB5A-269AEE8CA488}"/>
              </a:ext>
            </a:extLst>
          </p:cNvPr>
          <p:cNvSpPr>
            <a:spLocks xmlns:a="http://schemas.openxmlformats.org/drawingml/2006/main" noGrp="1"/>
          </p:cNvSpPr>
          <p:nvPr/>
        </p:nvSpPr>
        <p:spPr>
          <a:xfrm xmlns:a="http://schemas.openxmlformats.org/drawingml/2006/main">
            <a:off x="666750" y="2000250"/>
            <a:ext cx="6667500" cy="3333750"/>
          </a:xfrm>
          <a:prstGeom xmlns:a="http://schemas.openxmlformats.org/drawingml/2006/main" prst="roundRect">
            <a:avLst>
              <a:gd name="adj" fmla="val 2286"/>
            </a:avLst>
          </a:prstGeom>
          <a:solidFill xmlns:a="http://schemas.openxmlformats.org/drawingml/2006/main">
            <a:srgbClr val="EEF2F6"/>
          </a:solidFill>
          <a:ln xmlns:a="http://schemas.openxmlformats.org/drawingml/2006/main" w="9525">
            <a:solidFill>
              <a:srgbClr val="D5DEE6"/>
            </a:solidFill>
          </a:ln>
        </p:spPr>
      </p:sp>
      <p:sp>
        <p:nvSpPr>
          <p:cNvPr id="10" name="">
            <a:extLst xmlns:a="http://schemas.openxmlformats.org/drawingml/2006/main">
              <a:ext uri="{FF2B5EF4-FFF2-40B4-BE49-F238E27FC236}">
                <a16:creationId xmlns:a16="http://schemas.microsoft.com/office/drawing/2014/main" id="{48E7AB49-768E-488B-A6BE-6EBE4971C465}"/>
              </a:ext>
            </a:extLst>
          </p:cNvPr>
          <p:cNvSpPr>
            <a:spLocks xmlns:a="http://schemas.openxmlformats.org/drawingml/2006/main" noGrp="1"/>
          </p:cNvSpPr>
          <p:nvPr/>
        </p:nvSpPr>
        <p:spPr>
          <a:xfrm xmlns:a="http://schemas.openxmlformats.org/drawingml/2006/main">
            <a:off x="876300" y="2143125"/>
            <a:ext cx="62484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result_df = orders_df.withColumn(</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 'total_amount',</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 F.col('quantity') * F.col('unit_price')</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a:t>
            </a:r>
          </a:p>
          <a:p xmlns:a="http://schemas.openxmlformats.org/drawingml/2006/main">
            <a:r>
              <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display(result_df.orderBy(F.desc('total_amount')))</a:t>
            </a:r>
          </a:p>
        </p:txBody>
      </p:sp>
      <p:sp>
        <p:nvSpPr>
          <p:cNvPr id="11" name="">
            <a:extLst xmlns:a="http://schemas.openxmlformats.org/drawingml/2006/main">
              <a:ext uri="{FF2B5EF4-FFF2-40B4-BE49-F238E27FC236}">
                <a16:creationId xmlns:a16="http://schemas.microsoft.com/office/drawing/2014/main" id="{746EA001-FB73-45B6-9013-E181E32D4194}"/>
              </a:ext>
            </a:extLst>
          </p:cNvPr>
          <p:cNvSpPr>
            <a:spLocks xmlns:a="http://schemas.openxmlformats.org/drawingml/2006/main" noGrp="1"/>
          </p:cNvSpPr>
          <p:nvPr/>
        </p:nvSpPr>
        <p:spPr>
          <a:xfrm xmlns:a="http://schemas.openxmlformats.org/drawingml/2006/main">
            <a:off x="7762875" y="17145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09233B"/>
                </a:solidFill>
                <a:latin typeface="Bitstream Charter"/>
                <a:ea typeface="Bitstream Charter"/>
                <a:cs typeface="Bitstream Charter"/>
              </a:defRPr>
            </a:pPr>
            <a:r>
              <a:rPr sz="1725" b="1">
                <a:solidFill>
                  <a:srgbClr val="09233B"/>
                </a:solidFill>
                <a:latin typeface="Bitstream Charter"/>
                <a:ea typeface="Bitstream Charter"/>
                <a:cs typeface="Bitstream Charter"/>
              </a:rPr>
              <a:t>Read it line by line</a:t>
            </a:r>
          </a:p>
        </p:txBody>
      </p:sp>
      <p:sp>
        <p:nvSpPr>
          <p:cNvPr id="12" name="">
            <a:extLst xmlns:a="http://schemas.openxmlformats.org/drawingml/2006/main">
              <a:ext uri="{FF2B5EF4-FFF2-40B4-BE49-F238E27FC236}">
                <a16:creationId xmlns:a16="http://schemas.microsoft.com/office/drawing/2014/main" id="{42160A60-C35E-4DCA-A6BD-5D4A86B7039E}"/>
              </a:ext>
            </a:extLst>
          </p:cNvPr>
          <p:cNvSpPr>
            <a:spLocks xmlns:a="http://schemas.openxmlformats.org/drawingml/2006/main" noGrp="1"/>
          </p:cNvSpPr>
          <p:nvPr/>
        </p:nvSpPr>
        <p:spPr>
          <a:xfrm xmlns:a="http://schemas.openxmlformats.org/drawingml/2006/main">
            <a:off x="7810500" y="236220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B927838-87D6-4CDA-88DD-D83CE1DAA260}"/>
              </a:ext>
            </a:extLst>
          </p:cNvPr>
          <p:cNvSpPr>
            <a:spLocks xmlns:a="http://schemas.openxmlformats.org/drawingml/2006/main" noGrp="1"/>
          </p:cNvSpPr>
          <p:nvPr/>
        </p:nvSpPr>
        <p:spPr>
          <a:xfrm xmlns:a="http://schemas.openxmlformats.org/drawingml/2006/main">
            <a:off x="8096250" y="22860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withColumn defines the calculation.</a:t>
            </a:r>
          </a:p>
        </p:txBody>
      </p:sp>
      <p:sp>
        <p:nvSpPr>
          <p:cNvPr id="14" name="">
            <a:extLst xmlns:a="http://schemas.openxmlformats.org/drawingml/2006/main">
              <a:ext uri="{FF2B5EF4-FFF2-40B4-BE49-F238E27FC236}">
                <a16:creationId xmlns:a16="http://schemas.microsoft.com/office/drawing/2014/main" id="{0DC91CFB-AB98-4F98-8091-7EC3BD59EBE2}"/>
              </a:ext>
            </a:extLst>
          </p:cNvPr>
          <p:cNvSpPr>
            <a:spLocks xmlns:a="http://schemas.openxmlformats.org/drawingml/2006/main" noGrp="1"/>
          </p:cNvSpPr>
          <p:nvPr/>
        </p:nvSpPr>
        <p:spPr>
          <a:xfrm xmlns:a="http://schemas.openxmlformats.org/drawingml/2006/main">
            <a:off x="7810500" y="295275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09240A5-86FC-4343-9BEF-172D03073188}"/>
              </a:ext>
            </a:extLst>
          </p:cNvPr>
          <p:cNvSpPr>
            <a:spLocks xmlns:a="http://schemas.openxmlformats.org/drawingml/2006/main" noGrp="1"/>
          </p:cNvSpPr>
          <p:nvPr/>
        </p:nvSpPr>
        <p:spPr>
          <a:xfrm xmlns:a="http://schemas.openxmlformats.org/drawingml/2006/main">
            <a:off x="8096250" y="28765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03"/>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The original DataFrame remains available.</a:t>
            </a:r>
          </a:p>
        </p:txBody>
      </p:sp>
      <p:sp>
        <p:nvSpPr>
          <p:cNvPr id="16" name="">
            <a:extLst xmlns:a="http://schemas.openxmlformats.org/drawingml/2006/main">
              <a:ext uri="{FF2B5EF4-FFF2-40B4-BE49-F238E27FC236}">
                <a16:creationId xmlns:a16="http://schemas.microsoft.com/office/drawing/2014/main" id="{0BAD2D1B-1DDE-4872-9465-C90974124846}"/>
              </a:ext>
            </a:extLst>
          </p:cNvPr>
          <p:cNvSpPr>
            <a:spLocks xmlns:a="http://schemas.openxmlformats.org/drawingml/2006/main" noGrp="1"/>
          </p:cNvSpPr>
          <p:nvPr/>
        </p:nvSpPr>
        <p:spPr>
          <a:xfrm xmlns:a="http://schemas.openxmlformats.org/drawingml/2006/main">
            <a:off x="7810500" y="354330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DB3BE94-AEC5-455C-863B-6E35EFCCCF2F}"/>
              </a:ext>
            </a:extLst>
          </p:cNvPr>
          <p:cNvSpPr>
            <a:spLocks xmlns:a="http://schemas.openxmlformats.org/drawingml/2006/main" noGrp="1"/>
          </p:cNvSpPr>
          <p:nvPr/>
        </p:nvSpPr>
        <p:spPr>
          <a:xfrm xmlns:a="http://schemas.openxmlformats.org/drawingml/2006/main">
            <a:off x="8096250" y="34671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orderBy changes display order.</a:t>
            </a:r>
          </a:p>
        </p:txBody>
      </p:sp>
      <p:sp>
        <p:nvSpPr>
          <p:cNvPr id="18" name="">
            <a:extLst xmlns:a="http://schemas.openxmlformats.org/drawingml/2006/main">
              <a:ext uri="{FF2B5EF4-FFF2-40B4-BE49-F238E27FC236}">
                <a16:creationId xmlns:a16="http://schemas.microsoft.com/office/drawing/2014/main" id="{AEE9E628-F19B-406F-B06A-F61C1E885CEA}"/>
              </a:ext>
            </a:extLst>
          </p:cNvPr>
          <p:cNvSpPr>
            <a:spLocks xmlns:a="http://schemas.openxmlformats.org/drawingml/2006/main" noGrp="1"/>
          </p:cNvSpPr>
          <p:nvPr/>
        </p:nvSpPr>
        <p:spPr>
          <a:xfrm xmlns:a="http://schemas.openxmlformats.org/drawingml/2006/main">
            <a:off x="7810500" y="413385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3D72879-7CAA-4D99-9FD1-3DB9BA0680F9}"/>
              </a:ext>
            </a:extLst>
          </p:cNvPr>
          <p:cNvSpPr>
            <a:spLocks xmlns:a="http://schemas.openxmlformats.org/drawingml/2006/main" noGrp="1"/>
          </p:cNvSpPr>
          <p:nvPr/>
        </p:nvSpPr>
        <p:spPr>
          <a:xfrm xmlns:a="http://schemas.openxmlformats.org/drawingml/2006/main">
            <a:off x="8096250" y="40576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display triggers visible execution.</a:t>
            </a:r>
          </a:p>
        </p:txBody>
      </p:sp>
      <p:sp>
        <p:nvSpPr>
          <p:cNvPr id="20" name="">
            <a:extLst xmlns:a="http://schemas.openxmlformats.org/drawingml/2006/main">
              <a:ext uri="{FF2B5EF4-FFF2-40B4-BE49-F238E27FC236}">
                <a16:creationId xmlns:a16="http://schemas.microsoft.com/office/drawing/2014/main" id="{3206EE5F-1107-46EC-9616-09553BE3FD98}"/>
              </a:ext>
            </a:extLst>
          </p:cNvPr>
          <p:cNvSpPr>
            <a:spLocks xmlns:a="http://schemas.openxmlformats.org/drawingml/2006/main" noGrp="1"/>
          </p:cNvSpPr>
          <p:nvPr/>
        </p:nvSpPr>
        <p:spPr>
          <a:xfrm xmlns:a="http://schemas.openxmlformats.org/drawingml/2006/main">
            <a:off x="7667625" y="4762500"/>
            <a:ext cx="3714750" cy="904875"/>
          </a:xfrm>
          <a:prstGeom xmlns:a="http://schemas.openxmlformats.org/drawingml/2006/main" prst="roundRect">
            <a:avLst>
              <a:gd name="adj" fmla="val 8421"/>
            </a:avLst>
          </a:prstGeom>
          <a:solidFill xmlns:a="http://schemas.openxmlformats.org/drawingml/2006/main">
            <a:srgbClr val="ECF7F1"/>
          </a:solidFill>
          <a:ln xmlns:a="http://schemas.openxmlformats.org/drawingml/2006/main" w="9525">
            <a:solidFill>
              <a:srgbClr val="D5DEE6"/>
            </a:solidFill>
          </a:ln>
        </p:spPr>
      </p:sp>
      <p:sp>
        <p:nvSpPr>
          <p:cNvPr id="21" name="">
            <a:extLst xmlns:a="http://schemas.openxmlformats.org/drawingml/2006/main">
              <a:ext uri="{FF2B5EF4-FFF2-40B4-BE49-F238E27FC236}">
                <a16:creationId xmlns:a16="http://schemas.microsoft.com/office/drawing/2014/main" id="{97BDF682-2C6C-4F7A-BD5C-5720F9E522A4}"/>
              </a:ext>
            </a:extLst>
          </p:cNvPr>
          <p:cNvSpPr>
            <a:spLocks xmlns:a="http://schemas.openxmlformats.org/drawingml/2006/main" noGrp="1"/>
          </p:cNvSpPr>
          <p:nvPr/>
        </p:nvSpPr>
        <p:spPr>
          <a:xfrm xmlns:a="http://schemas.openxmlformats.org/drawingml/2006/main">
            <a:off x="7905750" y="4886325"/>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2F7D5A"/>
                </a:solidFill>
                <a:latin typeface="Bitstream Charter"/>
                <a:ea typeface="Bitstream Charter"/>
                <a:cs typeface="Bitstream Charter"/>
              </a:defRPr>
            </a:pPr>
            <a:r>
              <a:rPr sz="900" b="1">
                <a:solidFill>
                  <a:srgbClr val="2F7D5A"/>
                </a:solidFill>
                <a:latin typeface="Bitstream Charter"/>
                <a:ea typeface="Bitstream Charter"/>
                <a:cs typeface="Bitstream Charter"/>
              </a:rPr>
              <a:t>EXPECTED</a:t>
            </a:r>
          </a:p>
        </p:txBody>
      </p:sp>
      <p:sp>
        <p:nvSpPr>
          <p:cNvPr id="22" name="">
            <a:extLst xmlns:a="http://schemas.openxmlformats.org/drawingml/2006/main">
              <a:ext uri="{FF2B5EF4-FFF2-40B4-BE49-F238E27FC236}">
                <a16:creationId xmlns:a16="http://schemas.microsoft.com/office/drawing/2014/main" id="{9F35A739-1F22-4460-BBAC-00345282841F}"/>
              </a:ext>
            </a:extLst>
          </p:cNvPr>
          <p:cNvSpPr>
            <a:spLocks xmlns:a="http://schemas.openxmlformats.org/drawingml/2006/main" noGrp="1"/>
          </p:cNvSpPr>
          <p:nvPr/>
        </p:nvSpPr>
        <p:spPr>
          <a:xfrm xmlns:a="http://schemas.openxmlformats.org/drawingml/2006/main">
            <a:off x="7905750" y="51625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09233B"/>
                </a:solidFill>
                <a:latin typeface="Bitstream Charter"/>
                <a:ea typeface="Bitstream Charter"/>
                <a:cs typeface="Bitstream Charter"/>
              </a:defRPr>
            </a:pPr>
            <a:r>
              <a:rPr sz="1350" b="1">
                <a:solidFill>
                  <a:srgbClr val="09233B"/>
                </a:solidFill>
                <a:latin typeface="Bitstream Charter"/>
                <a:ea typeface="Bitstream Charter"/>
                <a:cs typeface="Bitstream Charter"/>
              </a:rPr>
              <a:t>O101 appears first with 60000.0.</a:t>
            </a:r>
          </a:p>
        </p:txBody>
      </p:sp>
    </p:spTree>
    <p:extLst>
      <p:ext uri="{BB962C8B-B14F-4D97-AF65-F5344CB8AC3E}">
        <p14:creationId xmlns:p14="http://schemas.microsoft.com/office/powerpoint/2010/main" val="5369214"/>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BB38289-3CCE-46E1-A5A0-99C523F2C5B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CA53E74-B631-4245-AC65-CFB885F61F5A}"/>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Publish the governed Delta table</a:t>
            </a:r>
          </a:p>
        </p:txBody>
      </p:sp>
      <p:sp>
        <p:nvSpPr>
          <p:cNvPr id="3" name="">
            <a:extLst xmlns:a="http://schemas.openxmlformats.org/drawingml/2006/main">
              <a:ext uri="{FF2B5EF4-FFF2-40B4-BE49-F238E27FC236}">
                <a16:creationId xmlns:a16="http://schemas.microsoft.com/office/drawing/2014/main" id="{DEC3F254-BE04-4A08-B78A-0688AAAA9B6D}"/>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Use the assigned three-level name</a:t>
            </a:r>
          </a:p>
        </p:txBody>
      </p:sp>
      <p:sp>
        <p:nvSpPr>
          <p:cNvPr id="4" name="">
            <a:extLst xmlns:a="http://schemas.openxmlformats.org/drawingml/2006/main">
              <a:ext uri="{FF2B5EF4-FFF2-40B4-BE49-F238E27FC236}">
                <a16:creationId xmlns:a16="http://schemas.microsoft.com/office/drawing/2014/main" id="{53DDCBDA-F9E2-4240-A56F-5AACE4DF4298}"/>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B17DD63-956B-4C31-91DF-947F2AF27CCA}"/>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CFFCFED1-61DC-45BE-9FEB-5F7D5FFC4622}"/>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55</a:t>
            </a:r>
          </a:p>
        </p:txBody>
      </p:sp>
      <p:sp>
        <p:nvSpPr>
          <p:cNvPr id="7" name="">
            <a:extLst xmlns:a="http://schemas.openxmlformats.org/drawingml/2006/main">
              <a:ext uri="{FF2B5EF4-FFF2-40B4-BE49-F238E27FC236}">
                <a16:creationId xmlns:a16="http://schemas.microsoft.com/office/drawing/2014/main" id="{C480434C-6CAF-4DA4-9BB1-71CC764A8012}"/>
              </a:ext>
            </a:extLst>
          </p:cNvPr>
          <p:cNvSpPr>
            <a:spLocks xmlns:a="http://schemas.openxmlformats.org/drawingml/2006/main" noGrp="1"/>
          </p:cNvSpPr>
          <p:nvPr/>
        </p:nvSpPr>
        <p:spPr>
          <a:xfrm xmlns:a="http://schemas.openxmlformats.org/drawingml/2006/main">
            <a:off x="666750" y="1619250"/>
            <a:ext cx="1000125" cy="304800"/>
          </a:xfrm>
          <a:prstGeom xmlns:a="http://schemas.openxmlformats.org/drawingml/2006/main" prst="roundRect">
            <a:avLst>
              <a:gd name="adj" fmla="val 25000"/>
            </a:avLst>
          </a:prstGeom>
          <a:solidFill xmlns:a="http://schemas.openxmlformats.org/drawingml/2006/main">
            <a:srgbClr val="2E74B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CFA4C1A-74CF-4267-842B-6339AEED684C}"/>
              </a:ext>
            </a:extLst>
          </p:cNvPr>
          <p:cNvSpPr>
            <a:spLocks xmlns:a="http://schemas.openxmlformats.org/drawingml/2006/main" noGrp="1"/>
          </p:cNvSpPr>
          <p:nvPr/>
        </p:nvSpPr>
        <p:spPr>
          <a:xfrm xmlns:a="http://schemas.openxmlformats.org/drawingml/2006/main">
            <a:off x="742950" y="1638300"/>
            <a:ext cx="8477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CODE</a:t>
            </a:r>
          </a:p>
        </p:txBody>
      </p:sp>
      <p:sp>
        <p:nvSpPr>
          <p:cNvPr id="9" name="">
            <a:extLst xmlns:a="http://schemas.openxmlformats.org/drawingml/2006/main">
              <a:ext uri="{FF2B5EF4-FFF2-40B4-BE49-F238E27FC236}">
                <a16:creationId xmlns:a16="http://schemas.microsoft.com/office/drawing/2014/main" id="{6878D580-7390-4F5D-9C69-5C21B04F4604}"/>
              </a:ext>
            </a:extLst>
          </p:cNvPr>
          <p:cNvSpPr>
            <a:spLocks xmlns:a="http://schemas.openxmlformats.org/drawingml/2006/main" noGrp="1"/>
          </p:cNvSpPr>
          <p:nvPr/>
        </p:nvSpPr>
        <p:spPr>
          <a:xfrm xmlns:a="http://schemas.openxmlformats.org/drawingml/2006/main">
            <a:off x="666750" y="2000250"/>
            <a:ext cx="6667500" cy="3333750"/>
          </a:xfrm>
          <a:prstGeom xmlns:a="http://schemas.openxmlformats.org/drawingml/2006/main" prst="roundRect">
            <a:avLst>
              <a:gd name="adj" fmla="val 2286"/>
            </a:avLst>
          </a:prstGeom>
          <a:solidFill xmlns:a="http://schemas.openxmlformats.org/drawingml/2006/main">
            <a:srgbClr val="EEF2F6"/>
          </a:solidFill>
          <a:ln xmlns:a="http://schemas.openxmlformats.org/drawingml/2006/main" w="9525">
            <a:solidFill>
              <a:srgbClr val="D5DEE6"/>
            </a:solidFill>
          </a:ln>
        </p:spPr>
      </p:sp>
      <p:sp>
        <p:nvSpPr>
          <p:cNvPr id="10" name="">
            <a:extLst xmlns:a="http://schemas.openxmlformats.org/drawingml/2006/main">
              <a:ext uri="{FF2B5EF4-FFF2-40B4-BE49-F238E27FC236}">
                <a16:creationId xmlns:a16="http://schemas.microsoft.com/office/drawing/2014/main" id="{F2F2B5E3-32EE-4C39-970F-F599F1EA3AA7}"/>
              </a:ext>
            </a:extLst>
          </p:cNvPr>
          <p:cNvSpPr>
            <a:spLocks xmlns:a="http://schemas.openxmlformats.org/drawingml/2006/main" noGrp="1"/>
          </p:cNvSpPr>
          <p:nvPr/>
        </p:nvSpPr>
        <p:spPr>
          <a:xfrm xmlns:a="http://schemas.openxmlformats.org/drawingml/2006/main">
            <a:off x="876300" y="2143125"/>
            <a:ext cx="62484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result_df.write \</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 .format('delta') \</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 .mode('overwrite') \</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 .saveAsTable('training_lab.student_01.orders')</a:t>
            </a:r>
          </a:p>
        </p:txBody>
      </p:sp>
      <p:sp>
        <p:nvSpPr>
          <p:cNvPr id="11" name="">
            <a:extLst xmlns:a="http://schemas.openxmlformats.org/drawingml/2006/main">
              <a:ext uri="{FF2B5EF4-FFF2-40B4-BE49-F238E27FC236}">
                <a16:creationId xmlns:a16="http://schemas.microsoft.com/office/drawing/2014/main" id="{7598739A-FA8A-4730-8A21-3E0C11B9E244}"/>
              </a:ext>
            </a:extLst>
          </p:cNvPr>
          <p:cNvSpPr>
            <a:spLocks xmlns:a="http://schemas.openxmlformats.org/drawingml/2006/main" noGrp="1"/>
          </p:cNvSpPr>
          <p:nvPr/>
        </p:nvSpPr>
        <p:spPr>
          <a:xfrm xmlns:a="http://schemas.openxmlformats.org/drawingml/2006/main">
            <a:off x="7762875" y="17145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09233B"/>
                </a:solidFill>
                <a:latin typeface="Bitstream Charter"/>
                <a:ea typeface="Bitstream Charter"/>
                <a:cs typeface="Bitstream Charter"/>
              </a:defRPr>
            </a:pPr>
            <a:r>
              <a:rPr sz="1725" b="1">
                <a:solidFill>
                  <a:srgbClr val="09233B"/>
                </a:solidFill>
                <a:latin typeface="Bitstream Charter"/>
                <a:ea typeface="Bitstream Charter"/>
                <a:cs typeface="Bitstream Charter"/>
              </a:rPr>
              <a:t>Read it line by line</a:t>
            </a:r>
          </a:p>
        </p:txBody>
      </p:sp>
      <p:sp>
        <p:nvSpPr>
          <p:cNvPr id="12" name="">
            <a:extLst xmlns:a="http://schemas.openxmlformats.org/drawingml/2006/main">
              <a:ext uri="{FF2B5EF4-FFF2-40B4-BE49-F238E27FC236}">
                <a16:creationId xmlns:a16="http://schemas.microsoft.com/office/drawing/2014/main" id="{02F8F413-2C12-487A-8EAE-C6FA319B3DB7}"/>
              </a:ext>
            </a:extLst>
          </p:cNvPr>
          <p:cNvSpPr>
            <a:spLocks xmlns:a="http://schemas.openxmlformats.org/drawingml/2006/main" noGrp="1"/>
          </p:cNvSpPr>
          <p:nvPr/>
        </p:nvSpPr>
        <p:spPr>
          <a:xfrm xmlns:a="http://schemas.openxmlformats.org/drawingml/2006/main">
            <a:off x="7810500" y="236220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5593C94-3F4C-4C43-9774-A13896162DBE}"/>
              </a:ext>
            </a:extLst>
          </p:cNvPr>
          <p:cNvSpPr>
            <a:spLocks xmlns:a="http://schemas.openxmlformats.org/drawingml/2006/main" noGrp="1"/>
          </p:cNvSpPr>
          <p:nvPr/>
        </p:nvSpPr>
        <p:spPr>
          <a:xfrm xmlns:a="http://schemas.openxmlformats.org/drawingml/2006/main">
            <a:off x="8096250" y="22860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Confirm the exact target first.</a:t>
            </a:r>
          </a:p>
        </p:txBody>
      </p:sp>
      <p:sp>
        <p:nvSpPr>
          <p:cNvPr id="14" name="">
            <a:extLst xmlns:a="http://schemas.openxmlformats.org/drawingml/2006/main">
              <a:ext uri="{FF2B5EF4-FFF2-40B4-BE49-F238E27FC236}">
                <a16:creationId xmlns:a16="http://schemas.microsoft.com/office/drawing/2014/main" id="{8C53492C-32F4-411B-95A1-2B821C93F0AA}"/>
              </a:ext>
            </a:extLst>
          </p:cNvPr>
          <p:cNvSpPr>
            <a:spLocks xmlns:a="http://schemas.openxmlformats.org/drawingml/2006/main" noGrp="1"/>
          </p:cNvSpPr>
          <p:nvPr/>
        </p:nvSpPr>
        <p:spPr>
          <a:xfrm xmlns:a="http://schemas.openxmlformats.org/drawingml/2006/main">
            <a:off x="7810500" y="295275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6A4A119-478D-443E-AFFF-7FEF700DC944}"/>
              </a:ext>
            </a:extLst>
          </p:cNvPr>
          <p:cNvSpPr>
            <a:spLocks xmlns:a="http://schemas.openxmlformats.org/drawingml/2006/main" noGrp="1"/>
          </p:cNvSpPr>
          <p:nvPr/>
        </p:nvSpPr>
        <p:spPr>
          <a:xfrm xmlns:a="http://schemas.openxmlformats.org/drawingml/2006/main">
            <a:off x="8096250" y="28765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891"/>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Replace student_01 with the assigned schema.</a:t>
            </a:r>
          </a:p>
        </p:txBody>
      </p:sp>
      <p:sp>
        <p:nvSpPr>
          <p:cNvPr id="16" name="">
            <a:extLst xmlns:a="http://schemas.openxmlformats.org/drawingml/2006/main">
              <a:ext uri="{FF2B5EF4-FFF2-40B4-BE49-F238E27FC236}">
                <a16:creationId xmlns:a16="http://schemas.microsoft.com/office/drawing/2014/main" id="{EE2CB3EB-0C96-4630-B81B-1AB45B4A20BC}"/>
              </a:ext>
            </a:extLst>
          </p:cNvPr>
          <p:cNvSpPr>
            <a:spLocks xmlns:a="http://schemas.openxmlformats.org/drawingml/2006/main" noGrp="1"/>
          </p:cNvSpPr>
          <p:nvPr/>
        </p:nvSpPr>
        <p:spPr>
          <a:xfrm xmlns:a="http://schemas.openxmlformats.org/drawingml/2006/main">
            <a:off x="7810500" y="354330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8FD2A59-2392-4440-B79D-719C70508F11}"/>
              </a:ext>
            </a:extLst>
          </p:cNvPr>
          <p:cNvSpPr>
            <a:spLocks xmlns:a="http://schemas.openxmlformats.org/drawingml/2006/main" noGrp="1"/>
          </p:cNvSpPr>
          <p:nvPr/>
        </p:nvSpPr>
        <p:spPr>
          <a:xfrm xmlns:a="http://schemas.openxmlformats.org/drawingml/2006/main">
            <a:off x="8096250" y="34671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762"/>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Overwrite is for this isolated rerunnable lab.</a:t>
            </a:r>
          </a:p>
        </p:txBody>
      </p:sp>
      <p:sp>
        <p:nvSpPr>
          <p:cNvPr id="18" name="">
            <a:extLst xmlns:a="http://schemas.openxmlformats.org/drawingml/2006/main">
              <a:ext uri="{FF2B5EF4-FFF2-40B4-BE49-F238E27FC236}">
                <a16:creationId xmlns:a16="http://schemas.microsoft.com/office/drawing/2014/main" id="{1874EE0B-BEF7-484D-B22A-7AF837F14F3A}"/>
              </a:ext>
            </a:extLst>
          </p:cNvPr>
          <p:cNvSpPr>
            <a:spLocks xmlns:a="http://schemas.openxmlformats.org/drawingml/2006/main" noGrp="1"/>
          </p:cNvSpPr>
          <p:nvPr/>
        </p:nvSpPr>
        <p:spPr>
          <a:xfrm xmlns:a="http://schemas.openxmlformats.org/drawingml/2006/main">
            <a:off x="7810500" y="413385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4E83DD2-99BA-4FE9-98A9-5AFC0010F0CC}"/>
              </a:ext>
            </a:extLst>
          </p:cNvPr>
          <p:cNvSpPr>
            <a:spLocks xmlns:a="http://schemas.openxmlformats.org/drawingml/2006/main" noGrp="1"/>
          </p:cNvSpPr>
          <p:nvPr/>
        </p:nvSpPr>
        <p:spPr>
          <a:xfrm xmlns:a="http://schemas.openxmlformats.org/drawingml/2006/main">
            <a:off x="8096250" y="40576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562"/>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Do not overwrite an unverified production target.</a:t>
            </a:r>
          </a:p>
        </p:txBody>
      </p:sp>
      <p:sp>
        <p:nvSpPr>
          <p:cNvPr id="20" name="">
            <a:extLst xmlns:a="http://schemas.openxmlformats.org/drawingml/2006/main">
              <a:ext uri="{FF2B5EF4-FFF2-40B4-BE49-F238E27FC236}">
                <a16:creationId xmlns:a16="http://schemas.microsoft.com/office/drawing/2014/main" id="{E1B4E8E4-C6B4-4E6D-9761-B6E4BA56BAD9}"/>
              </a:ext>
            </a:extLst>
          </p:cNvPr>
          <p:cNvSpPr>
            <a:spLocks xmlns:a="http://schemas.openxmlformats.org/drawingml/2006/main" noGrp="1"/>
          </p:cNvSpPr>
          <p:nvPr/>
        </p:nvSpPr>
        <p:spPr>
          <a:xfrm xmlns:a="http://schemas.openxmlformats.org/drawingml/2006/main">
            <a:off x="7667625" y="4762500"/>
            <a:ext cx="3714750" cy="904875"/>
          </a:xfrm>
          <a:prstGeom xmlns:a="http://schemas.openxmlformats.org/drawingml/2006/main" prst="roundRect">
            <a:avLst>
              <a:gd name="adj" fmla="val 8421"/>
            </a:avLst>
          </a:prstGeom>
          <a:solidFill xmlns:a="http://schemas.openxmlformats.org/drawingml/2006/main">
            <a:srgbClr val="ECF7F1"/>
          </a:solidFill>
          <a:ln xmlns:a="http://schemas.openxmlformats.org/drawingml/2006/main" w="9525">
            <a:solidFill>
              <a:srgbClr val="D5DEE6"/>
            </a:solidFill>
          </a:ln>
        </p:spPr>
      </p:sp>
      <p:sp>
        <p:nvSpPr>
          <p:cNvPr id="21" name="">
            <a:extLst xmlns:a="http://schemas.openxmlformats.org/drawingml/2006/main">
              <a:ext uri="{FF2B5EF4-FFF2-40B4-BE49-F238E27FC236}">
                <a16:creationId xmlns:a16="http://schemas.microsoft.com/office/drawing/2014/main" id="{71213B31-E242-403B-A5F2-26FA7561DAF4}"/>
              </a:ext>
            </a:extLst>
          </p:cNvPr>
          <p:cNvSpPr>
            <a:spLocks xmlns:a="http://schemas.openxmlformats.org/drawingml/2006/main" noGrp="1"/>
          </p:cNvSpPr>
          <p:nvPr/>
        </p:nvSpPr>
        <p:spPr>
          <a:xfrm xmlns:a="http://schemas.openxmlformats.org/drawingml/2006/main">
            <a:off x="7905750" y="4886325"/>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2F7D5A"/>
                </a:solidFill>
                <a:latin typeface="Bitstream Charter"/>
                <a:ea typeface="Bitstream Charter"/>
                <a:cs typeface="Bitstream Charter"/>
              </a:defRPr>
            </a:pPr>
            <a:r>
              <a:rPr sz="900" b="1">
                <a:solidFill>
                  <a:srgbClr val="2F7D5A"/>
                </a:solidFill>
                <a:latin typeface="Bitstream Charter"/>
                <a:ea typeface="Bitstream Charter"/>
                <a:cs typeface="Bitstream Charter"/>
              </a:rPr>
              <a:t>EXPECTED</a:t>
            </a:r>
          </a:p>
        </p:txBody>
      </p:sp>
      <p:sp>
        <p:nvSpPr>
          <p:cNvPr id="22" name="">
            <a:extLst xmlns:a="http://schemas.openxmlformats.org/drawingml/2006/main">
              <a:ext uri="{FF2B5EF4-FFF2-40B4-BE49-F238E27FC236}">
                <a16:creationId xmlns:a16="http://schemas.microsoft.com/office/drawing/2014/main" id="{9219424D-7A10-4290-9CB3-31B4EAB9565E}"/>
              </a:ext>
            </a:extLst>
          </p:cNvPr>
          <p:cNvSpPr>
            <a:spLocks xmlns:a="http://schemas.openxmlformats.org/drawingml/2006/main" noGrp="1"/>
          </p:cNvSpPr>
          <p:nvPr/>
        </p:nvSpPr>
        <p:spPr>
          <a:xfrm xmlns:a="http://schemas.openxmlformats.org/drawingml/2006/main">
            <a:off x="7905750" y="51625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64"/>
          </a:bodyPr>
          <a:lstStyle xmlns:a="http://schemas.openxmlformats.org/drawingml/2006/main"/>
          <a:p xmlns:a="http://schemas.openxmlformats.org/drawingml/2006/main">
            <a:pPr algn="l">
              <a:defRPr sz="1350" b="1">
                <a:solidFill>
                  <a:srgbClr val="09233B"/>
                </a:solidFill>
                <a:latin typeface="Bitstream Charter"/>
                <a:ea typeface="Bitstream Charter"/>
                <a:cs typeface="Bitstream Charter"/>
              </a:defRPr>
            </a:pPr>
            <a:r>
              <a:rPr sz="1350" b="1">
                <a:solidFill>
                  <a:srgbClr val="09233B"/>
                </a:solidFill>
                <a:latin typeface="Bitstream Charter"/>
                <a:ea typeface="Bitstream Charter"/>
                <a:cs typeface="Bitstream Charter"/>
              </a:rPr>
              <a:t>The orders table is registered and queryable.</a:t>
            </a:r>
          </a:p>
        </p:txBody>
      </p:sp>
    </p:spTree>
    <p:extLst>
      <p:ext uri="{BB962C8B-B14F-4D97-AF65-F5344CB8AC3E}">
        <p14:creationId xmlns:p14="http://schemas.microsoft.com/office/powerpoint/2010/main" val="1302835109"/>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058436C-E0D6-46C6-AECC-B93D9D20BD7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D627506-A3DA-4DC3-A3F7-1B9C148E1FF0}"/>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Validate data, detail and history</a:t>
            </a:r>
          </a:p>
        </p:txBody>
      </p:sp>
      <p:sp>
        <p:nvSpPr>
          <p:cNvPr id="3" name="">
            <a:extLst xmlns:a="http://schemas.openxmlformats.org/drawingml/2006/main">
              <a:ext uri="{FF2B5EF4-FFF2-40B4-BE49-F238E27FC236}">
                <a16:creationId xmlns:a16="http://schemas.microsoft.com/office/drawing/2014/main" id="{6FE3A1AA-48DB-4496-98F9-95146C8C6468}"/>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A successful cell is not enough evidence</a:t>
            </a:r>
          </a:p>
        </p:txBody>
      </p:sp>
      <p:sp>
        <p:nvSpPr>
          <p:cNvPr id="4" name="">
            <a:extLst xmlns:a="http://schemas.openxmlformats.org/drawingml/2006/main">
              <a:ext uri="{FF2B5EF4-FFF2-40B4-BE49-F238E27FC236}">
                <a16:creationId xmlns:a16="http://schemas.microsoft.com/office/drawing/2014/main" id="{773E0238-89F8-4FE5-9BDD-F93B52B00A05}"/>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D8BDBB9-35B2-4FBA-8DEF-E4763C3D52A1}"/>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ED218993-87F5-43DA-BEF1-2F2073A28F91}"/>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56</a:t>
            </a:r>
          </a:p>
        </p:txBody>
      </p:sp>
      <p:sp>
        <p:nvSpPr>
          <p:cNvPr id="7" name="">
            <a:extLst xmlns:a="http://schemas.openxmlformats.org/drawingml/2006/main">
              <a:ext uri="{FF2B5EF4-FFF2-40B4-BE49-F238E27FC236}">
                <a16:creationId xmlns:a16="http://schemas.microsoft.com/office/drawing/2014/main" id="{B4A991E7-E0E2-4A8A-B442-D2ED8EF0F4A1}"/>
              </a:ext>
            </a:extLst>
          </p:cNvPr>
          <p:cNvSpPr>
            <a:spLocks xmlns:a="http://schemas.openxmlformats.org/drawingml/2006/main" noGrp="1"/>
          </p:cNvSpPr>
          <p:nvPr/>
        </p:nvSpPr>
        <p:spPr>
          <a:xfrm xmlns:a="http://schemas.openxmlformats.org/drawingml/2006/main">
            <a:off x="666750" y="1619250"/>
            <a:ext cx="1000125" cy="304800"/>
          </a:xfrm>
          <a:prstGeom xmlns:a="http://schemas.openxmlformats.org/drawingml/2006/main" prst="roundRect">
            <a:avLst>
              <a:gd name="adj" fmla="val 25000"/>
            </a:avLst>
          </a:prstGeom>
          <a:solidFill xmlns:a="http://schemas.openxmlformats.org/drawingml/2006/main">
            <a:srgbClr val="2E74B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2D1F803-2603-4C2B-9D95-2B7563F569DC}"/>
              </a:ext>
            </a:extLst>
          </p:cNvPr>
          <p:cNvSpPr>
            <a:spLocks xmlns:a="http://schemas.openxmlformats.org/drawingml/2006/main" noGrp="1"/>
          </p:cNvSpPr>
          <p:nvPr/>
        </p:nvSpPr>
        <p:spPr>
          <a:xfrm xmlns:a="http://schemas.openxmlformats.org/drawingml/2006/main">
            <a:off x="742950" y="1638300"/>
            <a:ext cx="8477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CODE</a:t>
            </a:r>
          </a:p>
        </p:txBody>
      </p:sp>
      <p:sp>
        <p:nvSpPr>
          <p:cNvPr id="9" name="">
            <a:extLst xmlns:a="http://schemas.openxmlformats.org/drawingml/2006/main">
              <a:ext uri="{FF2B5EF4-FFF2-40B4-BE49-F238E27FC236}">
                <a16:creationId xmlns:a16="http://schemas.microsoft.com/office/drawing/2014/main" id="{71DF17BB-7D0B-4DEE-A4F5-1099C8837D21}"/>
              </a:ext>
            </a:extLst>
          </p:cNvPr>
          <p:cNvSpPr>
            <a:spLocks xmlns:a="http://schemas.openxmlformats.org/drawingml/2006/main" noGrp="1"/>
          </p:cNvSpPr>
          <p:nvPr/>
        </p:nvSpPr>
        <p:spPr>
          <a:xfrm xmlns:a="http://schemas.openxmlformats.org/drawingml/2006/main">
            <a:off x="666750" y="2000250"/>
            <a:ext cx="6667500" cy="3333750"/>
          </a:xfrm>
          <a:prstGeom xmlns:a="http://schemas.openxmlformats.org/drawingml/2006/main" prst="roundRect">
            <a:avLst>
              <a:gd name="adj" fmla="val 2286"/>
            </a:avLst>
          </a:prstGeom>
          <a:solidFill xmlns:a="http://schemas.openxmlformats.org/drawingml/2006/main">
            <a:srgbClr val="EEF2F6"/>
          </a:solidFill>
          <a:ln xmlns:a="http://schemas.openxmlformats.org/drawingml/2006/main" w="9525">
            <a:solidFill>
              <a:srgbClr val="D5DEE6"/>
            </a:solidFill>
          </a:ln>
        </p:spPr>
      </p:sp>
      <p:sp>
        <p:nvSpPr>
          <p:cNvPr id="10" name="">
            <a:extLst xmlns:a="http://schemas.openxmlformats.org/drawingml/2006/main">
              <a:ext uri="{FF2B5EF4-FFF2-40B4-BE49-F238E27FC236}">
                <a16:creationId xmlns:a16="http://schemas.microsoft.com/office/drawing/2014/main" id="{6AF4D87F-46BB-47F9-8834-6B34CC6B2714}"/>
              </a:ext>
            </a:extLst>
          </p:cNvPr>
          <p:cNvSpPr>
            <a:spLocks xmlns:a="http://schemas.openxmlformats.org/drawingml/2006/main" noGrp="1"/>
          </p:cNvSpPr>
          <p:nvPr/>
        </p:nvSpPr>
        <p:spPr>
          <a:xfrm xmlns:a="http://schemas.openxmlformats.org/drawingml/2006/main">
            <a:off x="876300" y="2143125"/>
            <a:ext cx="62484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%sql</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SELECT * FROM training_lab.student_01.orders;</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DESCRIBE DETAIL training_lab.student_01.orders;</a:t>
            </a:r>
          </a:p>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DESCRIBE HISTORY training_lab.student_01.orders;</a:t>
            </a:r>
          </a:p>
        </p:txBody>
      </p:sp>
      <p:sp>
        <p:nvSpPr>
          <p:cNvPr id="11" name="">
            <a:extLst xmlns:a="http://schemas.openxmlformats.org/drawingml/2006/main">
              <a:ext uri="{FF2B5EF4-FFF2-40B4-BE49-F238E27FC236}">
                <a16:creationId xmlns:a16="http://schemas.microsoft.com/office/drawing/2014/main" id="{BEE9D0C5-19BA-4DF0-B662-3BC9DDC8B391}"/>
              </a:ext>
            </a:extLst>
          </p:cNvPr>
          <p:cNvSpPr>
            <a:spLocks xmlns:a="http://schemas.openxmlformats.org/drawingml/2006/main" noGrp="1"/>
          </p:cNvSpPr>
          <p:nvPr/>
        </p:nvSpPr>
        <p:spPr>
          <a:xfrm xmlns:a="http://schemas.openxmlformats.org/drawingml/2006/main">
            <a:off x="7762875" y="17145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09233B"/>
                </a:solidFill>
                <a:latin typeface="Bitstream Charter"/>
                <a:ea typeface="Bitstream Charter"/>
                <a:cs typeface="Bitstream Charter"/>
              </a:defRPr>
            </a:pPr>
            <a:r>
              <a:rPr sz="1725" b="1">
                <a:solidFill>
                  <a:srgbClr val="09233B"/>
                </a:solidFill>
                <a:latin typeface="Bitstream Charter"/>
                <a:ea typeface="Bitstream Charter"/>
                <a:cs typeface="Bitstream Charter"/>
              </a:rPr>
              <a:t>Read it line by line</a:t>
            </a:r>
          </a:p>
        </p:txBody>
      </p:sp>
      <p:sp>
        <p:nvSpPr>
          <p:cNvPr id="12" name="">
            <a:extLst xmlns:a="http://schemas.openxmlformats.org/drawingml/2006/main">
              <a:ext uri="{FF2B5EF4-FFF2-40B4-BE49-F238E27FC236}">
                <a16:creationId xmlns:a16="http://schemas.microsoft.com/office/drawing/2014/main" id="{8FEDD884-FACB-4280-8822-9425F9DEA314}"/>
              </a:ext>
            </a:extLst>
          </p:cNvPr>
          <p:cNvSpPr>
            <a:spLocks xmlns:a="http://schemas.openxmlformats.org/drawingml/2006/main" noGrp="1"/>
          </p:cNvSpPr>
          <p:nvPr/>
        </p:nvSpPr>
        <p:spPr>
          <a:xfrm xmlns:a="http://schemas.openxmlformats.org/drawingml/2006/main">
            <a:off x="7810500" y="236220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E54AF62-C72F-4A49-A67C-D90160D6C29E}"/>
              </a:ext>
            </a:extLst>
          </p:cNvPr>
          <p:cNvSpPr>
            <a:spLocks xmlns:a="http://schemas.openxmlformats.org/drawingml/2006/main" noGrp="1"/>
          </p:cNvSpPr>
          <p:nvPr/>
        </p:nvSpPr>
        <p:spPr>
          <a:xfrm xmlns:a="http://schemas.openxmlformats.org/drawingml/2006/main">
            <a:off x="8096250" y="22860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SELECT checks business values.</a:t>
            </a:r>
          </a:p>
        </p:txBody>
      </p:sp>
      <p:sp>
        <p:nvSpPr>
          <p:cNvPr id="14" name="">
            <a:extLst xmlns:a="http://schemas.openxmlformats.org/drawingml/2006/main">
              <a:ext uri="{FF2B5EF4-FFF2-40B4-BE49-F238E27FC236}">
                <a16:creationId xmlns:a16="http://schemas.microsoft.com/office/drawing/2014/main" id="{DE401DE1-6204-4864-B810-1C6E86DFDAA5}"/>
              </a:ext>
            </a:extLst>
          </p:cNvPr>
          <p:cNvSpPr>
            <a:spLocks xmlns:a="http://schemas.openxmlformats.org/drawingml/2006/main" noGrp="1"/>
          </p:cNvSpPr>
          <p:nvPr/>
        </p:nvSpPr>
        <p:spPr>
          <a:xfrm xmlns:a="http://schemas.openxmlformats.org/drawingml/2006/main">
            <a:off x="7810500" y="295275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767E804-79A5-47A3-A3E4-004DB8673963}"/>
              </a:ext>
            </a:extLst>
          </p:cNvPr>
          <p:cNvSpPr>
            <a:spLocks xmlns:a="http://schemas.openxmlformats.org/drawingml/2006/main" noGrp="1"/>
          </p:cNvSpPr>
          <p:nvPr/>
        </p:nvSpPr>
        <p:spPr>
          <a:xfrm xmlns:a="http://schemas.openxmlformats.org/drawingml/2006/main">
            <a:off x="8096250" y="28765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DETAIL checks format and location.</a:t>
            </a:r>
          </a:p>
        </p:txBody>
      </p:sp>
      <p:sp>
        <p:nvSpPr>
          <p:cNvPr id="16" name="">
            <a:extLst xmlns:a="http://schemas.openxmlformats.org/drawingml/2006/main">
              <a:ext uri="{FF2B5EF4-FFF2-40B4-BE49-F238E27FC236}">
                <a16:creationId xmlns:a16="http://schemas.microsoft.com/office/drawing/2014/main" id="{1B1A4167-6B4B-4564-A320-F4A6D4C69398}"/>
              </a:ext>
            </a:extLst>
          </p:cNvPr>
          <p:cNvSpPr>
            <a:spLocks xmlns:a="http://schemas.openxmlformats.org/drawingml/2006/main" noGrp="1"/>
          </p:cNvSpPr>
          <p:nvPr/>
        </p:nvSpPr>
        <p:spPr>
          <a:xfrm xmlns:a="http://schemas.openxmlformats.org/drawingml/2006/main">
            <a:off x="7810500" y="354330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5698919-2C8F-45C2-ADA8-43C20ADD297A}"/>
              </a:ext>
            </a:extLst>
          </p:cNvPr>
          <p:cNvSpPr>
            <a:spLocks xmlns:a="http://schemas.openxmlformats.org/drawingml/2006/main" noGrp="1"/>
          </p:cNvSpPr>
          <p:nvPr/>
        </p:nvSpPr>
        <p:spPr>
          <a:xfrm xmlns:a="http://schemas.openxmlformats.org/drawingml/2006/main">
            <a:off x="8096250" y="34671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HISTORY checks committed operations.</a:t>
            </a:r>
          </a:p>
        </p:txBody>
      </p:sp>
      <p:sp>
        <p:nvSpPr>
          <p:cNvPr id="18" name="">
            <a:extLst xmlns:a="http://schemas.openxmlformats.org/drawingml/2006/main">
              <a:ext uri="{FF2B5EF4-FFF2-40B4-BE49-F238E27FC236}">
                <a16:creationId xmlns:a16="http://schemas.microsoft.com/office/drawing/2014/main" id="{414AC4B0-CA4B-44CB-8046-BCAAEFC9CA8E}"/>
              </a:ext>
            </a:extLst>
          </p:cNvPr>
          <p:cNvSpPr>
            <a:spLocks xmlns:a="http://schemas.openxmlformats.org/drawingml/2006/main" noGrp="1"/>
          </p:cNvSpPr>
          <p:nvPr/>
        </p:nvSpPr>
        <p:spPr>
          <a:xfrm xmlns:a="http://schemas.openxmlformats.org/drawingml/2006/main">
            <a:off x="7810500" y="4133850"/>
            <a:ext cx="114300" cy="11430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A07E50D-DED4-4D95-B9F2-E8028E4DF7D8}"/>
              </a:ext>
            </a:extLst>
          </p:cNvPr>
          <p:cNvSpPr>
            <a:spLocks xmlns:a="http://schemas.openxmlformats.org/drawingml/2006/main" noGrp="1"/>
          </p:cNvSpPr>
          <p:nvPr/>
        </p:nvSpPr>
        <p:spPr>
          <a:xfrm xmlns:a="http://schemas.openxmlformats.org/drawingml/2006/main">
            <a:off x="8096250" y="40576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Catalog Explorer confirms discoverability.</a:t>
            </a:r>
          </a:p>
        </p:txBody>
      </p:sp>
      <p:sp>
        <p:nvSpPr>
          <p:cNvPr id="20" name="">
            <a:extLst xmlns:a="http://schemas.openxmlformats.org/drawingml/2006/main">
              <a:ext uri="{FF2B5EF4-FFF2-40B4-BE49-F238E27FC236}">
                <a16:creationId xmlns:a16="http://schemas.microsoft.com/office/drawing/2014/main" id="{5FC34F47-E026-4C03-AFFB-E8D1DEAD0EB1}"/>
              </a:ext>
            </a:extLst>
          </p:cNvPr>
          <p:cNvSpPr>
            <a:spLocks xmlns:a="http://schemas.openxmlformats.org/drawingml/2006/main" noGrp="1"/>
          </p:cNvSpPr>
          <p:nvPr/>
        </p:nvSpPr>
        <p:spPr>
          <a:xfrm xmlns:a="http://schemas.openxmlformats.org/drawingml/2006/main">
            <a:off x="7667625" y="4762500"/>
            <a:ext cx="3714750" cy="904875"/>
          </a:xfrm>
          <a:prstGeom xmlns:a="http://schemas.openxmlformats.org/drawingml/2006/main" prst="roundRect">
            <a:avLst>
              <a:gd name="adj" fmla="val 8421"/>
            </a:avLst>
          </a:prstGeom>
          <a:solidFill xmlns:a="http://schemas.openxmlformats.org/drawingml/2006/main">
            <a:srgbClr val="ECF7F1"/>
          </a:solidFill>
          <a:ln xmlns:a="http://schemas.openxmlformats.org/drawingml/2006/main" w="9525">
            <a:solidFill>
              <a:srgbClr val="D5DEE6"/>
            </a:solidFill>
          </a:ln>
        </p:spPr>
      </p:sp>
      <p:sp>
        <p:nvSpPr>
          <p:cNvPr id="21" name="">
            <a:extLst xmlns:a="http://schemas.openxmlformats.org/drawingml/2006/main">
              <a:ext uri="{FF2B5EF4-FFF2-40B4-BE49-F238E27FC236}">
                <a16:creationId xmlns:a16="http://schemas.microsoft.com/office/drawing/2014/main" id="{A32BBE80-54E3-49C4-BEC5-E49683EA4486}"/>
              </a:ext>
            </a:extLst>
          </p:cNvPr>
          <p:cNvSpPr>
            <a:spLocks xmlns:a="http://schemas.openxmlformats.org/drawingml/2006/main" noGrp="1"/>
          </p:cNvSpPr>
          <p:nvPr/>
        </p:nvSpPr>
        <p:spPr>
          <a:xfrm xmlns:a="http://schemas.openxmlformats.org/drawingml/2006/main">
            <a:off x="7905750" y="4886325"/>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2F7D5A"/>
                </a:solidFill>
                <a:latin typeface="Bitstream Charter"/>
                <a:ea typeface="Bitstream Charter"/>
                <a:cs typeface="Bitstream Charter"/>
              </a:defRPr>
            </a:pPr>
            <a:r>
              <a:rPr sz="900" b="1">
                <a:solidFill>
                  <a:srgbClr val="2F7D5A"/>
                </a:solidFill>
                <a:latin typeface="Bitstream Charter"/>
                <a:ea typeface="Bitstream Charter"/>
                <a:cs typeface="Bitstream Charter"/>
              </a:rPr>
              <a:t>EXPECTED</a:t>
            </a:r>
          </a:p>
        </p:txBody>
      </p:sp>
      <p:sp>
        <p:nvSpPr>
          <p:cNvPr id="22" name="">
            <a:extLst xmlns:a="http://schemas.openxmlformats.org/drawingml/2006/main">
              <a:ext uri="{FF2B5EF4-FFF2-40B4-BE49-F238E27FC236}">
                <a16:creationId xmlns:a16="http://schemas.microsoft.com/office/drawing/2014/main" id="{ED5E8418-15A8-4737-9536-4D0C494A418F}"/>
              </a:ext>
            </a:extLst>
          </p:cNvPr>
          <p:cNvSpPr>
            <a:spLocks xmlns:a="http://schemas.openxmlformats.org/drawingml/2006/main" noGrp="1"/>
          </p:cNvSpPr>
          <p:nvPr/>
        </p:nvSpPr>
        <p:spPr>
          <a:xfrm xmlns:a="http://schemas.openxmlformats.org/drawingml/2006/main">
            <a:off x="7905750" y="51625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519"/>
          </a:bodyPr>
          <a:lstStyle xmlns:a="http://schemas.openxmlformats.org/drawingml/2006/main"/>
          <a:p xmlns:a="http://schemas.openxmlformats.org/drawingml/2006/main">
            <a:pPr algn="l">
              <a:defRPr sz="1350" b="1">
                <a:solidFill>
                  <a:srgbClr val="09233B"/>
                </a:solidFill>
                <a:latin typeface="Bitstream Charter"/>
                <a:ea typeface="Bitstream Charter"/>
                <a:cs typeface="Bitstream Charter"/>
              </a:defRPr>
            </a:pPr>
            <a:r>
              <a:rPr sz="1350" b="1">
                <a:solidFill>
                  <a:srgbClr val="09233B"/>
                </a:solidFill>
                <a:latin typeface="Bitstream Charter"/>
                <a:ea typeface="Bitstream Charter"/>
                <a:cs typeface="Bitstream Charter"/>
              </a:rPr>
              <a:t>Three rows, Delta format and a WRITE operation.</a:t>
            </a:r>
          </a:p>
        </p:txBody>
      </p:sp>
    </p:spTree>
    <p:extLst>
      <p:ext uri="{BB962C8B-B14F-4D97-AF65-F5344CB8AC3E}">
        <p14:creationId xmlns:p14="http://schemas.microsoft.com/office/powerpoint/2010/main" val="1882286970"/>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E9DED78-5057-4104-8BC4-7A13DB5C5CD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3F38FEE-B1B0-49E1-86A6-88A5C1E5B4E3}"/>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Append and inspect a new version</a:t>
            </a:r>
          </a:p>
        </p:txBody>
      </p:sp>
      <p:sp>
        <p:nvSpPr>
          <p:cNvPr id="3" name="">
            <a:extLst xmlns:a="http://schemas.openxmlformats.org/drawingml/2006/main">
              <a:ext uri="{FF2B5EF4-FFF2-40B4-BE49-F238E27FC236}">
                <a16:creationId xmlns:a16="http://schemas.microsoft.com/office/drawing/2014/main" id="{A4C3F5BC-C8DE-4BCD-997E-B70A85D333DA}"/>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Make version history visible</a:t>
            </a:r>
          </a:p>
        </p:txBody>
      </p:sp>
      <p:sp>
        <p:nvSpPr>
          <p:cNvPr id="4" name="">
            <a:extLst xmlns:a="http://schemas.openxmlformats.org/drawingml/2006/main">
              <a:ext uri="{FF2B5EF4-FFF2-40B4-BE49-F238E27FC236}">
                <a16:creationId xmlns:a16="http://schemas.microsoft.com/office/drawing/2014/main" id="{75A268BD-F087-4708-BF97-83B2E2A8571D}"/>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C421A82-ECD5-4AB4-A620-59CF6C5E504C}"/>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7DC3335F-D5D9-4B48-B0FC-8F19F047220F}"/>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57</a:t>
            </a:r>
          </a:p>
        </p:txBody>
      </p:sp>
      <p:sp>
        <p:nvSpPr>
          <p:cNvPr id="7" name="">
            <a:extLst xmlns:a="http://schemas.openxmlformats.org/drawingml/2006/main">
              <a:ext uri="{FF2B5EF4-FFF2-40B4-BE49-F238E27FC236}">
                <a16:creationId xmlns:a16="http://schemas.microsoft.com/office/drawing/2014/main" id="{4D29EE9E-801E-4A4E-BC6B-46873A506108}"/>
              </a:ext>
            </a:extLst>
          </p:cNvPr>
          <p:cNvSpPr>
            <a:spLocks xmlns:a="http://schemas.openxmlformats.org/drawingml/2006/main" noGrp="1"/>
          </p:cNvSpPr>
          <p:nvPr/>
        </p:nvSpPr>
        <p:spPr>
          <a:xfrm xmlns:a="http://schemas.openxmlformats.org/drawingml/2006/main">
            <a:off x="704850" y="1581150"/>
            <a:ext cx="1428750" cy="304800"/>
          </a:xfrm>
          <a:prstGeom xmlns:a="http://schemas.openxmlformats.org/drawingml/2006/main" prst="roundRect">
            <a:avLst>
              <a:gd name="adj" fmla="val 25000"/>
            </a:avLst>
          </a:prstGeom>
          <a:solidFill xmlns:a="http://schemas.openxmlformats.org/drawingml/2006/main">
            <a:srgbClr val="2E74B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A59C732-4850-4A36-98FC-D785761B4AF9}"/>
              </a:ext>
            </a:extLst>
          </p:cNvPr>
          <p:cNvSpPr>
            <a:spLocks xmlns:a="http://schemas.openxmlformats.org/drawingml/2006/main" noGrp="1"/>
          </p:cNvSpPr>
          <p:nvPr/>
        </p:nvSpPr>
        <p:spPr>
          <a:xfrm xmlns:a="http://schemas.openxmlformats.org/drawingml/2006/main">
            <a:off x="781050" y="1600200"/>
            <a:ext cx="1276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SIMPLE IDEA</a:t>
            </a:r>
          </a:p>
        </p:txBody>
      </p:sp>
      <p:sp>
        <p:nvSpPr>
          <p:cNvPr id="9" name="">
            <a:extLst xmlns:a="http://schemas.openxmlformats.org/drawingml/2006/main">
              <a:ext uri="{FF2B5EF4-FFF2-40B4-BE49-F238E27FC236}">
                <a16:creationId xmlns:a16="http://schemas.microsoft.com/office/drawing/2014/main" id="{B39EB5F7-5055-4CBB-B2B6-F3E3908B9DE8}"/>
              </a:ext>
            </a:extLst>
          </p:cNvPr>
          <p:cNvSpPr>
            <a:spLocks xmlns:a="http://schemas.openxmlformats.org/drawingml/2006/main" noGrp="1"/>
          </p:cNvSpPr>
          <p:nvPr/>
        </p:nvSpPr>
        <p:spPr>
          <a:xfrm xmlns:a="http://schemas.openxmlformats.org/drawingml/2006/main">
            <a:off x="704850" y="1952625"/>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09233B"/>
                </a:solidFill>
                <a:latin typeface="Bitstream Charter"/>
                <a:ea typeface="Bitstream Charter"/>
                <a:cs typeface="Bitstream Charter"/>
              </a:defRPr>
            </a:pPr>
            <a:r>
              <a:rPr sz="2175" b="1">
                <a:solidFill>
                  <a:srgbClr val="09233B"/>
                </a:solidFill>
                <a:latin typeface="Bitstream Charter"/>
                <a:ea typeface="Bitstream Charter"/>
                <a:cs typeface="Bitstream Charter"/>
              </a:rPr>
              <a:t>Add one new order with append, then inspect history again.</a:t>
            </a:r>
          </a:p>
        </p:txBody>
      </p:sp>
      <p:sp>
        <p:nvSpPr>
          <p:cNvPr id="10" name="">
            <a:extLst xmlns:a="http://schemas.openxmlformats.org/drawingml/2006/main">
              <a:ext uri="{FF2B5EF4-FFF2-40B4-BE49-F238E27FC236}">
                <a16:creationId xmlns:a16="http://schemas.microsoft.com/office/drawing/2014/main" id="{B9DAFCB6-551C-4FF7-87F0-20FB484E47D3}"/>
              </a:ext>
            </a:extLst>
          </p:cNvPr>
          <p:cNvSpPr>
            <a:spLocks xmlns:a="http://schemas.openxmlformats.org/drawingml/2006/main" noGrp="1"/>
          </p:cNvSpPr>
          <p:nvPr/>
        </p:nvSpPr>
        <p:spPr>
          <a:xfrm xmlns:a="http://schemas.openxmlformats.org/drawingml/2006/main">
            <a:off x="800100" y="3267075"/>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3CE297E-9A9A-4D98-BD63-1B082EEB5DCA}"/>
              </a:ext>
            </a:extLst>
          </p:cNvPr>
          <p:cNvSpPr>
            <a:spLocks xmlns:a="http://schemas.openxmlformats.org/drawingml/2006/main" noGrp="1"/>
          </p:cNvSpPr>
          <p:nvPr/>
        </p:nvSpPr>
        <p:spPr>
          <a:xfrm xmlns:a="http://schemas.openxmlformats.org/drawingml/2006/main">
            <a:off x="1095375" y="31908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Append adds the incoming row.</a:t>
            </a:r>
          </a:p>
        </p:txBody>
      </p:sp>
      <p:sp>
        <p:nvSpPr>
          <p:cNvPr id="12" name="">
            <a:extLst xmlns:a="http://schemas.openxmlformats.org/drawingml/2006/main">
              <a:ext uri="{FF2B5EF4-FFF2-40B4-BE49-F238E27FC236}">
                <a16:creationId xmlns:a16="http://schemas.microsoft.com/office/drawing/2014/main" id="{E8EA8356-44B7-47E7-9F42-4DAEE02084B5}"/>
              </a:ext>
            </a:extLst>
          </p:cNvPr>
          <p:cNvSpPr>
            <a:spLocks xmlns:a="http://schemas.openxmlformats.org/drawingml/2006/main" noGrp="1"/>
          </p:cNvSpPr>
          <p:nvPr/>
        </p:nvSpPr>
        <p:spPr>
          <a:xfrm xmlns:a="http://schemas.openxmlformats.org/drawingml/2006/main">
            <a:off x="800100" y="3848100"/>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155ECE5-B0C8-4385-BABF-12921395A878}"/>
              </a:ext>
            </a:extLst>
          </p:cNvPr>
          <p:cNvSpPr>
            <a:spLocks xmlns:a="http://schemas.openxmlformats.org/drawingml/2006/main" noGrp="1"/>
          </p:cNvSpPr>
          <p:nvPr/>
        </p:nvSpPr>
        <p:spPr>
          <a:xfrm xmlns:a="http://schemas.openxmlformats.org/drawingml/2006/main">
            <a:off x="1095375" y="37719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The current row count becomes four.</a:t>
            </a:r>
          </a:p>
        </p:txBody>
      </p:sp>
      <p:sp>
        <p:nvSpPr>
          <p:cNvPr id="14" name="">
            <a:extLst xmlns:a="http://schemas.openxmlformats.org/drawingml/2006/main">
              <a:ext uri="{FF2B5EF4-FFF2-40B4-BE49-F238E27FC236}">
                <a16:creationId xmlns:a16="http://schemas.microsoft.com/office/drawing/2014/main" id="{7485AB7A-93D0-4C45-8423-EAEF03C4CACE}"/>
              </a:ext>
            </a:extLst>
          </p:cNvPr>
          <p:cNvSpPr>
            <a:spLocks xmlns:a="http://schemas.openxmlformats.org/drawingml/2006/main" noGrp="1"/>
          </p:cNvSpPr>
          <p:nvPr/>
        </p:nvSpPr>
        <p:spPr>
          <a:xfrm xmlns:a="http://schemas.openxmlformats.org/drawingml/2006/main">
            <a:off x="800100" y="4429125"/>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4CC8C9C-8183-4713-AA1E-EEBF2C365D27}"/>
              </a:ext>
            </a:extLst>
          </p:cNvPr>
          <p:cNvSpPr>
            <a:spLocks xmlns:a="http://schemas.openxmlformats.org/drawingml/2006/main" noGrp="1"/>
          </p:cNvSpPr>
          <p:nvPr/>
        </p:nvSpPr>
        <p:spPr>
          <a:xfrm xmlns:a="http://schemas.openxmlformats.org/drawingml/2006/main">
            <a:off x="1095375" y="43529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History contains another WRITE.</a:t>
            </a:r>
          </a:p>
        </p:txBody>
      </p:sp>
      <p:sp>
        <p:nvSpPr>
          <p:cNvPr id="16" name="">
            <a:extLst xmlns:a="http://schemas.openxmlformats.org/drawingml/2006/main">
              <a:ext uri="{FF2B5EF4-FFF2-40B4-BE49-F238E27FC236}">
                <a16:creationId xmlns:a16="http://schemas.microsoft.com/office/drawing/2014/main" id="{BC460EC3-738C-497F-93B1-664192B423ED}"/>
              </a:ext>
            </a:extLst>
          </p:cNvPr>
          <p:cNvSpPr>
            <a:spLocks xmlns:a="http://schemas.openxmlformats.org/drawingml/2006/main" noGrp="1"/>
          </p:cNvSpPr>
          <p:nvPr/>
        </p:nvSpPr>
        <p:spPr>
          <a:xfrm xmlns:a="http://schemas.openxmlformats.org/drawingml/2006/main">
            <a:off x="800100" y="5010150"/>
            <a:ext cx="133350" cy="133350"/>
          </a:xfrm>
          <a:prstGeom xmlns:a="http://schemas.openxmlformats.org/drawingml/2006/main" prst="ellipse">
            <a:avLst/>
          </a:prstGeom>
          <a:solidFill xmlns:a="http://schemas.openxmlformats.org/drawingml/2006/main">
            <a:srgbClr val="37AFA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A7F6F3C-B628-498F-8A33-19E57C4DA193}"/>
              </a:ext>
            </a:extLst>
          </p:cNvPr>
          <p:cNvSpPr>
            <a:spLocks xmlns:a="http://schemas.openxmlformats.org/drawingml/2006/main" noGrp="1"/>
          </p:cNvSpPr>
          <p:nvPr/>
        </p:nvSpPr>
        <p:spPr>
          <a:xfrm xmlns:a="http://schemas.openxmlformats.org/drawingml/2006/main">
            <a:off x="1095375" y="49339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Rerunning append can create duplicates.</a:t>
            </a:r>
          </a:p>
        </p:txBody>
      </p:sp>
      <p:sp>
        <p:nvSpPr>
          <p:cNvPr id="18" name="">
            <a:extLst xmlns:a="http://schemas.openxmlformats.org/drawingml/2006/main">
              <a:ext uri="{FF2B5EF4-FFF2-40B4-BE49-F238E27FC236}">
                <a16:creationId xmlns:a16="http://schemas.microsoft.com/office/drawing/2014/main" id="{7C597829-E573-483C-A943-50A8012C3DE0}"/>
              </a:ext>
            </a:extLst>
          </p:cNvPr>
          <p:cNvSpPr>
            <a:spLocks xmlns:a="http://schemas.openxmlformats.org/drawingml/2006/main" noGrp="1"/>
          </p:cNvSpPr>
          <p:nvPr/>
        </p:nvSpPr>
        <p:spPr>
          <a:xfrm xmlns:a="http://schemas.openxmlformats.org/drawingml/2006/main">
            <a:off x="7667625" y="1714500"/>
            <a:ext cx="3714750" cy="3238500"/>
          </a:xfrm>
          <a:prstGeom xmlns:a="http://schemas.openxmlformats.org/drawingml/2006/main" prst="roundRect">
            <a:avLst>
              <a:gd name="adj" fmla="val 2353"/>
            </a:avLst>
          </a:prstGeom>
          <a:solidFill xmlns:a="http://schemas.openxmlformats.org/drawingml/2006/main">
            <a:srgbClr val="F5F8FA"/>
          </a:solidFill>
          <a:ln xmlns:a="http://schemas.openxmlformats.org/drawingml/2006/main" w="9525">
            <a:solidFill>
              <a:srgbClr val="D5DEE6"/>
            </a:solidFill>
          </a:ln>
        </p:spPr>
      </p:sp>
      <p:sp>
        <p:nvSpPr>
          <p:cNvPr id="19" name="">
            <a:extLst xmlns:a="http://schemas.openxmlformats.org/drawingml/2006/main">
              <a:ext uri="{FF2B5EF4-FFF2-40B4-BE49-F238E27FC236}">
                <a16:creationId xmlns:a16="http://schemas.microsoft.com/office/drawing/2014/main" id="{5C7DC2E8-DA45-4DAC-8DC9-88EA407CE11B}"/>
              </a:ext>
            </a:extLst>
          </p:cNvPr>
          <p:cNvSpPr>
            <a:spLocks xmlns:a="http://schemas.openxmlformats.org/drawingml/2006/main" noGrp="1"/>
          </p:cNvSpPr>
          <p:nvPr/>
        </p:nvSpPr>
        <p:spPr>
          <a:xfrm xmlns:a="http://schemas.openxmlformats.org/drawingml/2006/main">
            <a:off x="7667625" y="1714500"/>
            <a:ext cx="85725" cy="3238500"/>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60269C0-02A1-422A-B088-FBC19607B4A4}"/>
              </a:ext>
            </a:extLst>
          </p:cNvPr>
          <p:cNvSpPr>
            <a:spLocks xmlns:a="http://schemas.openxmlformats.org/drawingml/2006/main" noGrp="1"/>
          </p:cNvSpPr>
          <p:nvPr/>
        </p:nvSpPr>
        <p:spPr>
          <a:xfrm xmlns:a="http://schemas.openxmlformats.org/drawingml/2006/main">
            <a:off x="7905750" y="1847850"/>
            <a:ext cx="328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Example</a:t>
            </a:r>
          </a:p>
        </p:txBody>
      </p:sp>
      <p:sp>
        <p:nvSpPr>
          <p:cNvPr id="21" name="">
            <a:extLst xmlns:a="http://schemas.openxmlformats.org/drawingml/2006/main">
              <a:ext uri="{FF2B5EF4-FFF2-40B4-BE49-F238E27FC236}">
                <a16:creationId xmlns:a16="http://schemas.microsoft.com/office/drawing/2014/main" id="{A97914C2-64C2-45C6-A782-3B41D9D27070}"/>
              </a:ext>
            </a:extLst>
          </p:cNvPr>
          <p:cNvSpPr>
            <a:spLocks xmlns:a="http://schemas.openxmlformats.org/drawingml/2006/main" noGrp="1"/>
          </p:cNvSpPr>
          <p:nvPr/>
        </p:nvSpPr>
        <p:spPr>
          <a:xfrm xmlns:a="http://schemas.openxmlformats.org/drawingml/2006/main">
            <a:off x="7905750" y="2219325"/>
            <a:ext cx="3286125" cy="2609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Use append only after discussing rerun behavior and business keys.</a:t>
            </a:r>
          </a:p>
        </p:txBody>
      </p:sp>
      <p:sp>
        <p:nvSpPr>
          <p:cNvPr id="22" name="">
            <a:extLst xmlns:a="http://schemas.openxmlformats.org/drawingml/2006/main">
              <a:ext uri="{FF2B5EF4-FFF2-40B4-BE49-F238E27FC236}">
                <a16:creationId xmlns:a16="http://schemas.microsoft.com/office/drawing/2014/main" id="{F01E081B-43C1-4F50-BC42-460FFE860713}"/>
              </a:ext>
            </a:extLst>
          </p:cNvPr>
          <p:cNvSpPr>
            <a:spLocks xmlns:a="http://schemas.openxmlformats.org/drawingml/2006/main" noGrp="1"/>
          </p:cNvSpPr>
          <p:nvPr/>
        </p:nvSpPr>
        <p:spPr>
          <a:xfrm xmlns:a="http://schemas.openxmlformats.org/drawingml/2006/main">
            <a:off x="7810500" y="5238750"/>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5D6A76"/>
                </a:solidFill>
                <a:latin typeface="Bitstream Charter"/>
                <a:ea typeface="Bitstream Charter"/>
                <a:cs typeface="Bitstream Charter"/>
              </a:defRPr>
            </a:pPr>
            <a:r>
              <a:rPr sz="1200" b="1">
                <a:solidFill>
                  <a:srgbClr val="5D6A76"/>
                </a:solidFill>
                <a:latin typeface="Bitstream Charter"/>
                <a:ea typeface="Bitstream Charter"/>
                <a:cs typeface="Bitstream Charter"/>
              </a:rPr>
              <a:t>Ask learners to explain this in their own words.</a:t>
            </a:r>
          </a:p>
        </p:txBody>
      </p:sp>
    </p:spTree>
    <p:extLst>
      <p:ext uri="{BB962C8B-B14F-4D97-AF65-F5344CB8AC3E}">
        <p14:creationId xmlns:p14="http://schemas.microsoft.com/office/powerpoint/2010/main" val="1322261733"/>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B944150-670E-45FB-8BCE-D074A6A9FBB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2393D9B-11DB-4507-A8CA-7C7A9CD0B284}"/>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Time travel</a:t>
            </a:r>
          </a:p>
        </p:txBody>
      </p:sp>
      <p:sp>
        <p:nvSpPr>
          <p:cNvPr id="3" name="">
            <a:extLst xmlns:a="http://schemas.openxmlformats.org/drawingml/2006/main">
              <a:ext uri="{FF2B5EF4-FFF2-40B4-BE49-F238E27FC236}">
                <a16:creationId xmlns:a16="http://schemas.microsoft.com/office/drawing/2014/main" id="{9E4B3490-414C-403E-8954-9D9F58456773}"/>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Compare an earlier version with the current table</a:t>
            </a:r>
          </a:p>
        </p:txBody>
      </p:sp>
      <p:sp>
        <p:nvSpPr>
          <p:cNvPr id="4" name="">
            <a:extLst xmlns:a="http://schemas.openxmlformats.org/drawingml/2006/main">
              <a:ext uri="{FF2B5EF4-FFF2-40B4-BE49-F238E27FC236}">
                <a16:creationId xmlns:a16="http://schemas.microsoft.com/office/drawing/2014/main" id="{F5B0B2AD-1CB3-4473-8EBF-A4520B540216}"/>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8E3BB97-3B6A-45D9-A7CA-395A945C4CC1}"/>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39D8C409-B89C-4078-A78E-905EFCE8AD6A}"/>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58</a:t>
            </a:r>
          </a:p>
        </p:txBody>
      </p:sp>
      <p:sp>
        <p:nvSpPr>
          <p:cNvPr id="7" name="">
            <a:extLst xmlns:a="http://schemas.openxmlformats.org/drawingml/2006/main">
              <a:ext uri="{FF2B5EF4-FFF2-40B4-BE49-F238E27FC236}">
                <a16:creationId xmlns:a16="http://schemas.microsoft.com/office/drawing/2014/main" id="{558C7345-4DAA-4E34-81F0-4B24A1FDA523}"/>
              </a:ext>
            </a:extLst>
          </p:cNvPr>
          <p:cNvSpPr>
            <a:spLocks xmlns:a="http://schemas.openxmlformats.org/drawingml/2006/main" noGrp="1"/>
          </p:cNvSpPr>
          <p:nvPr/>
        </p:nvSpPr>
        <p:spPr>
          <a:xfrm xmlns:a="http://schemas.openxmlformats.org/drawingml/2006/main">
            <a:off x="666750" y="1666875"/>
            <a:ext cx="5095875" cy="3143250"/>
          </a:xfrm>
          <a:prstGeom xmlns:a="http://schemas.openxmlformats.org/drawingml/2006/main" prst="roundRect">
            <a:avLst>
              <a:gd name="adj" fmla="val 2424"/>
            </a:avLst>
          </a:prstGeom>
          <a:solidFill xmlns:a="http://schemas.openxmlformats.org/drawingml/2006/main">
            <a:srgbClr val="EAF4FB"/>
          </a:solidFill>
          <a:ln xmlns:a="http://schemas.openxmlformats.org/drawingml/2006/main" w="9525">
            <a:solidFill>
              <a:srgbClr val="D5DEE6"/>
            </a:solidFill>
          </a:ln>
        </p:spPr>
      </p:sp>
      <p:sp>
        <p:nvSpPr>
          <p:cNvPr id="8" name="">
            <a:extLst xmlns:a="http://schemas.openxmlformats.org/drawingml/2006/main">
              <a:ext uri="{FF2B5EF4-FFF2-40B4-BE49-F238E27FC236}">
                <a16:creationId xmlns:a16="http://schemas.microsoft.com/office/drawing/2014/main" id="{63FEE19B-DCF1-4FB3-AEA3-7C3ADC7FDAEC}"/>
              </a:ext>
            </a:extLst>
          </p:cNvPr>
          <p:cNvSpPr>
            <a:spLocks xmlns:a="http://schemas.openxmlformats.org/drawingml/2006/main" noGrp="1"/>
          </p:cNvSpPr>
          <p:nvPr/>
        </p:nvSpPr>
        <p:spPr>
          <a:xfrm xmlns:a="http://schemas.openxmlformats.org/drawingml/2006/main">
            <a:off x="6429375" y="1666875"/>
            <a:ext cx="5095875" cy="3143250"/>
          </a:xfrm>
          <a:prstGeom xmlns:a="http://schemas.openxmlformats.org/drawingml/2006/main" prst="roundRect">
            <a:avLst>
              <a:gd name="adj" fmla="val 2424"/>
            </a:avLst>
          </a:prstGeom>
          <a:solidFill xmlns:a="http://schemas.openxmlformats.org/drawingml/2006/main">
            <a:srgbClr val="ECF7F1"/>
          </a:solidFill>
          <a:ln xmlns:a="http://schemas.openxmlformats.org/drawingml/2006/main" w="9525">
            <a:solidFill>
              <a:srgbClr val="D5DEE6"/>
            </a:solidFill>
          </a:ln>
        </p:spPr>
      </p:sp>
      <p:sp>
        <p:nvSpPr>
          <p:cNvPr id="9" name="">
            <a:extLst xmlns:a="http://schemas.openxmlformats.org/drawingml/2006/main">
              <a:ext uri="{FF2B5EF4-FFF2-40B4-BE49-F238E27FC236}">
                <a16:creationId xmlns:a16="http://schemas.microsoft.com/office/drawing/2014/main" id="{4D9AB493-8374-4FBD-973C-621CCF65EA89}"/>
              </a:ext>
            </a:extLst>
          </p:cNvPr>
          <p:cNvSpPr>
            <a:spLocks xmlns:a="http://schemas.openxmlformats.org/drawingml/2006/main" noGrp="1"/>
          </p:cNvSpPr>
          <p:nvPr/>
        </p:nvSpPr>
        <p:spPr>
          <a:xfrm xmlns:a="http://schemas.openxmlformats.org/drawingml/2006/main">
            <a:off x="952500" y="1857375"/>
            <a:ext cx="4524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1">
                <a:solidFill>
                  <a:srgbClr val="09233B"/>
                </a:solidFill>
                <a:latin typeface="Bitstream Charter"/>
                <a:ea typeface="Bitstream Charter"/>
                <a:cs typeface="Bitstream Charter"/>
              </a:defRPr>
            </a:pPr>
            <a:r>
              <a:rPr sz="1950" b="1">
                <a:solidFill>
                  <a:srgbClr val="09233B"/>
                </a:solidFill>
                <a:latin typeface="Bitstream Charter"/>
                <a:ea typeface="Bitstream Charter"/>
                <a:cs typeface="Bitstream Charter"/>
              </a:rPr>
              <a:t>Earlier version</a:t>
            </a:r>
          </a:p>
        </p:txBody>
      </p:sp>
      <p:sp>
        <p:nvSpPr>
          <p:cNvPr id="10" name="">
            <a:extLst xmlns:a="http://schemas.openxmlformats.org/drawingml/2006/main">
              <a:ext uri="{FF2B5EF4-FFF2-40B4-BE49-F238E27FC236}">
                <a16:creationId xmlns:a16="http://schemas.microsoft.com/office/drawing/2014/main" id="{F3FDA3CE-9E94-4B39-BC8C-2C0CE472FED5}"/>
              </a:ext>
            </a:extLst>
          </p:cNvPr>
          <p:cNvSpPr>
            <a:spLocks xmlns:a="http://schemas.openxmlformats.org/drawingml/2006/main" noGrp="1"/>
          </p:cNvSpPr>
          <p:nvPr/>
        </p:nvSpPr>
        <p:spPr>
          <a:xfrm xmlns:a="http://schemas.openxmlformats.org/drawingml/2006/main">
            <a:off x="952500" y="2428875"/>
            <a:ext cx="45243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7212B"/>
                </a:solidFill>
                <a:latin typeface="Bitstream Charter"/>
                <a:ea typeface="Bitstream Charter"/>
                <a:cs typeface="Bitstream Charter"/>
              </a:defRPr>
            </a:pPr>
            <a:r>
              <a:rPr sz="1425" b="0">
                <a:solidFill>
                  <a:srgbClr val="17212B"/>
                </a:solidFill>
                <a:latin typeface="Bitstream Charter"/>
                <a:ea typeface="Bitstream Charter"/>
                <a:cs typeface="Bitstream Charter"/>
              </a:rPr>
              <a:t>Read DESCRIBE HISTORY</a:t>
            </a:r>
          </a:p>
          <a:p xmlns:a="http://schemas.openxmlformats.org/drawingml/2006/main">
            <a:pPr algn="l">
              <a:defRPr sz="1425" b="0">
                <a:solidFill>
                  <a:srgbClr val="17212B"/>
                </a:solidFill>
                <a:latin typeface="Bitstream Charter"/>
                <a:ea typeface="Bitstream Charter"/>
                <a:cs typeface="Bitstream Charter"/>
              </a:defRPr>
            </a:pPr>
            <a:r>
              <a:rPr sz="1425" b="0">
                <a:solidFill>
                  <a:srgbClr val="17212B"/>
                </a:solidFill>
                <a:latin typeface="Bitstream Charter"/>
                <a:ea typeface="Bitstream Charter"/>
                <a:cs typeface="Bitstream Charter"/>
              </a:rPr>
              <a:t>Choose an available version</a:t>
            </a:r>
          </a:p>
          <a:p xmlns:a="http://schemas.openxmlformats.org/drawingml/2006/main">
            <a:pPr algn="l">
              <a:defRPr sz="1425" b="0">
                <a:solidFill>
                  <a:srgbClr val="17212B"/>
                </a:solidFill>
                <a:latin typeface="Bitstream Charter"/>
                <a:ea typeface="Bitstream Charter"/>
                <a:cs typeface="Bitstream Charter"/>
              </a:defRPr>
            </a:pPr>
            <a:r>
              <a:rPr sz="1425" b="0">
                <a:solidFill>
                  <a:srgbClr val="17212B"/>
                </a:solidFill>
                <a:latin typeface="Bitstream Charter"/>
                <a:ea typeface="Bitstream Charter"/>
                <a:cs typeface="Bitstream Charter"/>
              </a:rPr>
              <a:t>Query VERSION AS OF n</a:t>
            </a:r>
          </a:p>
          <a:p xmlns:a="http://schemas.openxmlformats.org/drawingml/2006/main">
            <a:pPr algn="l">
              <a:defRPr sz="1425" b="0">
                <a:solidFill>
                  <a:srgbClr val="17212B"/>
                </a:solidFill>
                <a:latin typeface="Bitstream Charter"/>
                <a:ea typeface="Bitstream Charter"/>
                <a:cs typeface="Bitstream Charter"/>
              </a:defRPr>
            </a:pPr>
            <a:r>
              <a:rPr sz="1425" b="0">
                <a:solidFill>
                  <a:srgbClr val="17212B"/>
                </a:solidFill>
                <a:latin typeface="Bitstream Charter"/>
                <a:ea typeface="Bitstream Charter"/>
                <a:cs typeface="Bitstream Charter"/>
              </a:rPr>
              <a:t>Observe the original rows</a:t>
            </a:r>
          </a:p>
        </p:txBody>
      </p:sp>
      <p:sp>
        <p:nvSpPr>
          <p:cNvPr id="11" name="">
            <a:extLst xmlns:a="http://schemas.openxmlformats.org/drawingml/2006/main">
              <a:ext uri="{FF2B5EF4-FFF2-40B4-BE49-F238E27FC236}">
                <a16:creationId xmlns:a16="http://schemas.microsoft.com/office/drawing/2014/main" id="{6F0983D7-51A7-44E0-907D-94BDFC7A2EAC}"/>
              </a:ext>
            </a:extLst>
          </p:cNvPr>
          <p:cNvSpPr>
            <a:spLocks xmlns:a="http://schemas.openxmlformats.org/drawingml/2006/main" noGrp="1"/>
          </p:cNvSpPr>
          <p:nvPr/>
        </p:nvSpPr>
        <p:spPr>
          <a:xfrm xmlns:a="http://schemas.openxmlformats.org/drawingml/2006/main">
            <a:off x="6715125" y="1857375"/>
            <a:ext cx="4524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1">
                <a:solidFill>
                  <a:srgbClr val="09233B"/>
                </a:solidFill>
                <a:latin typeface="Bitstream Charter"/>
                <a:ea typeface="Bitstream Charter"/>
                <a:cs typeface="Bitstream Charter"/>
              </a:defRPr>
            </a:pPr>
            <a:r>
              <a:rPr sz="1950" b="1">
                <a:solidFill>
                  <a:srgbClr val="09233B"/>
                </a:solidFill>
                <a:latin typeface="Bitstream Charter"/>
                <a:ea typeface="Bitstream Charter"/>
                <a:cs typeface="Bitstream Charter"/>
              </a:rPr>
              <a:t>Current table</a:t>
            </a:r>
          </a:p>
        </p:txBody>
      </p:sp>
      <p:sp>
        <p:nvSpPr>
          <p:cNvPr id="12" name="">
            <a:extLst xmlns:a="http://schemas.openxmlformats.org/drawingml/2006/main">
              <a:ext uri="{FF2B5EF4-FFF2-40B4-BE49-F238E27FC236}">
                <a16:creationId xmlns:a16="http://schemas.microsoft.com/office/drawing/2014/main" id="{84E7DA48-5D14-47EF-8814-39C39892454C}"/>
              </a:ext>
            </a:extLst>
          </p:cNvPr>
          <p:cNvSpPr>
            <a:spLocks xmlns:a="http://schemas.openxmlformats.org/drawingml/2006/main" noGrp="1"/>
          </p:cNvSpPr>
          <p:nvPr/>
        </p:nvSpPr>
        <p:spPr>
          <a:xfrm xmlns:a="http://schemas.openxmlformats.org/drawingml/2006/main">
            <a:off x="6715125" y="2428875"/>
            <a:ext cx="45243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7212B"/>
                </a:solidFill>
                <a:latin typeface="Bitstream Charter"/>
                <a:ea typeface="Bitstream Charter"/>
                <a:cs typeface="Bitstream Charter"/>
              </a:defRPr>
            </a:pPr>
            <a:r>
              <a:rPr sz="1425" b="0">
                <a:solidFill>
                  <a:srgbClr val="17212B"/>
                </a:solidFill>
                <a:latin typeface="Bitstream Charter"/>
                <a:ea typeface="Bitstream Charter"/>
                <a:cs typeface="Bitstream Charter"/>
              </a:rPr>
              <a:t>Query without VERSION AS OF</a:t>
            </a:r>
          </a:p>
          <a:p xmlns:a="http://schemas.openxmlformats.org/drawingml/2006/main">
            <a:pPr algn="l">
              <a:defRPr sz="1425" b="0">
                <a:solidFill>
                  <a:srgbClr val="17212B"/>
                </a:solidFill>
                <a:latin typeface="Bitstream Charter"/>
                <a:ea typeface="Bitstream Charter"/>
                <a:cs typeface="Bitstream Charter"/>
              </a:defRPr>
            </a:pPr>
            <a:r>
              <a:rPr sz="1425" b="0">
                <a:solidFill>
                  <a:srgbClr val="17212B"/>
                </a:solidFill>
                <a:latin typeface="Bitstream Charter"/>
                <a:ea typeface="Bitstream Charter"/>
                <a:cs typeface="Bitstream Charter"/>
              </a:rPr>
              <a:t>Observe the appended row</a:t>
            </a:r>
          </a:p>
          <a:p xmlns:a="http://schemas.openxmlformats.org/drawingml/2006/main">
            <a:pPr algn="l">
              <a:defRPr sz="1425" b="0">
                <a:solidFill>
                  <a:srgbClr val="17212B"/>
                </a:solidFill>
                <a:latin typeface="Bitstream Charter"/>
                <a:ea typeface="Bitstream Charter"/>
                <a:cs typeface="Bitstream Charter"/>
              </a:defRPr>
            </a:pPr>
            <a:r>
              <a:rPr sz="1425" b="0">
                <a:solidFill>
                  <a:srgbClr val="17212B"/>
                </a:solidFill>
                <a:latin typeface="Bitstream Charter"/>
                <a:ea typeface="Bitstream Charter"/>
                <a:cs typeface="Bitstream Charter"/>
              </a:rPr>
              <a:t>Compare counts and values</a:t>
            </a:r>
          </a:p>
          <a:p xmlns:a="http://schemas.openxmlformats.org/drawingml/2006/main">
            <a:pPr algn="l">
              <a:defRPr sz="1425" b="0">
                <a:solidFill>
                  <a:srgbClr val="17212B"/>
                </a:solidFill>
                <a:latin typeface="Bitstream Charter"/>
                <a:ea typeface="Bitstream Charter"/>
                <a:cs typeface="Bitstream Charter"/>
              </a:defRPr>
            </a:pPr>
            <a:r>
              <a:rPr sz="1425" b="0">
                <a:solidFill>
                  <a:srgbClr val="17212B"/>
                </a:solidFill>
                <a:latin typeface="Bitstream Charter"/>
                <a:ea typeface="Bitstream Charter"/>
                <a:cs typeface="Bitstream Charter"/>
              </a:rPr>
              <a:t>Respect retention settings</a:t>
            </a:r>
          </a:p>
        </p:txBody>
      </p:sp>
      <p:sp>
        <p:nvSpPr>
          <p:cNvPr id="13" name="">
            <a:extLst xmlns:a="http://schemas.openxmlformats.org/drawingml/2006/main">
              <a:ext uri="{FF2B5EF4-FFF2-40B4-BE49-F238E27FC236}">
                <a16:creationId xmlns:a16="http://schemas.microsoft.com/office/drawing/2014/main" id="{78B2E720-3270-4FA1-B23B-112F7EFAC1B2}"/>
              </a:ext>
            </a:extLst>
          </p:cNvPr>
          <p:cNvSpPr>
            <a:spLocks xmlns:a="http://schemas.openxmlformats.org/drawingml/2006/main" noGrp="1"/>
          </p:cNvSpPr>
          <p:nvPr/>
        </p:nvSpPr>
        <p:spPr>
          <a:xfrm xmlns:a="http://schemas.openxmlformats.org/drawingml/2006/main">
            <a:off x="1571625" y="5191125"/>
            <a:ext cx="9048750" cy="647700"/>
          </a:xfrm>
          <a:prstGeom xmlns:a="http://schemas.openxmlformats.org/drawingml/2006/main" prst="roundRect">
            <a:avLst>
              <a:gd name="adj" fmla="val 11765"/>
            </a:avLst>
          </a:prstGeom>
          <a:solidFill xmlns:a="http://schemas.openxmlformats.org/drawingml/2006/main">
            <a:srgbClr val="09233B"/>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8A57AC5-020B-49BB-B4E2-572B70160AC4}"/>
              </a:ext>
            </a:extLst>
          </p:cNvPr>
          <p:cNvSpPr>
            <a:spLocks xmlns:a="http://schemas.openxmlformats.org/drawingml/2006/main" noGrp="1"/>
          </p:cNvSpPr>
          <p:nvPr/>
        </p:nvSpPr>
        <p:spPr>
          <a:xfrm xmlns:a="http://schemas.openxmlformats.org/drawingml/2006/main">
            <a:off x="1809750" y="5286375"/>
            <a:ext cx="857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FFFFFF"/>
                </a:solidFill>
                <a:latin typeface="Bitstream Charter"/>
                <a:ea typeface="Bitstream Charter"/>
                <a:cs typeface="Bitstream Charter"/>
              </a:defRPr>
            </a:pPr>
            <a:r>
              <a:rPr sz="1575" b="1">
                <a:solidFill>
                  <a:srgbClr val="FFFFFF"/>
                </a:solidFill>
                <a:latin typeface="Bitstream Charter"/>
                <a:ea typeface="Bitstream Charter"/>
                <a:cs typeface="Bitstream Charter"/>
              </a:rPr>
              <a:t>Never guess a version number in a reused classroom workspace.</a:t>
            </a:r>
          </a:p>
        </p:txBody>
      </p:sp>
    </p:spTree>
    <p:extLst>
      <p:ext uri="{BB962C8B-B14F-4D97-AF65-F5344CB8AC3E}">
        <p14:creationId xmlns:p14="http://schemas.microsoft.com/office/powerpoint/2010/main" val="469892421"/>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FD6A074-0699-46F4-B164-34B434885EE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3A90877-F572-44D7-8B4F-E7E8A356F964}"/>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Common errors and first checks</a:t>
            </a:r>
          </a:p>
        </p:txBody>
      </p:sp>
      <p:sp>
        <p:nvSpPr>
          <p:cNvPr id="3" name="">
            <a:extLst xmlns:a="http://schemas.openxmlformats.org/drawingml/2006/main">
              <a:ext uri="{FF2B5EF4-FFF2-40B4-BE49-F238E27FC236}">
                <a16:creationId xmlns:a16="http://schemas.microsoft.com/office/drawing/2014/main" id="{8E1BF46F-94BB-449F-8660-2D591E091B44}"/>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Coach learners to diagnose before copying a fix</a:t>
            </a:r>
          </a:p>
        </p:txBody>
      </p:sp>
      <p:sp>
        <p:nvSpPr>
          <p:cNvPr id="4" name="">
            <a:extLst xmlns:a="http://schemas.openxmlformats.org/drawingml/2006/main">
              <a:ext uri="{FF2B5EF4-FFF2-40B4-BE49-F238E27FC236}">
                <a16:creationId xmlns:a16="http://schemas.microsoft.com/office/drawing/2014/main" id="{906D1D77-FB07-4B56-865B-AAFCB64E4312}"/>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FFFA472-46F3-41F2-A395-FC95652FC8CD}"/>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86E03CF7-D535-477C-90EC-C4D9CBAE608C}"/>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59</a:t>
            </a:r>
          </a:p>
        </p:txBody>
      </p:sp>
      <p:graphicFrame>
        <p:nvGraphicFramePr>
          <p:cNvPr id="16" name=""/>
          <p:cNvGraphicFramePr/>
          <p:nvPr/>
        </p:nvGraphicFramePr>
        <p:xfrm>
          <a:off xmlns:a="http://schemas.openxmlformats.org/drawingml/2006/main" x="666750" y="1666875"/>
          <a:ext xmlns:a="http://schemas.openxmlformats.org/drawingml/2006/main" cx="10858500" cy="3476625"/>
        </p:xfrm>
        <a:graphic xmlns:a="http://schemas.openxmlformats.org/drawingml/2006/main">
          <a:graphicData uri="http://schemas.openxmlformats.org/drawingml/2006/table">
            <a:tbl>
              <a:tblPr firstRow="1" bandRow="1"/>
              <a:tblGrid>
                <a:gridCol w="3238500"/>
                <a:gridCol w="4095750"/>
                <a:gridCol w="3524250"/>
              </a:tblGrid>
              <a:tr h="579438">
                <a:tc>
                  <a:txBody>
                    <a:bodyPr/>
                    <a:lstStyle/>
                    <a:p>
                      <a:r>
                        <a:rPr sz="1125" b="1">
                          <a:solidFill>
                            <a:srgbClr val="FFFFFF"/>
                          </a:solidFill>
                          <a:latin typeface="Bitstream Charter"/>
                          <a:ea typeface="Bitstream Charter"/>
                          <a:cs typeface="Bitstream Charter"/>
                        </a:rPr>
                        <a:t>Symptom</a:t>
                      </a:r>
                    </a:p>
                  </a:txBody>
                  <a:tcPr marL="91440" marR="91440" marT="45720" marB="45720">
                    <a:solidFill>
                      <a:srgbClr val="09233B"/>
                    </a:solidFill>
                  </a:tcPr>
                </a:tc>
                <a:tc>
                  <a:txBody>
                    <a:bodyPr/>
                    <a:lstStyle/>
                    <a:p>
                      <a:r>
                        <a:rPr sz="1125" b="1">
                          <a:solidFill>
                            <a:srgbClr val="FFFFFF"/>
                          </a:solidFill>
                          <a:latin typeface="Bitstream Charter"/>
                          <a:ea typeface="Bitstream Charter"/>
                          <a:cs typeface="Bitstream Charter"/>
                        </a:rPr>
                        <a:t>Likely cause</a:t>
                      </a:r>
                    </a:p>
                  </a:txBody>
                  <a:tcPr marL="91440" marR="91440" marT="45720" marB="45720">
                    <a:solidFill>
                      <a:srgbClr val="09233B"/>
                    </a:solidFill>
                  </a:tcPr>
                </a:tc>
                <a:tc>
                  <a:txBody>
                    <a:bodyPr/>
                    <a:lstStyle/>
                    <a:p>
                      <a:r>
                        <a:rPr sz="1125" b="1">
                          <a:solidFill>
                            <a:srgbClr val="FFFFFF"/>
                          </a:solidFill>
                          <a:latin typeface="Bitstream Charter"/>
                          <a:ea typeface="Bitstream Charter"/>
                          <a:cs typeface="Bitstream Charter"/>
                        </a:rPr>
                        <a:t>First check</a:t>
                      </a:r>
                    </a:p>
                  </a:txBody>
                  <a:tcPr marL="91440" marR="91440" marT="45720" marB="45720">
                    <a:solidFill>
                      <a:srgbClr val="09233B"/>
                    </a:solidFill>
                  </a:tcPr>
                </a:tc>
              </a:tr>
              <a:tr h="579438">
                <a:tc>
                  <a:txBody>
                    <a:bodyPr/>
                    <a:lstStyle/>
                    <a:p>
                      <a:r>
                        <a:rPr sz="1050">
                          <a:solidFill>
                            <a:srgbClr val="17212B"/>
                          </a:solidFill>
                          <a:latin typeface="Bitstream Charter"/>
                          <a:ea typeface="Bitstream Charter"/>
                          <a:cs typeface="Bitstream Charter"/>
                        </a:rPr>
                        <a:t>No compute attached</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Notebook has no execution resource</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Compute selector and ready state</a:t>
                      </a:r>
                    </a:p>
                  </a:txBody>
                  <a:tcPr marL="91440" marR="91440" marT="45720" marB="45720">
                    <a:solidFill>
                      <a:srgbClr val="FFFFFF"/>
                    </a:solidFill>
                  </a:tcPr>
                </a:tc>
              </a:tr>
              <a:tr h="579438">
                <a:tc>
                  <a:txBody>
                    <a:bodyPr/>
                    <a:lstStyle/>
                    <a:p>
                      <a:r>
                        <a:rPr sz="1050">
                          <a:solidFill>
                            <a:srgbClr val="17212B"/>
                          </a:solidFill>
                          <a:latin typeface="Bitstream Charter"/>
                          <a:ea typeface="Bitstream Charter"/>
                          <a:cs typeface="Bitstream Charter"/>
                        </a:rPr>
                        <a:t>View not found</a:t>
                      </a:r>
                    </a:p>
                  </a:txBody>
                  <a:tcPr marL="91440" marR="91440" marT="45720" marB="45720">
                    <a:solidFill>
                      <a:srgbClr val="F5F8FA"/>
                    </a:solidFill>
                  </a:tcPr>
                </a:tc>
                <a:tc>
                  <a:txBody>
                    <a:bodyPr/>
                    <a:lstStyle/>
                    <a:p>
                      <a:r>
                        <a:rPr sz="1050">
                          <a:solidFill>
                            <a:srgbClr val="17212B"/>
                          </a:solidFill>
                          <a:latin typeface="Bitstream Charter"/>
                          <a:ea typeface="Bitstream Charter"/>
                          <a:cs typeface="Bitstream Charter"/>
                        </a:rPr>
                        <a:t>Temp-view cell did not run in this session</a:t>
                      </a:r>
                    </a:p>
                  </a:txBody>
                  <a:tcPr marL="91440" marR="91440" marT="45720" marB="45720">
                    <a:solidFill>
                      <a:srgbClr val="F5F8FA"/>
                    </a:solidFill>
                  </a:tcPr>
                </a:tc>
                <a:tc>
                  <a:txBody>
                    <a:bodyPr/>
                    <a:lstStyle/>
                    <a:p>
                      <a:r>
                        <a:rPr sz="1050">
                          <a:solidFill>
                            <a:srgbClr val="17212B"/>
                          </a:solidFill>
                          <a:latin typeface="Bitstream Charter"/>
                          <a:ea typeface="Bitstream Charter"/>
                          <a:cs typeface="Bitstream Charter"/>
                        </a:rPr>
                        <a:t>Run cells in order</a:t>
                      </a:r>
                    </a:p>
                  </a:txBody>
                  <a:tcPr marL="91440" marR="91440" marT="45720" marB="45720">
                    <a:solidFill>
                      <a:srgbClr val="F5F8FA"/>
                    </a:solidFill>
                  </a:tcPr>
                </a:tc>
              </a:tr>
              <a:tr h="579438">
                <a:tc>
                  <a:txBody>
                    <a:bodyPr/>
                    <a:lstStyle/>
                    <a:p>
                      <a:r>
                        <a:rPr sz="1050">
                          <a:solidFill>
                            <a:srgbClr val="17212B"/>
                          </a:solidFill>
                          <a:latin typeface="Bitstream Charter"/>
                          <a:ea typeface="Bitstream Charter"/>
                          <a:cs typeface="Bitstream Charter"/>
                        </a:rPr>
                        <a:t>PERMISSION_DENIED</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Wrong schema or missing privilege</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Identity, full name and SHOW GRANTS</a:t>
                      </a:r>
                    </a:p>
                  </a:txBody>
                  <a:tcPr marL="91440" marR="91440" marT="45720" marB="45720">
                    <a:solidFill>
                      <a:srgbClr val="FFFFFF"/>
                    </a:solidFill>
                  </a:tcPr>
                </a:tc>
              </a:tr>
              <a:tr h="579438">
                <a:tc>
                  <a:txBody>
                    <a:bodyPr/>
                    <a:lstStyle/>
                    <a:p>
                      <a:r>
                        <a:rPr sz="1050">
                          <a:solidFill>
                            <a:srgbClr val="17212B"/>
                          </a:solidFill>
                          <a:latin typeface="Bitstream Charter"/>
                          <a:ea typeface="Bitstream Charter"/>
                          <a:cs typeface="Bitstream Charter"/>
                        </a:rPr>
                        <a:t>Column not found</a:t>
                      </a:r>
                    </a:p>
                  </a:txBody>
                  <a:tcPr marL="91440" marR="91440" marT="45720" marB="45720">
                    <a:solidFill>
                      <a:srgbClr val="F5F8FA"/>
                    </a:solidFill>
                  </a:tcPr>
                </a:tc>
                <a:tc>
                  <a:txBody>
                    <a:bodyPr/>
                    <a:lstStyle/>
                    <a:p>
                      <a:r>
                        <a:rPr sz="1050">
                          <a:solidFill>
                            <a:srgbClr val="17212B"/>
                          </a:solidFill>
                          <a:latin typeface="Bitstream Charter"/>
                          <a:ea typeface="Bitstream Charter"/>
                          <a:cs typeface="Bitstream Charter"/>
                        </a:rPr>
                        <a:t>Spelling or schema differs</a:t>
                      </a:r>
                    </a:p>
                  </a:txBody>
                  <a:tcPr marL="91440" marR="91440" marT="45720" marB="45720">
                    <a:solidFill>
                      <a:srgbClr val="F5F8FA"/>
                    </a:solidFill>
                  </a:tcPr>
                </a:tc>
                <a:tc>
                  <a:txBody>
                    <a:bodyPr/>
                    <a:lstStyle/>
                    <a:p>
                      <a:r>
                        <a:rPr sz="1050">
                          <a:solidFill>
                            <a:srgbClr val="17212B"/>
                          </a:solidFill>
                          <a:latin typeface="Bitstream Charter"/>
                          <a:ea typeface="Bitstream Charter"/>
                          <a:cs typeface="Bitstream Charter"/>
                        </a:rPr>
                        <a:t>printSchema and input sample</a:t>
                      </a:r>
                    </a:p>
                  </a:txBody>
                  <a:tcPr marL="91440" marR="91440" marT="45720" marB="45720">
                    <a:solidFill>
                      <a:srgbClr val="F5F8FA"/>
                    </a:solidFill>
                  </a:tcPr>
                </a:tc>
              </a:tr>
              <a:tr h="579438">
                <a:tc>
                  <a:txBody>
                    <a:bodyPr/>
                    <a:lstStyle/>
                    <a:p>
                      <a:r>
                        <a:rPr sz="1050">
                          <a:solidFill>
                            <a:srgbClr val="17212B"/>
                          </a:solidFill>
                          <a:latin typeface="Bitstream Charter"/>
                          <a:ea typeface="Bitstream Charter"/>
                          <a:cs typeface="Bitstream Charter"/>
                        </a:rPr>
                        <a:t>Unexpected duplicates</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Append was rerun</a:t>
                      </a:r>
                    </a:p>
                  </a:txBody>
                  <a:tcPr marL="91440" marR="91440" marT="45720" marB="45720">
                    <a:solidFill>
                      <a:srgbClr val="FFFFFF"/>
                    </a:solidFill>
                  </a:tcPr>
                </a:tc>
                <a:tc>
                  <a:txBody>
                    <a:bodyPr/>
                    <a:lstStyle/>
                    <a:p>
                      <a:r>
                        <a:rPr sz="1050">
                          <a:solidFill>
                            <a:srgbClr val="17212B"/>
                          </a:solidFill>
                          <a:latin typeface="Bitstream Charter"/>
                          <a:ea typeface="Bitstream Charter"/>
                          <a:cs typeface="Bitstream Charter"/>
                        </a:rPr>
                        <a:t>History and business-key counts</a:t>
                      </a:r>
                    </a:p>
                  </a:txBody>
                  <a:tcPr marL="91440" marR="91440" marT="45720" marB="4572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5DEB40CF-394D-44B0-A284-92FC161ECF0F}"/>
              </a:ext>
            </a:extLst>
          </p:cNvPr>
          <p:cNvSpPr>
            <a:spLocks xmlns:a="http://schemas.openxmlformats.org/drawingml/2006/main" noGrp="1"/>
          </p:cNvSpPr>
          <p:nvPr/>
        </p:nvSpPr>
        <p:spPr>
          <a:xfrm xmlns:a="http://schemas.openxmlformats.org/drawingml/2006/main">
            <a:off x="1476375" y="5429250"/>
            <a:ext cx="9239250" cy="523875"/>
          </a:xfrm>
          <a:prstGeom xmlns:a="http://schemas.openxmlformats.org/drawingml/2006/main" prst="roundRect">
            <a:avLst>
              <a:gd name="adj" fmla="val 14545"/>
            </a:avLst>
          </a:prstGeom>
          <a:solidFill xmlns:a="http://schemas.openxmlformats.org/drawingml/2006/main">
            <a:srgbClr val="EAF4FB"/>
          </a:solidFill>
          <a:ln xmlns:a="http://schemas.openxmlformats.org/drawingml/2006/main" w="9525">
            <a:solidFill>
              <a:srgbClr val="D5DEE6"/>
            </a:solidFill>
          </a:ln>
        </p:spPr>
      </p:sp>
      <p:sp>
        <p:nvSpPr>
          <p:cNvPr id="9" name="">
            <a:extLst xmlns:a="http://schemas.openxmlformats.org/drawingml/2006/main">
              <a:ext uri="{FF2B5EF4-FFF2-40B4-BE49-F238E27FC236}">
                <a16:creationId xmlns:a16="http://schemas.microsoft.com/office/drawing/2014/main" id="{ADDCCCEC-A4B9-479F-978C-9FECCBACB60D}"/>
              </a:ext>
            </a:extLst>
          </p:cNvPr>
          <p:cNvSpPr>
            <a:spLocks xmlns:a="http://schemas.openxmlformats.org/drawingml/2006/main" noGrp="1"/>
          </p:cNvSpPr>
          <p:nvPr/>
        </p:nvSpPr>
        <p:spPr>
          <a:xfrm xmlns:a="http://schemas.openxmlformats.org/drawingml/2006/main">
            <a:off x="1666875" y="5505450"/>
            <a:ext cx="885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09233B"/>
                </a:solidFill>
                <a:latin typeface="Bitstream Charter"/>
                <a:ea typeface="Bitstream Charter"/>
                <a:cs typeface="Bitstream Charter"/>
              </a:defRPr>
            </a:pPr>
            <a:r>
              <a:rPr sz="1350" b="1">
                <a:solidFill>
                  <a:srgbClr val="09233B"/>
                </a:solidFill>
                <a:latin typeface="Bitstream Charter"/>
                <a:ea typeface="Bitstream Charter"/>
                <a:cs typeface="Bitstream Charter"/>
              </a:rPr>
              <a:t>Use the narrowest correction; do not grant administrator rights to bypass an error.</a:t>
            </a:r>
          </a:p>
        </p:txBody>
      </p:sp>
    </p:spTree>
    <p:extLst>
      <p:ext uri="{BB962C8B-B14F-4D97-AF65-F5344CB8AC3E}">
        <p14:creationId xmlns:p14="http://schemas.microsoft.com/office/powerpoint/2010/main" val="1582790424"/>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FB0A3F74-D1C1-4640-9E24-F03D98C20B0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D4D1081-E26D-43A4-996B-C99E0B5F0AA7}"/>
              </a:ext>
            </a:extLst>
          </p:cNvPr>
          <p:cNvSpPr>
            <a:spLocks xmlns:a="http://schemas.openxmlformats.org/drawingml/2006/main" noGrp="1"/>
          </p:cNvSpPr>
          <p:nvPr/>
        </p:nvSpPr>
        <p:spPr>
          <a:xfrm xmlns:a="http://schemas.openxmlformats.org/drawingml/2006/main">
            <a:off x="609600" y="3238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9233B"/>
                </a:solidFill>
                <a:latin typeface="Bitstream Charter"/>
                <a:ea typeface="Bitstream Charter"/>
                <a:cs typeface="Bitstream Charter"/>
              </a:defRPr>
            </a:pPr>
            <a:r>
              <a:rPr sz="2550" b="1">
                <a:solidFill>
                  <a:srgbClr val="09233B"/>
                </a:solidFill>
                <a:latin typeface="Bitstream Charter"/>
                <a:ea typeface="Bitstream Charter"/>
                <a:cs typeface="Bitstream Charter"/>
              </a:rPr>
              <a:t>Complete path and assessment</a:t>
            </a:r>
          </a:p>
        </p:txBody>
      </p:sp>
      <p:sp>
        <p:nvSpPr>
          <p:cNvPr id="3" name="">
            <a:extLst xmlns:a="http://schemas.openxmlformats.org/drawingml/2006/main">
              <a:ext uri="{FF2B5EF4-FFF2-40B4-BE49-F238E27FC236}">
                <a16:creationId xmlns:a16="http://schemas.microsoft.com/office/drawing/2014/main" id="{7FBD0078-FBF2-434C-B866-E01022E8D37B}"/>
              </a:ext>
            </a:extLst>
          </p:cNvPr>
          <p:cNvSpPr>
            <a:spLocks xmlns:a="http://schemas.openxmlformats.org/drawingml/2006/main" noGrp="1"/>
          </p:cNvSpPr>
          <p:nvPr/>
        </p:nvSpPr>
        <p:spPr>
          <a:xfrm xmlns:a="http://schemas.openxmlformats.org/drawingml/2006/main">
            <a:off x="628650" y="885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D6A76"/>
                </a:solidFill>
                <a:latin typeface="Bitstream Charter"/>
                <a:ea typeface="Bitstream Charter"/>
                <a:cs typeface="Bitstream Charter"/>
              </a:defRPr>
            </a:pPr>
            <a:r>
              <a:rPr sz="1200" b="0">
                <a:solidFill>
                  <a:srgbClr val="5D6A76"/>
                </a:solidFill>
                <a:latin typeface="Bitstream Charter"/>
                <a:ea typeface="Bitstream Charter"/>
                <a:cs typeface="Bitstream Charter"/>
              </a:rPr>
              <a:t>Close with learner explanation and evidence</a:t>
            </a:r>
          </a:p>
        </p:txBody>
      </p:sp>
      <p:sp>
        <p:nvSpPr>
          <p:cNvPr id="4" name="">
            <a:extLst xmlns:a="http://schemas.openxmlformats.org/drawingml/2006/main">
              <a:ext uri="{FF2B5EF4-FFF2-40B4-BE49-F238E27FC236}">
                <a16:creationId xmlns:a16="http://schemas.microsoft.com/office/drawing/2014/main" id="{AEBD1F60-18C0-4D11-9DB2-4A6F75E619A1}"/>
              </a:ext>
            </a:extLst>
          </p:cNvPr>
          <p:cNvSpPr>
            <a:spLocks xmlns:a="http://schemas.openxmlformats.org/drawingml/2006/main" noGrp="1"/>
          </p:cNvSpPr>
          <p:nvPr/>
        </p:nvSpPr>
        <p:spPr>
          <a:xfrm xmlns:a="http://schemas.openxmlformats.org/drawingml/2006/main">
            <a:off x="609600" y="1238250"/>
            <a:ext cx="10744200" cy="28575"/>
          </a:xfrm>
          <a:prstGeom xmlns:a="http://schemas.openxmlformats.org/drawingml/2006/main" prst="rect">
            <a:avLst/>
          </a:prstGeom>
          <a:solidFill xmlns:a="http://schemas.openxmlformats.org/drawingml/2006/main">
            <a:srgbClr val="37AFA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F1BB7FC-72A3-48B2-9D00-E1B288DE1113}"/>
              </a:ext>
            </a:extLst>
          </p:cNvPr>
          <p:cNvSpPr>
            <a:spLocks xmlns:a="http://schemas.openxmlformats.org/drawingml/2006/main" noGrp="1"/>
          </p:cNvSpPr>
          <p:nvPr/>
        </p:nvSpPr>
        <p:spPr>
          <a:xfrm xmlns:a="http://schemas.openxmlformats.org/drawingml/2006/main">
            <a:off x="571500" y="64770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A37FEB06-B600-4D68-8912-8B9F80BC9445}"/>
              </a:ext>
            </a:extLst>
          </p:cNvPr>
          <p:cNvSpPr>
            <a:spLocks xmlns:a="http://schemas.openxmlformats.org/drawingml/2006/main" noGrp="1"/>
          </p:cNvSpPr>
          <p:nvPr/>
        </p:nvSpPr>
        <p:spPr>
          <a:xfrm xmlns:a="http://schemas.openxmlformats.org/drawingml/2006/main">
            <a:off x="11049000" y="64770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1">
                <a:solidFill>
                  <a:srgbClr val="5D6A76"/>
                </a:solidFill>
                <a:latin typeface="Bitstream Charter"/>
                <a:ea typeface="Bitstream Charter"/>
                <a:cs typeface="Bitstream Charter"/>
              </a:defRPr>
            </a:pPr>
            <a:r>
              <a:rPr sz="825" b="1">
                <a:solidFill>
                  <a:srgbClr val="5D6A76"/>
                </a:solidFill>
                <a:latin typeface="Bitstream Charter"/>
                <a:ea typeface="Bitstream Charter"/>
                <a:cs typeface="Bitstream Charter"/>
              </a:rPr>
              <a:t>60</a:t>
            </a:r>
          </a:p>
        </p:txBody>
      </p:sp>
      <p:sp>
        <p:nvSpPr>
          <p:cNvPr id="7" name="">
            <a:extLst xmlns:a="http://schemas.openxmlformats.org/drawingml/2006/main">
              <a:ext uri="{FF2B5EF4-FFF2-40B4-BE49-F238E27FC236}">
                <a16:creationId xmlns:a16="http://schemas.microsoft.com/office/drawing/2014/main" id="{DC8FE224-BA97-4C6D-AF33-8048AC3887EB}"/>
              </a:ext>
            </a:extLst>
          </p:cNvPr>
          <p:cNvSpPr>
            <a:spLocks xmlns:a="http://schemas.openxmlformats.org/drawingml/2006/main" noGrp="1"/>
          </p:cNvSpPr>
          <p:nvPr/>
        </p:nvSpPr>
        <p:spPr>
          <a:xfrm xmlns:a="http://schemas.openxmlformats.org/drawingml/2006/main">
            <a:off x="428625" y="2000250"/>
            <a:ext cx="2000250" cy="1809750"/>
          </a:xfrm>
          <a:prstGeom xmlns:a="http://schemas.openxmlformats.org/drawingml/2006/main" prst="roundRect">
            <a:avLst>
              <a:gd name="adj" fmla="val 4211"/>
            </a:avLst>
          </a:prstGeom>
          <a:solidFill xmlns:a="http://schemas.openxmlformats.org/drawingml/2006/main">
            <a:srgbClr val="F5F8FA"/>
          </a:solidFill>
          <a:ln xmlns:a="http://schemas.openxmlformats.org/drawingml/2006/main" w="9525">
            <a:solidFill>
              <a:srgbClr val="D5DEE6"/>
            </a:solidFill>
          </a:ln>
        </p:spPr>
      </p:sp>
      <p:sp>
        <p:nvSpPr>
          <p:cNvPr id="8" name="">
            <a:extLst xmlns:a="http://schemas.openxmlformats.org/drawingml/2006/main">
              <a:ext uri="{FF2B5EF4-FFF2-40B4-BE49-F238E27FC236}">
                <a16:creationId xmlns:a16="http://schemas.microsoft.com/office/drawing/2014/main" id="{C2EF7A0D-7741-4063-A50B-A11AF8CD6CF5}"/>
              </a:ext>
            </a:extLst>
          </p:cNvPr>
          <p:cNvSpPr>
            <a:spLocks xmlns:a="http://schemas.openxmlformats.org/drawingml/2006/main" noGrp="1"/>
          </p:cNvSpPr>
          <p:nvPr/>
        </p:nvSpPr>
        <p:spPr>
          <a:xfrm xmlns:a="http://schemas.openxmlformats.org/drawingml/2006/main">
            <a:off x="600075" y="21717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615"/>
          </a:bodyPr>
          <a:lstStyle xmlns:a="http://schemas.openxmlformats.org/drawingml/2006/main"/>
          <a:p xmlns:a="http://schemas.openxmlformats.org/drawingml/2006/main">
            <a:pPr algn="l">
              <a:defRPr sz="1950" b="1">
                <a:solidFill>
                  <a:srgbClr val="2E74B5"/>
                </a:solidFill>
                <a:latin typeface="Bitstream Charter"/>
                <a:ea typeface="Bitstream Charter"/>
                <a:cs typeface="Bitstream Charter"/>
              </a:defRPr>
            </a:pPr>
            <a:r>
              <a:rPr sz="1950" b="1">
                <a:solidFill>
                  <a:srgbClr val="2E74B5"/>
                </a:solidFill>
                <a:latin typeface="Bitstream Charter"/>
                <a:ea typeface="Bitstream Charter"/>
                <a:cs typeface="Bitstream Charter"/>
              </a:rPr>
              <a:t>1</a:t>
            </a:r>
          </a:p>
        </p:txBody>
      </p:sp>
      <p:sp>
        <p:nvSpPr>
          <p:cNvPr id="9" name="">
            <a:extLst xmlns:a="http://schemas.openxmlformats.org/drawingml/2006/main">
              <a:ext uri="{FF2B5EF4-FFF2-40B4-BE49-F238E27FC236}">
                <a16:creationId xmlns:a16="http://schemas.microsoft.com/office/drawing/2014/main" id="{512B32B3-5AE1-4545-B296-C0D959B5B682}"/>
              </a:ext>
            </a:extLst>
          </p:cNvPr>
          <p:cNvSpPr>
            <a:spLocks xmlns:a="http://schemas.openxmlformats.org/drawingml/2006/main" noGrp="1"/>
          </p:cNvSpPr>
          <p:nvPr/>
        </p:nvSpPr>
        <p:spPr>
          <a:xfrm xmlns:a="http://schemas.openxmlformats.org/drawingml/2006/main">
            <a:off x="638175" y="2686050"/>
            <a:ext cx="158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Workspace</a:t>
            </a:r>
          </a:p>
        </p:txBody>
      </p:sp>
      <p:sp>
        <p:nvSpPr>
          <p:cNvPr id="10" name="">
            <a:extLst xmlns:a="http://schemas.openxmlformats.org/drawingml/2006/main">
              <a:ext uri="{FF2B5EF4-FFF2-40B4-BE49-F238E27FC236}">
                <a16:creationId xmlns:a16="http://schemas.microsoft.com/office/drawing/2014/main" id="{EC4F750A-6CC5-4036-801A-1F04A71B7EBC}"/>
              </a:ext>
            </a:extLst>
          </p:cNvPr>
          <p:cNvSpPr>
            <a:spLocks xmlns:a="http://schemas.openxmlformats.org/drawingml/2006/main" noGrp="1"/>
          </p:cNvSpPr>
          <p:nvPr/>
        </p:nvSpPr>
        <p:spPr>
          <a:xfrm xmlns:a="http://schemas.openxmlformats.org/drawingml/2006/main">
            <a:off x="638175" y="3181350"/>
            <a:ext cx="1581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17212B"/>
                </a:solidFill>
                <a:latin typeface="Bitstream Charter"/>
                <a:ea typeface="Bitstream Charter"/>
                <a:cs typeface="Bitstream Charter"/>
              </a:defRPr>
            </a:pPr>
            <a:r>
              <a:rPr sz="1125" b="0">
                <a:solidFill>
                  <a:srgbClr val="17212B"/>
                </a:solidFill>
                <a:latin typeface="Bitstream Charter"/>
                <a:ea typeface="Bitstream Charter"/>
                <a:cs typeface="Bitstream Charter"/>
              </a:rPr>
              <a:t>organizes work</a:t>
            </a:r>
          </a:p>
        </p:txBody>
      </p:sp>
      <p:sp>
        <p:nvSpPr>
          <p:cNvPr id="11" name="">
            <a:extLst xmlns:a="http://schemas.openxmlformats.org/drawingml/2006/main">
              <a:ext uri="{FF2B5EF4-FFF2-40B4-BE49-F238E27FC236}">
                <a16:creationId xmlns:a16="http://schemas.microsoft.com/office/drawing/2014/main" id="{10FFED37-8FD0-4A52-9F60-7E49E3F1DE71}"/>
              </a:ext>
            </a:extLst>
          </p:cNvPr>
          <p:cNvSpPr>
            <a:spLocks xmlns:a="http://schemas.openxmlformats.org/drawingml/2006/main" noGrp="1"/>
          </p:cNvSpPr>
          <p:nvPr/>
        </p:nvSpPr>
        <p:spPr>
          <a:xfrm xmlns:a="http://schemas.openxmlformats.org/drawingml/2006/main">
            <a:off x="2438400" y="2619375"/>
            <a:ext cx="247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4109"/>
          </a:bodyPr>
          <a:lstStyle xmlns:a="http://schemas.openxmlformats.org/drawingml/2006/main"/>
          <a:p xmlns:a="http://schemas.openxmlformats.org/drawingml/2006/main">
            <a:pPr algn="ctr">
              <a:defRPr sz="2100" b="1">
                <a:solidFill>
                  <a:srgbClr val="2E74B5"/>
                </a:solidFill>
                <a:latin typeface="Bitstream Charter"/>
                <a:ea typeface="Bitstream Charter"/>
                <a:cs typeface="Bitstream Charter"/>
              </a:defRPr>
            </a:pPr>
            <a:r>
              <a:rPr sz="2100" b="1">
                <a:solidFill>
                  <a:srgbClr val="2E74B5"/>
                </a:solidFill>
                <a:latin typeface="Bitstream Charter"/>
                <a:ea typeface="Bitstream Charter"/>
                <a:cs typeface="Bitstream Charter"/>
              </a:rPr>
              <a:t>→</a:t>
            </a:r>
          </a:p>
        </p:txBody>
      </p:sp>
      <p:sp>
        <p:nvSpPr>
          <p:cNvPr id="12" name="">
            <a:extLst xmlns:a="http://schemas.openxmlformats.org/drawingml/2006/main">
              <a:ext uri="{FF2B5EF4-FFF2-40B4-BE49-F238E27FC236}">
                <a16:creationId xmlns:a16="http://schemas.microsoft.com/office/drawing/2014/main" id="{C25155D5-16D8-4520-8F5F-286C82898B3B}"/>
              </a:ext>
            </a:extLst>
          </p:cNvPr>
          <p:cNvSpPr>
            <a:spLocks xmlns:a="http://schemas.openxmlformats.org/drawingml/2006/main" noGrp="1"/>
          </p:cNvSpPr>
          <p:nvPr/>
        </p:nvSpPr>
        <p:spPr>
          <a:xfrm xmlns:a="http://schemas.openxmlformats.org/drawingml/2006/main">
            <a:off x="2695575" y="2000250"/>
            <a:ext cx="2000250" cy="1809750"/>
          </a:xfrm>
          <a:prstGeom xmlns:a="http://schemas.openxmlformats.org/drawingml/2006/main" prst="roundRect">
            <a:avLst>
              <a:gd name="adj" fmla="val 4211"/>
            </a:avLst>
          </a:prstGeom>
          <a:solidFill xmlns:a="http://schemas.openxmlformats.org/drawingml/2006/main">
            <a:srgbClr val="F5F8FA"/>
          </a:solidFill>
          <a:ln xmlns:a="http://schemas.openxmlformats.org/drawingml/2006/main" w="9525">
            <a:solidFill>
              <a:srgbClr val="D5DEE6"/>
            </a:solidFill>
          </a:ln>
        </p:spPr>
      </p:sp>
      <p:sp>
        <p:nvSpPr>
          <p:cNvPr id="13" name="">
            <a:extLst xmlns:a="http://schemas.openxmlformats.org/drawingml/2006/main">
              <a:ext uri="{FF2B5EF4-FFF2-40B4-BE49-F238E27FC236}">
                <a16:creationId xmlns:a16="http://schemas.microsoft.com/office/drawing/2014/main" id="{F3A111ED-DB02-452B-BF4D-3C94831ADE42}"/>
              </a:ext>
            </a:extLst>
          </p:cNvPr>
          <p:cNvSpPr>
            <a:spLocks xmlns:a="http://schemas.openxmlformats.org/drawingml/2006/main" noGrp="1"/>
          </p:cNvSpPr>
          <p:nvPr/>
        </p:nvSpPr>
        <p:spPr>
          <a:xfrm xmlns:a="http://schemas.openxmlformats.org/drawingml/2006/main">
            <a:off x="2867025" y="21717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615"/>
          </a:bodyPr>
          <a:lstStyle xmlns:a="http://schemas.openxmlformats.org/drawingml/2006/main"/>
          <a:p xmlns:a="http://schemas.openxmlformats.org/drawingml/2006/main">
            <a:pPr algn="l">
              <a:defRPr sz="1950" b="1">
                <a:solidFill>
                  <a:srgbClr val="2E74B5"/>
                </a:solidFill>
                <a:latin typeface="Bitstream Charter"/>
                <a:ea typeface="Bitstream Charter"/>
                <a:cs typeface="Bitstream Charter"/>
              </a:defRPr>
            </a:pPr>
            <a:r>
              <a:rPr sz="1950" b="1">
                <a:solidFill>
                  <a:srgbClr val="2E74B5"/>
                </a:solidFill>
                <a:latin typeface="Bitstream Charter"/>
                <a:ea typeface="Bitstream Charter"/>
                <a:cs typeface="Bitstream Charter"/>
              </a:rPr>
              <a:t>2</a:t>
            </a:r>
          </a:p>
        </p:txBody>
      </p:sp>
      <p:sp>
        <p:nvSpPr>
          <p:cNvPr id="14" name="">
            <a:extLst xmlns:a="http://schemas.openxmlformats.org/drawingml/2006/main">
              <a:ext uri="{FF2B5EF4-FFF2-40B4-BE49-F238E27FC236}">
                <a16:creationId xmlns:a16="http://schemas.microsoft.com/office/drawing/2014/main" id="{E1B2E963-2E7B-48B8-8FE7-D4A45BC0B35D}"/>
              </a:ext>
            </a:extLst>
          </p:cNvPr>
          <p:cNvSpPr>
            <a:spLocks xmlns:a="http://schemas.openxmlformats.org/drawingml/2006/main" noGrp="1"/>
          </p:cNvSpPr>
          <p:nvPr/>
        </p:nvSpPr>
        <p:spPr>
          <a:xfrm xmlns:a="http://schemas.openxmlformats.org/drawingml/2006/main">
            <a:off x="2905125" y="2686050"/>
            <a:ext cx="158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Notebook</a:t>
            </a:r>
          </a:p>
        </p:txBody>
      </p:sp>
      <p:sp>
        <p:nvSpPr>
          <p:cNvPr id="15" name="">
            <a:extLst xmlns:a="http://schemas.openxmlformats.org/drawingml/2006/main">
              <a:ext uri="{FF2B5EF4-FFF2-40B4-BE49-F238E27FC236}">
                <a16:creationId xmlns:a16="http://schemas.microsoft.com/office/drawing/2014/main" id="{3EBD952A-C842-4BBB-A826-CB6D5E90CF41}"/>
              </a:ext>
            </a:extLst>
          </p:cNvPr>
          <p:cNvSpPr>
            <a:spLocks xmlns:a="http://schemas.openxmlformats.org/drawingml/2006/main" noGrp="1"/>
          </p:cNvSpPr>
          <p:nvPr/>
        </p:nvSpPr>
        <p:spPr>
          <a:xfrm xmlns:a="http://schemas.openxmlformats.org/drawingml/2006/main">
            <a:off x="2905125" y="3181350"/>
            <a:ext cx="1581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17212B"/>
                </a:solidFill>
                <a:latin typeface="Bitstream Charter"/>
                <a:ea typeface="Bitstream Charter"/>
                <a:cs typeface="Bitstream Charter"/>
              </a:defRPr>
            </a:pPr>
            <a:r>
              <a:rPr sz="1125" b="0">
                <a:solidFill>
                  <a:srgbClr val="17212B"/>
                </a:solidFill>
                <a:latin typeface="Bitstream Charter"/>
                <a:ea typeface="Bitstream Charter"/>
                <a:cs typeface="Bitstream Charter"/>
              </a:rPr>
              <a:t>contains instructions</a:t>
            </a:r>
          </a:p>
        </p:txBody>
      </p:sp>
      <p:sp>
        <p:nvSpPr>
          <p:cNvPr id="16" name="">
            <a:extLst xmlns:a="http://schemas.openxmlformats.org/drawingml/2006/main">
              <a:ext uri="{FF2B5EF4-FFF2-40B4-BE49-F238E27FC236}">
                <a16:creationId xmlns:a16="http://schemas.microsoft.com/office/drawing/2014/main" id="{67ABD107-9D6E-4417-B92C-85625F4CF549}"/>
              </a:ext>
            </a:extLst>
          </p:cNvPr>
          <p:cNvSpPr>
            <a:spLocks xmlns:a="http://schemas.openxmlformats.org/drawingml/2006/main" noGrp="1"/>
          </p:cNvSpPr>
          <p:nvPr/>
        </p:nvSpPr>
        <p:spPr>
          <a:xfrm xmlns:a="http://schemas.openxmlformats.org/drawingml/2006/main">
            <a:off x="4705350" y="2619375"/>
            <a:ext cx="247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4109"/>
          </a:bodyPr>
          <a:lstStyle xmlns:a="http://schemas.openxmlformats.org/drawingml/2006/main"/>
          <a:p xmlns:a="http://schemas.openxmlformats.org/drawingml/2006/main">
            <a:pPr algn="ctr">
              <a:defRPr sz="2100" b="1">
                <a:solidFill>
                  <a:srgbClr val="2E74B5"/>
                </a:solidFill>
                <a:latin typeface="Bitstream Charter"/>
                <a:ea typeface="Bitstream Charter"/>
                <a:cs typeface="Bitstream Charter"/>
              </a:defRPr>
            </a:pPr>
            <a:r>
              <a:rPr sz="2100" b="1">
                <a:solidFill>
                  <a:srgbClr val="2E74B5"/>
                </a:solidFill>
                <a:latin typeface="Bitstream Charter"/>
                <a:ea typeface="Bitstream Charter"/>
                <a:cs typeface="Bitstream Charter"/>
              </a:rPr>
              <a:t>→</a:t>
            </a:r>
          </a:p>
        </p:txBody>
      </p:sp>
      <p:sp>
        <p:nvSpPr>
          <p:cNvPr id="17" name="">
            <a:extLst xmlns:a="http://schemas.openxmlformats.org/drawingml/2006/main">
              <a:ext uri="{FF2B5EF4-FFF2-40B4-BE49-F238E27FC236}">
                <a16:creationId xmlns:a16="http://schemas.microsoft.com/office/drawing/2014/main" id="{3810F14A-824C-4120-B00C-71D733F93BA2}"/>
              </a:ext>
            </a:extLst>
          </p:cNvPr>
          <p:cNvSpPr>
            <a:spLocks xmlns:a="http://schemas.openxmlformats.org/drawingml/2006/main" noGrp="1"/>
          </p:cNvSpPr>
          <p:nvPr/>
        </p:nvSpPr>
        <p:spPr>
          <a:xfrm xmlns:a="http://schemas.openxmlformats.org/drawingml/2006/main">
            <a:off x="4962525" y="2000250"/>
            <a:ext cx="2000250" cy="1809750"/>
          </a:xfrm>
          <a:prstGeom xmlns:a="http://schemas.openxmlformats.org/drawingml/2006/main" prst="roundRect">
            <a:avLst>
              <a:gd name="adj" fmla="val 4211"/>
            </a:avLst>
          </a:prstGeom>
          <a:solidFill xmlns:a="http://schemas.openxmlformats.org/drawingml/2006/main">
            <a:srgbClr val="F5F8FA"/>
          </a:solidFill>
          <a:ln xmlns:a="http://schemas.openxmlformats.org/drawingml/2006/main" w="9525">
            <a:solidFill>
              <a:srgbClr val="D5DEE6"/>
            </a:solidFill>
          </a:ln>
        </p:spPr>
      </p:sp>
      <p:sp>
        <p:nvSpPr>
          <p:cNvPr id="18" name="">
            <a:extLst xmlns:a="http://schemas.openxmlformats.org/drawingml/2006/main">
              <a:ext uri="{FF2B5EF4-FFF2-40B4-BE49-F238E27FC236}">
                <a16:creationId xmlns:a16="http://schemas.microsoft.com/office/drawing/2014/main" id="{4B0091F8-A6A7-444D-BCD7-14172A6D46CB}"/>
              </a:ext>
            </a:extLst>
          </p:cNvPr>
          <p:cNvSpPr>
            <a:spLocks xmlns:a="http://schemas.openxmlformats.org/drawingml/2006/main" noGrp="1"/>
          </p:cNvSpPr>
          <p:nvPr/>
        </p:nvSpPr>
        <p:spPr>
          <a:xfrm xmlns:a="http://schemas.openxmlformats.org/drawingml/2006/main">
            <a:off x="5133975" y="21717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615"/>
          </a:bodyPr>
          <a:lstStyle xmlns:a="http://schemas.openxmlformats.org/drawingml/2006/main"/>
          <a:p xmlns:a="http://schemas.openxmlformats.org/drawingml/2006/main">
            <a:pPr algn="l">
              <a:defRPr sz="1950" b="1">
                <a:solidFill>
                  <a:srgbClr val="2E74B5"/>
                </a:solidFill>
                <a:latin typeface="Bitstream Charter"/>
                <a:ea typeface="Bitstream Charter"/>
                <a:cs typeface="Bitstream Charter"/>
              </a:defRPr>
            </a:pPr>
            <a:r>
              <a:rPr sz="1950" b="1">
                <a:solidFill>
                  <a:srgbClr val="2E74B5"/>
                </a:solidFill>
                <a:latin typeface="Bitstream Charter"/>
                <a:ea typeface="Bitstream Charter"/>
                <a:cs typeface="Bitstream Charter"/>
              </a:rPr>
              <a:t>3</a:t>
            </a:r>
          </a:p>
        </p:txBody>
      </p:sp>
      <p:sp>
        <p:nvSpPr>
          <p:cNvPr id="19" name="">
            <a:extLst xmlns:a="http://schemas.openxmlformats.org/drawingml/2006/main">
              <a:ext uri="{FF2B5EF4-FFF2-40B4-BE49-F238E27FC236}">
                <a16:creationId xmlns:a16="http://schemas.microsoft.com/office/drawing/2014/main" id="{2A7BFBD3-86FE-4BC0-A502-AA4829F744C3}"/>
              </a:ext>
            </a:extLst>
          </p:cNvPr>
          <p:cNvSpPr>
            <a:spLocks xmlns:a="http://schemas.openxmlformats.org/drawingml/2006/main" noGrp="1"/>
          </p:cNvSpPr>
          <p:nvPr/>
        </p:nvSpPr>
        <p:spPr>
          <a:xfrm xmlns:a="http://schemas.openxmlformats.org/drawingml/2006/main">
            <a:off x="5172075" y="2686050"/>
            <a:ext cx="158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Compute</a:t>
            </a:r>
          </a:p>
        </p:txBody>
      </p:sp>
      <p:sp>
        <p:nvSpPr>
          <p:cNvPr id="20" name="">
            <a:extLst xmlns:a="http://schemas.openxmlformats.org/drawingml/2006/main">
              <a:ext uri="{FF2B5EF4-FFF2-40B4-BE49-F238E27FC236}">
                <a16:creationId xmlns:a16="http://schemas.microsoft.com/office/drawing/2014/main" id="{A65BE17C-5320-443E-BA48-7F519DA5F280}"/>
              </a:ext>
            </a:extLst>
          </p:cNvPr>
          <p:cNvSpPr>
            <a:spLocks xmlns:a="http://schemas.openxmlformats.org/drawingml/2006/main" noGrp="1"/>
          </p:cNvSpPr>
          <p:nvPr/>
        </p:nvSpPr>
        <p:spPr>
          <a:xfrm xmlns:a="http://schemas.openxmlformats.org/drawingml/2006/main">
            <a:off x="5172075" y="3181350"/>
            <a:ext cx="1581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17212B"/>
                </a:solidFill>
                <a:latin typeface="Bitstream Charter"/>
                <a:ea typeface="Bitstream Charter"/>
                <a:cs typeface="Bitstream Charter"/>
              </a:defRPr>
            </a:pPr>
            <a:r>
              <a:rPr sz="1125" b="0">
                <a:solidFill>
                  <a:srgbClr val="17212B"/>
                </a:solidFill>
                <a:latin typeface="Bitstream Charter"/>
                <a:ea typeface="Bitstream Charter"/>
                <a:cs typeface="Bitstream Charter"/>
              </a:rPr>
              <a:t>executes Spark</a:t>
            </a:r>
          </a:p>
        </p:txBody>
      </p:sp>
      <p:sp>
        <p:nvSpPr>
          <p:cNvPr id="21" name="">
            <a:extLst xmlns:a="http://schemas.openxmlformats.org/drawingml/2006/main">
              <a:ext uri="{FF2B5EF4-FFF2-40B4-BE49-F238E27FC236}">
                <a16:creationId xmlns:a16="http://schemas.microsoft.com/office/drawing/2014/main" id="{D2BDD46F-A74C-46F9-A608-C9BCF7D69A0A}"/>
              </a:ext>
            </a:extLst>
          </p:cNvPr>
          <p:cNvSpPr>
            <a:spLocks xmlns:a="http://schemas.openxmlformats.org/drawingml/2006/main" noGrp="1"/>
          </p:cNvSpPr>
          <p:nvPr/>
        </p:nvSpPr>
        <p:spPr>
          <a:xfrm xmlns:a="http://schemas.openxmlformats.org/drawingml/2006/main">
            <a:off x="6972300" y="2619375"/>
            <a:ext cx="247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4109"/>
          </a:bodyPr>
          <a:lstStyle xmlns:a="http://schemas.openxmlformats.org/drawingml/2006/main"/>
          <a:p xmlns:a="http://schemas.openxmlformats.org/drawingml/2006/main">
            <a:pPr algn="ctr">
              <a:defRPr sz="2100" b="1">
                <a:solidFill>
                  <a:srgbClr val="2E74B5"/>
                </a:solidFill>
                <a:latin typeface="Bitstream Charter"/>
                <a:ea typeface="Bitstream Charter"/>
                <a:cs typeface="Bitstream Charter"/>
              </a:defRPr>
            </a:pPr>
            <a:r>
              <a:rPr sz="2100" b="1">
                <a:solidFill>
                  <a:srgbClr val="2E74B5"/>
                </a:solidFill>
                <a:latin typeface="Bitstream Charter"/>
                <a:ea typeface="Bitstream Charter"/>
                <a:cs typeface="Bitstream Charter"/>
              </a:rPr>
              <a:t>→</a:t>
            </a:r>
          </a:p>
        </p:txBody>
      </p:sp>
      <p:sp>
        <p:nvSpPr>
          <p:cNvPr id="22" name="">
            <a:extLst xmlns:a="http://schemas.openxmlformats.org/drawingml/2006/main">
              <a:ext uri="{FF2B5EF4-FFF2-40B4-BE49-F238E27FC236}">
                <a16:creationId xmlns:a16="http://schemas.microsoft.com/office/drawing/2014/main" id="{EDCE7D85-73A3-4BB8-822B-2C08E7B512AA}"/>
              </a:ext>
            </a:extLst>
          </p:cNvPr>
          <p:cNvSpPr>
            <a:spLocks xmlns:a="http://schemas.openxmlformats.org/drawingml/2006/main" noGrp="1"/>
          </p:cNvSpPr>
          <p:nvPr/>
        </p:nvSpPr>
        <p:spPr>
          <a:xfrm xmlns:a="http://schemas.openxmlformats.org/drawingml/2006/main">
            <a:off x="7229475" y="2000250"/>
            <a:ext cx="2000250" cy="1809750"/>
          </a:xfrm>
          <a:prstGeom xmlns:a="http://schemas.openxmlformats.org/drawingml/2006/main" prst="roundRect">
            <a:avLst>
              <a:gd name="adj" fmla="val 4211"/>
            </a:avLst>
          </a:prstGeom>
          <a:solidFill xmlns:a="http://schemas.openxmlformats.org/drawingml/2006/main">
            <a:srgbClr val="F5F8FA"/>
          </a:solidFill>
          <a:ln xmlns:a="http://schemas.openxmlformats.org/drawingml/2006/main" w="9525">
            <a:solidFill>
              <a:srgbClr val="D5DEE6"/>
            </a:solidFill>
          </a:ln>
        </p:spPr>
      </p:sp>
      <p:sp>
        <p:nvSpPr>
          <p:cNvPr id="23" name="">
            <a:extLst xmlns:a="http://schemas.openxmlformats.org/drawingml/2006/main">
              <a:ext uri="{FF2B5EF4-FFF2-40B4-BE49-F238E27FC236}">
                <a16:creationId xmlns:a16="http://schemas.microsoft.com/office/drawing/2014/main" id="{B6D42997-E14A-4EF4-942B-81E8547FB0E3}"/>
              </a:ext>
            </a:extLst>
          </p:cNvPr>
          <p:cNvSpPr>
            <a:spLocks xmlns:a="http://schemas.openxmlformats.org/drawingml/2006/main" noGrp="1"/>
          </p:cNvSpPr>
          <p:nvPr/>
        </p:nvSpPr>
        <p:spPr>
          <a:xfrm xmlns:a="http://schemas.openxmlformats.org/drawingml/2006/main">
            <a:off x="7400925" y="21717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615"/>
          </a:bodyPr>
          <a:lstStyle xmlns:a="http://schemas.openxmlformats.org/drawingml/2006/main"/>
          <a:p xmlns:a="http://schemas.openxmlformats.org/drawingml/2006/main">
            <a:pPr algn="l">
              <a:defRPr sz="1950" b="1">
                <a:solidFill>
                  <a:srgbClr val="2E74B5"/>
                </a:solidFill>
                <a:latin typeface="Bitstream Charter"/>
                <a:ea typeface="Bitstream Charter"/>
                <a:cs typeface="Bitstream Charter"/>
              </a:defRPr>
            </a:pPr>
            <a:r>
              <a:rPr sz="1950" b="1">
                <a:solidFill>
                  <a:srgbClr val="2E74B5"/>
                </a:solidFill>
                <a:latin typeface="Bitstream Charter"/>
                <a:ea typeface="Bitstream Charter"/>
                <a:cs typeface="Bitstream Charter"/>
              </a:rPr>
              <a:t>4</a:t>
            </a:r>
          </a:p>
        </p:txBody>
      </p:sp>
      <p:sp>
        <p:nvSpPr>
          <p:cNvPr id="24" name="">
            <a:extLst xmlns:a="http://schemas.openxmlformats.org/drawingml/2006/main">
              <a:ext uri="{FF2B5EF4-FFF2-40B4-BE49-F238E27FC236}">
                <a16:creationId xmlns:a16="http://schemas.microsoft.com/office/drawing/2014/main" id="{8F0C84B0-CC97-4870-B627-B17B512168B8}"/>
              </a:ext>
            </a:extLst>
          </p:cNvPr>
          <p:cNvSpPr>
            <a:spLocks xmlns:a="http://schemas.openxmlformats.org/drawingml/2006/main" noGrp="1"/>
          </p:cNvSpPr>
          <p:nvPr/>
        </p:nvSpPr>
        <p:spPr>
          <a:xfrm xmlns:a="http://schemas.openxmlformats.org/drawingml/2006/main">
            <a:off x="7439025" y="2686050"/>
            <a:ext cx="158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Catalog</a:t>
            </a:r>
          </a:p>
        </p:txBody>
      </p:sp>
      <p:sp>
        <p:nvSpPr>
          <p:cNvPr id="25" name="">
            <a:extLst xmlns:a="http://schemas.openxmlformats.org/drawingml/2006/main">
              <a:ext uri="{FF2B5EF4-FFF2-40B4-BE49-F238E27FC236}">
                <a16:creationId xmlns:a16="http://schemas.microsoft.com/office/drawing/2014/main" id="{D141C667-99DA-4CDC-A4E6-38EEC726E063}"/>
              </a:ext>
            </a:extLst>
          </p:cNvPr>
          <p:cNvSpPr>
            <a:spLocks xmlns:a="http://schemas.openxmlformats.org/drawingml/2006/main" noGrp="1"/>
          </p:cNvSpPr>
          <p:nvPr/>
        </p:nvSpPr>
        <p:spPr>
          <a:xfrm xmlns:a="http://schemas.openxmlformats.org/drawingml/2006/main">
            <a:off x="7439025" y="3181350"/>
            <a:ext cx="1581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17212B"/>
                </a:solidFill>
                <a:latin typeface="Bitstream Charter"/>
                <a:ea typeface="Bitstream Charter"/>
                <a:cs typeface="Bitstream Charter"/>
              </a:defRPr>
            </a:pPr>
            <a:r>
              <a:rPr sz="1125" b="0">
                <a:solidFill>
                  <a:srgbClr val="17212B"/>
                </a:solidFill>
                <a:latin typeface="Bitstream Charter"/>
                <a:ea typeface="Bitstream Charter"/>
                <a:cs typeface="Bitstream Charter"/>
              </a:rPr>
              <a:t>governs the name</a:t>
            </a:r>
          </a:p>
        </p:txBody>
      </p:sp>
      <p:sp>
        <p:nvSpPr>
          <p:cNvPr id="26" name="">
            <a:extLst xmlns:a="http://schemas.openxmlformats.org/drawingml/2006/main">
              <a:ext uri="{FF2B5EF4-FFF2-40B4-BE49-F238E27FC236}">
                <a16:creationId xmlns:a16="http://schemas.microsoft.com/office/drawing/2014/main" id="{71C1C577-13C2-4015-A6AC-0CBDA0C2518A}"/>
              </a:ext>
            </a:extLst>
          </p:cNvPr>
          <p:cNvSpPr>
            <a:spLocks xmlns:a="http://schemas.openxmlformats.org/drawingml/2006/main" noGrp="1"/>
          </p:cNvSpPr>
          <p:nvPr/>
        </p:nvSpPr>
        <p:spPr>
          <a:xfrm xmlns:a="http://schemas.openxmlformats.org/drawingml/2006/main">
            <a:off x="9239250" y="2619375"/>
            <a:ext cx="247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4109"/>
          </a:bodyPr>
          <a:lstStyle xmlns:a="http://schemas.openxmlformats.org/drawingml/2006/main"/>
          <a:p xmlns:a="http://schemas.openxmlformats.org/drawingml/2006/main">
            <a:pPr algn="ctr">
              <a:defRPr sz="2100" b="1">
                <a:solidFill>
                  <a:srgbClr val="2E74B5"/>
                </a:solidFill>
                <a:latin typeface="Bitstream Charter"/>
                <a:ea typeface="Bitstream Charter"/>
                <a:cs typeface="Bitstream Charter"/>
              </a:defRPr>
            </a:pPr>
            <a:r>
              <a:rPr sz="2100" b="1">
                <a:solidFill>
                  <a:srgbClr val="2E74B5"/>
                </a:solidFill>
                <a:latin typeface="Bitstream Charter"/>
                <a:ea typeface="Bitstream Charter"/>
                <a:cs typeface="Bitstream Charter"/>
              </a:rPr>
              <a:t>→</a:t>
            </a:r>
          </a:p>
        </p:txBody>
      </p:sp>
      <p:sp>
        <p:nvSpPr>
          <p:cNvPr id="27" name="">
            <a:extLst xmlns:a="http://schemas.openxmlformats.org/drawingml/2006/main">
              <a:ext uri="{FF2B5EF4-FFF2-40B4-BE49-F238E27FC236}">
                <a16:creationId xmlns:a16="http://schemas.microsoft.com/office/drawing/2014/main" id="{311CF874-7D29-41FB-ACAF-7BB10B25E9F3}"/>
              </a:ext>
            </a:extLst>
          </p:cNvPr>
          <p:cNvSpPr>
            <a:spLocks xmlns:a="http://schemas.openxmlformats.org/drawingml/2006/main" noGrp="1"/>
          </p:cNvSpPr>
          <p:nvPr/>
        </p:nvSpPr>
        <p:spPr>
          <a:xfrm xmlns:a="http://schemas.openxmlformats.org/drawingml/2006/main">
            <a:off x="9496425" y="2000250"/>
            <a:ext cx="2000250" cy="1809750"/>
          </a:xfrm>
          <a:prstGeom xmlns:a="http://schemas.openxmlformats.org/drawingml/2006/main" prst="roundRect">
            <a:avLst>
              <a:gd name="adj" fmla="val 4211"/>
            </a:avLst>
          </a:prstGeom>
          <a:solidFill xmlns:a="http://schemas.openxmlformats.org/drawingml/2006/main">
            <a:srgbClr val="ECF7F1"/>
          </a:solidFill>
          <a:ln xmlns:a="http://schemas.openxmlformats.org/drawingml/2006/main" w="9525">
            <a:solidFill>
              <a:srgbClr val="D5DEE6"/>
            </a:solidFill>
          </a:ln>
        </p:spPr>
      </p:sp>
      <p:sp>
        <p:nvSpPr>
          <p:cNvPr id="28" name="">
            <a:extLst xmlns:a="http://schemas.openxmlformats.org/drawingml/2006/main">
              <a:ext uri="{FF2B5EF4-FFF2-40B4-BE49-F238E27FC236}">
                <a16:creationId xmlns:a16="http://schemas.microsoft.com/office/drawing/2014/main" id="{BD863923-E0F9-493B-896D-DDC0E8271F04}"/>
              </a:ext>
            </a:extLst>
          </p:cNvPr>
          <p:cNvSpPr>
            <a:spLocks xmlns:a="http://schemas.openxmlformats.org/drawingml/2006/main" noGrp="1"/>
          </p:cNvSpPr>
          <p:nvPr/>
        </p:nvSpPr>
        <p:spPr>
          <a:xfrm xmlns:a="http://schemas.openxmlformats.org/drawingml/2006/main">
            <a:off x="9667875" y="21717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615"/>
          </a:bodyPr>
          <a:lstStyle xmlns:a="http://schemas.openxmlformats.org/drawingml/2006/main"/>
          <a:p xmlns:a="http://schemas.openxmlformats.org/drawingml/2006/main">
            <a:pPr algn="l">
              <a:defRPr sz="1950" b="1">
                <a:solidFill>
                  <a:srgbClr val="2F7D5A"/>
                </a:solidFill>
                <a:latin typeface="Bitstream Charter"/>
                <a:ea typeface="Bitstream Charter"/>
                <a:cs typeface="Bitstream Charter"/>
              </a:defRPr>
            </a:pPr>
            <a:r>
              <a:rPr sz="1950" b="1">
                <a:solidFill>
                  <a:srgbClr val="2F7D5A"/>
                </a:solidFill>
                <a:latin typeface="Bitstream Charter"/>
                <a:ea typeface="Bitstream Charter"/>
                <a:cs typeface="Bitstream Charter"/>
              </a:rPr>
              <a:t>5</a:t>
            </a:r>
          </a:p>
        </p:txBody>
      </p:sp>
      <p:sp>
        <p:nvSpPr>
          <p:cNvPr id="29" name="">
            <a:extLst xmlns:a="http://schemas.openxmlformats.org/drawingml/2006/main">
              <a:ext uri="{FF2B5EF4-FFF2-40B4-BE49-F238E27FC236}">
                <a16:creationId xmlns:a16="http://schemas.microsoft.com/office/drawing/2014/main" id="{3D318C99-CE8E-4998-876B-895D100A9F0F}"/>
              </a:ext>
            </a:extLst>
          </p:cNvPr>
          <p:cNvSpPr>
            <a:spLocks xmlns:a="http://schemas.openxmlformats.org/drawingml/2006/main" noGrp="1"/>
          </p:cNvSpPr>
          <p:nvPr/>
        </p:nvSpPr>
        <p:spPr>
          <a:xfrm xmlns:a="http://schemas.openxmlformats.org/drawingml/2006/main">
            <a:off x="9705975" y="2686050"/>
            <a:ext cx="158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9233B"/>
                </a:solidFill>
                <a:latin typeface="Bitstream Charter"/>
                <a:ea typeface="Bitstream Charter"/>
                <a:cs typeface="Bitstream Charter"/>
              </a:defRPr>
            </a:pPr>
            <a:r>
              <a:rPr sz="1500" b="1">
                <a:solidFill>
                  <a:srgbClr val="09233B"/>
                </a:solidFill>
                <a:latin typeface="Bitstream Charter"/>
                <a:ea typeface="Bitstream Charter"/>
                <a:cs typeface="Bitstream Charter"/>
              </a:rPr>
              <a:t>Delta</a:t>
            </a:r>
          </a:p>
        </p:txBody>
      </p:sp>
      <p:sp>
        <p:nvSpPr>
          <p:cNvPr id="30" name="">
            <a:extLst xmlns:a="http://schemas.openxmlformats.org/drawingml/2006/main">
              <a:ext uri="{FF2B5EF4-FFF2-40B4-BE49-F238E27FC236}">
                <a16:creationId xmlns:a16="http://schemas.microsoft.com/office/drawing/2014/main" id="{8A8CFAE0-D6DB-480F-9886-AE011C33F525}"/>
              </a:ext>
            </a:extLst>
          </p:cNvPr>
          <p:cNvSpPr>
            <a:spLocks xmlns:a="http://schemas.openxmlformats.org/drawingml/2006/main" noGrp="1"/>
          </p:cNvSpPr>
          <p:nvPr/>
        </p:nvSpPr>
        <p:spPr>
          <a:xfrm xmlns:a="http://schemas.openxmlformats.org/drawingml/2006/main">
            <a:off x="9705975" y="3181350"/>
            <a:ext cx="1581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17212B"/>
                </a:solidFill>
                <a:latin typeface="Bitstream Charter"/>
                <a:ea typeface="Bitstream Charter"/>
                <a:cs typeface="Bitstream Charter"/>
              </a:defRPr>
            </a:pPr>
            <a:r>
              <a:rPr sz="1125" b="0">
                <a:solidFill>
                  <a:srgbClr val="17212B"/>
                </a:solidFill>
                <a:latin typeface="Bitstream Charter"/>
                <a:ea typeface="Bitstream Charter"/>
                <a:cs typeface="Bitstream Charter"/>
              </a:rPr>
              <a:t>records versions</a:t>
            </a:r>
          </a:p>
        </p:txBody>
      </p:sp>
      <p:sp>
        <p:nvSpPr>
          <p:cNvPr id="31" name="">
            <a:extLst xmlns:a="http://schemas.openxmlformats.org/drawingml/2006/main">
              <a:ext uri="{FF2B5EF4-FFF2-40B4-BE49-F238E27FC236}">
                <a16:creationId xmlns:a16="http://schemas.microsoft.com/office/drawing/2014/main" id="{0845BF4B-E117-45D4-ADA6-A1DF413B17EF}"/>
              </a:ext>
            </a:extLst>
          </p:cNvPr>
          <p:cNvSpPr>
            <a:spLocks xmlns:a="http://schemas.openxmlformats.org/drawingml/2006/main" noGrp="1"/>
          </p:cNvSpPr>
          <p:nvPr/>
        </p:nvSpPr>
        <p:spPr>
          <a:xfrm xmlns:a="http://schemas.openxmlformats.org/drawingml/2006/main">
            <a:off x="1381125" y="4572000"/>
            <a:ext cx="9429750" cy="742950"/>
          </a:xfrm>
          <a:prstGeom xmlns:a="http://schemas.openxmlformats.org/drawingml/2006/main" prst="roundRect">
            <a:avLst>
              <a:gd name="adj" fmla="val 10256"/>
            </a:avLst>
          </a:prstGeom>
          <a:solidFill xmlns:a="http://schemas.openxmlformats.org/drawingml/2006/main">
            <a:srgbClr val="09233B"/>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8E0BEA44-953F-48C6-A976-2DACDABAF5ED}"/>
              </a:ext>
            </a:extLst>
          </p:cNvPr>
          <p:cNvSpPr>
            <a:spLocks xmlns:a="http://schemas.openxmlformats.org/drawingml/2006/main" noGrp="1"/>
          </p:cNvSpPr>
          <p:nvPr/>
        </p:nvSpPr>
        <p:spPr>
          <a:xfrm xmlns:a="http://schemas.openxmlformats.org/drawingml/2006/main">
            <a:off x="1666875" y="4714875"/>
            <a:ext cx="885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Bitstream Charter"/>
                <a:ea typeface="Bitstream Charter"/>
                <a:cs typeface="Bitstream Charter"/>
              </a:defRPr>
            </a:pPr>
            <a:r>
              <a:rPr sz="1650" b="1">
                <a:solidFill>
                  <a:srgbClr val="FFFFFF"/>
                </a:solidFill>
                <a:latin typeface="Bitstream Charter"/>
                <a:ea typeface="Bitstream Charter"/>
                <a:cs typeface="Bitstream Charter"/>
              </a:rPr>
              <a:t>Pass: correct table, correct history, safe target, and a clear verbal explanation.</a:t>
            </a:r>
          </a:p>
        </p:txBody>
      </p:sp>
    </p:spTree>
    <p:extLst>
      <p:ext uri="{BB962C8B-B14F-4D97-AF65-F5344CB8AC3E}">
        <p14:creationId xmlns:p14="http://schemas.microsoft.com/office/powerpoint/2010/main" val="8968499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2026-09-16T21:27:16.6160000Z</dcterms:created>
  <dcterms:modified xsi:type="dcterms:W3CDTF">2026-09-16T21:27:16.6160000Z</dcterms:modified>
</coreProperties>
</file>