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6ec401d55948ea" /><Relationship Type="http://schemas.openxmlformats.org/officeDocument/2006/relationships/extended-properties" Target="/docProps/app.xml" Id="Rc0e9dd0bb29342a9" /><Relationship Type="http://schemas.openxmlformats.org/officeDocument/2006/relationships/officeDocument" Target="/ppt/presentation.xml" Id="R5aa752e7914a4cc7" /></Relationships>
</file>

<file path=ppt/presentation.xml><?xml version="1.0" encoding="utf-8"?>
<p:presentation xmlns:p="http://schemas.openxmlformats.org/presentationml/2006/main">
  <p:sldMasterIdLst>
    <p:sldMasterId xmlns:r="http://schemas.openxmlformats.org/officeDocument/2006/relationships" id="2147483648" r:id="R999df9465a764519"/>
  </p:sldMasterIdLst>
  <p:notesMasterIdLst>
    <p:notesMasterId xmlns:r="http://schemas.openxmlformats.org/officeDocument/2006/relationships" r:id="Rc7a2a1f491d7409c"/>
  </p:notesMasterIdLst>
  <p:sldIdLst>
    <p:sldId xmlns:r="http://schemas.openxmlformats.org/officeDocument/2006/relationships" id="256" r:id="R9575e4612ee14405"/>
    <p:sldId xmlns:r="http://schemas.openxmlformats.org/officeDocument/2006/relationships" id="257" r:id="R61cd55fa73464076"/>
    <p:sldId xmlns:r="http://schemas.openxmlformats.org/officeDocument/2006/relationships" id="258" r:id="Rd61d458b8088491b"/>
    <p:sldId xmlns:r="http://schemas.openxmlformats.org/officeDocument/2006/relationships" id="259" r:id="Rdc3743472d224ead"/>
    <p:sldId xmlns:r="http://schemas.openxmlformats.org/officeDocument/2006/relationships" id="260" r:id="Rf382c7728598449a"/>
    <p:sldId xmlns:r="http://schemas.openxmlformats.org/officeDocument/2006/relationships" id="261" r:id="Rba50f57fc25244b4"/>
    <p:sldId xmlns:r="http://schemas.openxmlformats.org/officeDocument/2006/relationships" id="262" r:id="R99ac842eb8304016"/>
    <p:sldId xmlns:r="http://schemas.openxmlformats.org/officeDocument/2006/relationships" id="263" r:id="Rde1ad718659f4a10"/>
    <p:sldId xmlns:r="http://schemas.openxmlformats.org/officeDocument/2006/relationships" id="264" r:id="R8b1a23fc07b14a54"/>
    <p:sldId xmlns:r="http://schemas.openxmlformats.org/officeDocument/2006/relationships" id="265" r:id="R07d00d72fd8e4599"/>
    <p:sldId xmlns:r="http://schemas.openxmlformats.org/officeDocument/2006/relationships" id="266" r:id="R1da5f14668114776"/>
    <p:sldId xmlns:r="http://schemas.openxmlformats.org/officeDocument/2006/relationships" id="267" r:id="Rcb55f10c82da47fc"/>
    <p:sldId xmlns:r="http://schemas.openxmlformats.org/officeDocument/2006/relationships" id="268" r:id="R77d94f9bce014367"/>
    <p:sldId xmlns:r="http://schemas.openxmlformats.org/officeDocument/2006/relationships" id="269" r:id="Rc4fb4dbf28e94f3d"/>
    <p:sldId xmlns:r="http://schemas.openxmlformats.org/officeDocument/2006/relationships" id="270" r:id="Reca820344cb347c6"/>
    <p:sldId xmlns:r="http://schemas.openxmlformats.org/officeDocument/2006/relationships" id="271" r:id="R480f008cebe44889"/>
    <p:sldId xmlns:r="http://schemas.openxmlformats.org/officeDocument/2006/relationships" id="272" r:id="Racdc340ea6c54a0c"/>
    <p:sldId xmlns:r="http://schemas.openxmlformats.org/officeDocument/2006/relationships" id="273" r:id="R13c9914642474bbc"/>
    <p:sldId xmlns:r="http://schemas.openxmlformats.org/officeDocument/2006/relationships" id="274" r:id="R63249970fb5d4949"/>
    <p:sldId xmlns:r="http://schemas.openxmlformats.org/officeDocument/2006/relationships" id="275" r:id="R3d86faf6aa2d4133"/>
    <p:sldId xmlns:r="http://schemas.openxmlformats.org/officeDocument/2006/relationships" id="276" r:id="Ra7f865130ca64899"/>
    <p:sldId xmlns:r="http://schemas.openxmlformats.org/officeDocument/2006/relationships" id="277" r:id="R218eabadfa014f90"/>
    <p:sldId xmlns:r="http://schemas.openxmlformats.org/officeDocument/2006/relationships" id="278" r:id="Rc7fd5ad9b0794a1f"/>
    <p:sldId xmlns:r="http://schemas.openxmlformats.org/officeDocument/2006/relationships" id="279" r:id="Re14762eecb23451e"/>
    <p:sldId xmlns:r="http://schemas.openxmlformats.org/officeDocument/2006/relationships" id="280" r:id="R01c3649458ca4648"/>
    <p:sldId xmlns:r="http://schemas.openxmlformats.org/officeDocument/2006/relationships" id="281" r:id="R4835c90b86dc40f4"/>
    <p:sldId xmlns:r="http://schemas.openxmlformats.org/officeDocument/2006/relationships" id="282" r:id="Raa1f4f9edb8e461d"/>
    <p:sldId xmlns:r="http://schemas.openxmlformats.org/officeDocument/2006/relationships" id="283" r:id="R269724b7d85e4167"/>
    <p:sldId xmlns:r="http://schemas.openxmlformats.org/officeDocument/2006/relationships" id="284" r:id="R47c126dfbd4f4a89"/>
    <p:sldId xmlns:r="http://schemas.openxmlformats.org/officeDocument/2006/relationships" id="285" r:id="R6d320b253ada44f0"/>
    <p:sldId xmlns:r="http://schemas.openxmlformats.org/officeDocument/2006/relationships" id="286" r:id="R8a94a95c31f54ab6"/>
    <p:sldId xmlns:r="http://schemas.openxmlformats.org/officeDocument/2006/relationships" id="287" r:id="Rd871404ae67847e4"/>
    <p:sldId xmlns:r="http://schemas.openxmlformats.org/officeDocument/2006/relationships" id="288" r:id="Rba828b2582cb46bf"/>
    <p:sldId xmlns:r="http://schemas.openxmlformats.org/officeDocument/2006/relationships" id="289" r:id="R9e8958fc31f449e7"/>
    <p:sldId xmlns:r="http://schemas.openxmlformats.org/officeDocument/2006/relationships" id="290" r:id="R58fcd1f15a824ca5"/>
    <p:sldId xmlns:r="http://schemas.openxmlformats.org/officeDocument/2006/relationships" id="291" r:id="Rb892750fc1f0470d"/>
    <p:sldId xmlns:r="http://schemas.openxmlformats.org/officeDocument/2006/relationships" id="292" r:id="Re33b647c88814dce"/>
    <p:sldId xmlns:r="http://schemas.openxmlformats.org/officeDocument/2006/relationships" id="293" r:id="Raecfcc72af4e487e"/>
    <p:sldId xmlns:r="http://schemas.openxmlformats.org/officeDocument/2006/relationships" id="294" r:id="Rcd44885294244bf4"/>
    <p:sldId xmlns:r="http://schemas.openxmlformats.org/officeDocument/2006/relationships" id="295" r:id="R062f7581d8e841a8"/>
    <p:sldId xmlns:r="http://schemas.openxmlformats.org/officeDocument/2006/relationships" id="296" r:id="R6c9e7a84e34b4930"/>
    <p:sldId xmlns:r="http://schemas.openxmlformats.org/officeDocument/2006/relationships" id="297" r:id="R4740b515c96b401d"/>
    <p:sldId xmlns:r="http://schemas.openxmlformats.org/officeDocument/2006/relationships" id="298" r:id="R29b55d7b28b6462a"/>
    <p:sldId xmlns:r="http://schemas.openxmlformats.org/officeDocument/2006/relationships" id="299" r:id="R3062f474b52c4ef3"/>
    <p:sldId xmlns:r="http://schemas.openxmlformats.org/officeDocument/2006/relationships" id="300" r:id="R1dc44b35c6da4c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e245b412ad4eff" /><Relationship Type="http://schemas.openxmlformats.org/officeDocument/2006/relationships/slideMaster" Target="/ppt/slideMasters/slideMaster1.xml" Id="R999df9465a764519" /><Relationship Type="http://schemas.openxmlformats.org/officeDocument/2006/relationships/notesMaster" Target="/ppt/notesMasters/notesMaster1.xml" Id="Rc7a2a1f491d7409c" /><Relationship Type="http://schemas.openxmlformats.org/officeDocument/2006/relationships/presProps" Target="/ppt/presProps.xml" Id="Rcea2c56328814dd9" /><Relationship Type="http://schemas.openxmlformats.org/officeDocument/2006/relationships/tableStyles" Target="/ppt/tableStyles.xml" Id="R6fa3d53065304147" /><Relationship Type="http://schemas.openxmlformats.org/officeDocument/2006/relationships/slide" Target="/ppt/slides/slide1.xml" Id="R9575e4612ee14405" /><Relationship Type="http://schemas.openxmlformats.org/officeDocument/2006/relationships/slide" Target="/ppt/slides/slide2.xml" Id="R61cd55fa73464076" /><Relationship Type="http://schemas.openxmlformats.org/officeDocument/2006/relationships/slide" Target="/ppt/slides/slide3.xml" Id="Rd61d458b8088491b" /><Relationship Type="http://schemas.openxmlformats.org/officeDocument/2006/relationships/slide" Target="/ppt/slides/slide4.xml" Id="Rdc3743472d224ead" /><Relationship Type="http://schemas.openxmlformats.org/officeDocument/2006/relationships/slide" Target="/ppt/slides/slide5.xml" Id="Rf382c7728598449a" /><Relationship Type="http://schemas.openxmlformats.org/officeDocument/2006/relationships/slide" Target="/ppt/slides/slide6.xml" Id="Rba50f57fc25244b4" /><Relationship Type="http://schemas.openxmlformats.org/officeDocument/2006/relationships/slide" Target="/ppt/slides/slide7.xml" Id="R99ac842eb8304016" /><Relationship Type="http://schemas.openxmlformats.org/officeDocument/2006/relationships/slide" Target="/ppt/slides/slide8.xml" Id="Rde1ad718659f4a10" /><Relationship Type="http://schemas.openxmlformats.org/officeDocument/2006/relationships/slide" Target="/ppt/slides/slide9.xml" Id="R8b1a23fc07b14a54" /><Relationship Type="http://schemas.openxmlformats.org/officeDocument/2006/relationships/slide" Target="/ppt/slides/slide10.xml" Id="R07d00d72fd8e4599" /><Relationship Type="http://schemas.openxmlformats.org/officeDocument/2006/relationships/slide" Target="/ppt/slides/slide11.xml" Id="R1da5f14668114776" /><Relationship Type="http://schemas.openxmlformats.org/officeDocument/2006/relationships/slide" Target="/ppt/slides/slide12.xml" Id="Rcb55f10c82da47fc" /><Relationship Type="http://schemas.openxmlformats.org/officeDocument/2006/relationships/slide" Target="/ppt/slides/slide13.xml" Id="R77d94f9bce014367" /><Relationship Type="http://schemas.openxmlformats.org/officeDocument/2006/relationships/slide" Target="/ppt/slides/slide14.xml" Id="Rc4fb4dbf28e94f3d" /><Relationship Type="http://schemas.openxmlformats.org/officeDocument/2006/relationships/slide" Target="/ppt/slides/slide15.xml" Id="Reca820344cb347c6" /><Relationship Type="http://schemas.openxmlformats.org/officeDocument/2006/relationships/slide" Target="/ppt/slides/slide16.xml" Id="R480f008cebe44889" /><Relationship Type="http://schemas.openxmlformats.org/officeDocument/2006/relationships/slide" Target="/ppt/slides/slide17.xml" Id="Racdc340ea6c54a0c" /><Relationship Type="http://schemas.openxmlformats.org/officeDocument/2006/relationships/slide" Target="/ppt/slides/slide18.xml" Id="R13c9914642474bbc" /><Relationship Type="http://schemas.openxmlformats.org/officeDocument/2006/relationships/slide" Target="/ppt/slides/slide19.xml" Id="R63249970fb5d4949" /><Relationship Type="http://schemas.openxmlformats.org/officeDocument/2006/relationships/slide" Target="/ppt/slides/slide20.xml" Id="R3d86faf6aa2d4133" /><Relationship Type="http://schemas.openxmlformats.org/officeDocument/2006/relationships/slide" Target="/ppt/slides/slide21.xml" Id="Ra7f865130ca64899" /><Relationship Type="http://schemas.openxmlformats.org/officeDocument/2006/relationships/slide" Target="/ppt/slides/slide22.xml" Id="R218eabadfa014f90" /><Relationship Type="http://schemas.openxmlformats.org/officeDocument/2006/relationships/slide" Target="/ppt/slides/slide23.xml" Id="Rc7fd5ad9b0794a1f" /><Relationship Type="http://schemas.openxmlformats.org/officeDocument/2006/relationships/slide" Target="/ppt/slides/slide24.xml" Id="Re14762eecb23451e" /><Relationship Type="http://schemas.openxmlformats.org/officeDocument/2006/relationships/slide" Target="/ppt/slides/slide25.xml" Id="R01c3649458ca4648" /><Relationship Type="http://schemas.openxmlformats.org/officeDocument/2006/relationships/slide" Target="/ppt/slides/slide26.xml" Id="R4835c90b86dc40f4" /><Relationship Type="http://schemas.openxmlformats.org/officeDocument/2006/relationships/slide" Target="/ppt/slides/slide27.xml" Id="Raa1f4f9edb8e461d" /><Relationship Type="http://schemas.openxmlformats.org/officeDocument/2006/relationships/slide" Target="/ppt/slides/slide28.xml" Id="R269724b7d85e4167" /><Relationship Type="http://schemas.openxmlformats.org/officeDocument/2006/relationships/slide" Target="/ppt/slides/slide29.xml" Id="R47c126dfbd4f4a89" /><Relationship Type="http://schemas.openxmlformats.org/officeDocument/2006/relationships/slide" Target="/ppt/slides/slide30.xml" Id="R6d320b253ada44f0" /><Relationship Type="http://schemas.openxmlformats.org/officeDocument/2006/relationships/slide" Target="/ppt/slides/slide31.xml" Id="R8a94a95c31f54ab6" /><Relationship Type="http://schemas.openxmlformats.org/officeDocument/2006/relationships/slide" Target="/ppt/slides/slide32.xml" Id="Rd871404ae67847e4" /><Relationship Type="http://schemas.openxmlformats.org/officeDocument/2006/relationships/slide" Target="/ppt/slides/slide33.xml" Id="Rba828b2582cb46bf" /><Relationship Type="http://schemas.openxmlformats.org/officeDocument/2006/relationships/slide" Target="/ppt/slides/slide34.xml" Id="R9e8958fc31f449e7" /><Relationship Type="http://schemas.openxmlformats.org/officeDocument/2006/relationships/slide" Target="/ppt/slides/slide35.xml" Id="R58fcd1f15a824ca5" /><Relationship Type="http://schemas.openxmlformats.org/officeDocument/2006/relationships/slide" Target="/ppt/slides/slide36.xml" Id="Rb892750fc1f0470d" /><Relationship Type="http://schemas.openxmlformats.org/officeDocument/2006/relationships/slide" Target="/ppt/slides/slide37.xml" Id="Re33b647c88814dce" /><Relationship Type="http://schemas.openxmlformats.org/officeDocument/2006/relationships/slide" Target="/ppt/slides/slide38.xml" Id="Raecfcc72af4e487e" /><Relationship Type="http://schemas.openxmlformats.org/officeDocument/2006/relationships/slide" Target="/ppt/slides/slide39.xml" Id="Rcd44885294244bf4" /><Relationship Type="http://schemas.openxmlformats.org/officeDocument/2006/relationships/slide" Target="/ppt/slides/slide40.xml" Id="R062f7581d8e841a8" /><Relationship Type="http://schemas.openxmlformats.org/officeDocument/2006/relationships/slide" Target="/ppt/slides/slide41.xml" Id="R6c9e7a84e34b4930" /><Relationship Type="http://schemas.openxmlformats.org/officeDocument/2006/relationships/slide" Target="/ppt/slides/slide42.xml" Id="R4740b515c96b401d" /><Relationship Type="http://schemas.openxmlformats.org/officeDocument/2006/relationships/slide" Target="/ppt/slides/slide43.xml" Id="R29b55d7b28b6462a" /><Relationship Type="http://schemas.openxmlformats.org/officeDocument/2006/relationships/slide" Target="/ppt/slides/slide44.xml" Id="R3062f474b52c4ef3" /><Relationship Type="http://schemas.openxmlformats.org/officeDocument/2006/relationships/slide" Target="/ppt/slides/slide45.xml" Id="R1dc44b35c6da4c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54e30ca6f04d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d1e51a2f6b44ae" /><Relationship Type="http://schemas.openxmlformats.org/officeDocument/2006/relationships/notesMaster" Target="/ppt/notesMasters/notesMaster1.xml" Id="Read646c1fceb4a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a5d11ca1a54e12" /><Relationship Type="http://schemas.openxmlformats.org/officeDocument/2006/relationships/notesMaster" Target="/ppt/notesMasters/notesMaster1.xml" Id="R28e6a2a794bf4f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63cda8db9f4acd" /><Relationship Type="http://schemas.openxmlformats.org/officeDocument/2006/relationships/notesMaster" Target="/ppt/notesMasters/notesMaster1.xml" Id="R6af3c8fb674943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0ac7f2dbe14b9e" /><Relationship Type="http://schemas.openxmlformats.org/officeDocument/2006/relationships/notesMaster" Target="/ppt/notesMasters/notesMaster1.xml" Id="R5a6293a28ba849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3f24ee8fa64a17" /><Relationship Type="http://schemas.openxmlformats.org/officeDocument/2006/relationships/notesMaster" Target="/ppt/notesMasters/notesMaster1.xml" Id="Rec581f9bd048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aa7b0e889b40d2" /><Relationship Type="http://schemas.openxmlformats.org/officeDocument/2006/relationships/notesMaster" Target="/ppt/notesMasters/notesMaster1.xml" Id="R1222cc30a5cf4b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fb2fae58a54f5f" /><Relationship Type="http://schemas.openxmlformats.org/officeDocument/2006/relationships/notesMaster" Target="/ppt/notesMasters/notesMaster1.xml" Id="R3a6ceb8eef3f46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2435e116574047" /><Relationship Type="http://schemas.openxmlformats.org/officeDocument/2006/relationships/notesMaster" Target="/ppt/notesMasters/notesMaster1.xml" Id="R5881d171559748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987bebe58e4e2b" /><Relationship Type="http://schemas.openxmlformats.org/officeDocument/2006/relationships/notesMaster" Target="/ppt/notesMasters/notesMaster1.xml" Id="Rbb25f975647949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77e3594c064359" /><Relationship Type="http://schemas.openxmlformats.org/officeDocument/2006/relationships/notesMaster" Target="/ppt/notesMasters/notesMaster1.xml" Id="Re7dc0cfa4a6e44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28f003196d7421f" /><Relationship Type="http://schemas.openxmlformats.org/officeDocument/2006/relationships/notesMaster" Target="/ppt/notesMasters/notesMaster1.xml" Id="Reff28d290b1c4d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f0e53f860144f9" /><Relationship Type="http://schemas.openxmlformats.org/officeDocument/2006/relationships/notesMaster" Target="/ppt/notesMasters/notesMaster1.xml" Id="R9e87c58624ee40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89c93e29ea4b14" /><Relationship Type="http://schemas.openxmlformats.org/officeDocument/2006/relationships/notesMaster" Target="/ppt/notesMasters/notesMaster1.xml" Id="Rff381fc1c64248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c150a4da5e432b" /><Relationship Type="http://schemas.openxmlformats.org/officeDocument/2006/relationships/notesMaster" Target="/ppt/notesMasters/notesMaster1.xml" Id="R02c67b0a2ea747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352ca6c87b4c70" /><Relationship Type="http://schemas.openxmlformats.org/officeDocument/2006/relationships/notesMaster" Target="/ppt/notesMasters/notesMaster1.xml" Id="R5406fac66ac842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b292f80c6424cf8" /><Relationship Type="http://schemas.openxmlformats.org/officeDocument/2006/relationships/notesMaster" Target="/ppt/notesMasters/notesMaster1.xml" Id="R54daa639ed374e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6d21e0e085413d" /><Relationship Type="http://schemas.openxmlformats.org/officeDocument/2006/relationships/notesMaster" Target="/ppt/notesMasters/notesMaster1.xml" Id="Rc66ffb38f3c14f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9d00dfde814de1" /><Relationship Type="http://schemas.openxmlformats.org/officeDocument/2006/relationships/notesMaster" Target="/ppt/notesMasters/notesMaster1.xml" Id="Rbfec3442d87b4fc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43b97bb36745a6" /><Relationship Type="http://schemas.openxmlformats.org/officeDocument/2006/relationships/notesMaster" Target="/ppt/notesMasters/notesMaster1.xml" Id="R067af42397734e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eab53196934703" /><Relationship Type="http://schemas.openxmlformats.org/officeDocument/2006/relationships/notesMaster" Target="/ppt/notesMasters/notesMaster1.xml" Id="Rdebc16dac46149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426a8630cb45a8" /><Relationship Type="http://schemas.openxmlformats.org/officeDocument/2006/relationships/notesMaster" Target="/ppt/notesMasters/notesMaster1.xml" Id="Rd5201e9c83ec4f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d75b8c134a34adf" /><Relationship Type="http://schemas.openxmlformats.org/officeDocument/2006/relationships/notesMaster" Target="/ppt/notesMasters/notesMaster1.xml" Id="Rba92e2c758a048d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e61beeb86d84377" /><Relationship Type="http://schemas.openxmlformats.org/officeDocument/2006/relationships/notesMaster" Target="/ppt/notesMasters/notesMaster1.xml" Id="Ra343b2cdaa744b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0addbae9e14236" /><Relationship Type="http://schemas.openxmlformats.org/officeDocument/2006/relationships/notesMaster" Target="/ppt/notesMasters/notesMaster1.xml" Id="R58e356235f40417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b5d904e21db4021" /><Relationship Type="http://schemas.openxmlformats.org/officeDocument/2006/relationships/notesMaster" Target="/ppt/notesMasters/notesMaster1.xml" Id="R0f9276d6ddd046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b2f72ad0cd49aa" /><Relationship Type="http://schemas.openxmlformats.org/officeDocument/2006/relationships/notesMaster" Target="/ppt/notesMasters/notesMaster1.xml" Id="R56a7a8a55ae749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e2d935c54d5480a" /><Relationship Type="http://schemas.openxmlformats.org/officeDocument/2006/relationships/notesMaster" Target="/ppt/notesMasters/notesMaster1.xml" Id="R294359ee4dde48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71999005432437b" /><Relationship Type="http://schemas.openxmlformats.org/officeDocument/2006/relationships/notesMaster" Target="/ppt/notesMasters/notesMaster1.xml" Id="Reda8f95d1e624b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e17612423545c8" /><Relationship Type="http://schemas.openxmlformats.org/officeDocument/2006/relationships/notesMaster" Target="/ppt/notesMasters/notesMaster1.xml" Id="Rd6b15d73243a45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8726a3f6228426c" /><Relationship Type="http://schemas.openxmlformats.org/officeDocument/2006/relationships/notesMaster" Target="/ppt/notesMasters/notesMaster1.xml" Id="Re64e82af4f1947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370e5c531d4bef" /><Relationship Type="http://schemas.openxmlformats.org/officeDocument/2006/relationships/notesMaster" Target="/ppt/notesMasters/notesMaster1.xml" Id="R847d288dadc4435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b110c86a94442e4" /><Relationship Type="http://schemas.openxmlformats.org/officeDocument/2006/relationships/notesMaster" Target="/ppt/notesMasters/notesMaster1.xml" Id="R85ee97aca8e6426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de5326d1cb64136" /><Relationship Type="http://schemas.openxmlformats.org/officeDocument/2006/relationships/notesMaster" Target="/ppt/notesMasters/notesMaster1.xml" Id="R901eb976a8ac45c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ffa3b8f90d467e" /><Relationship Type="http://schemas.openxmlformats.org/officeDocument/2006/relationships/notesMaster" Target="/ppt/notesMasters/notesMaster1.xml" Id="R6fefa3a2c4f74b1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e49c5f15d8482d" /><Relationship Type="http://schemas.openxmlformats.org/officeDocument/2006/relationships/notesMaster" Target="/ppt/notesMasters/notesMaster1.xml" Id="R11977d0232a54c9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c2dc511fdd49de" /><Relationship Type="http://schemas.openxmlformats.org/officeDocument/2006/relationships/notesMaster" Target="/ppt/notesMasters/notesMaster1.xml" Id="R6cc8a1207bef4e8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21208d99d2f44c9" /><Relationship Type="http://schemas.openxmlformats.org/officeDocument/2006/relationships/notesMaster" Target="/ppt/notesMasters/notesMaster1.xml" Id="R8f92d4bed8d842f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22aef2528e54d71" /><Relationship Type="http://schemas.openxmlformats.org/officeDocument/2006/relationships/notesMaster" Target="/ppt/notesMasters/notesMaster1.xml" Id="R4575e05deaf140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c9d803726bc47f7" /><Relationship Type="http://schemas.openxmlformats.org/officeDocument/2006/relationships/notesMaster" Target="/ppt/notesMasters/notesMaster1.xml" Id="R78377ef50a774af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8bbc64c220e4db3" /><Relationship Type="http://schemas.openxmlformats.org/officeDocument/2006/relationships/notesMaster" Target="/ppt/notesMasters/notesMaster1.xml" Id="R830d781e6326453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c44790590ef4c16" /><Relationship Type="http://schemas.openxmlformats.org/officeDocument/2006/relationships/notesMaster" Target="/ppt/notesMasters/notesMaster1.xml" Id="Ra8bd58eaf80e4ee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a616c1472f84747" /><Relationship Type="http://schemas.openxmlformats.org/officeDocument/2006/relationships/notesMaster" Target="/ppt/notesMasters/notesMaster1.xml" Id="Re1c36e6c62f544d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7211798dbb74335" /><Relationship Type="http://schemas.openxmlformats.org/officeDocument/2006/relationships/notesMaster" Target="/ppt/notesMasters/notesMaster1.xml" Id="R29b48d80e9ef43f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8006bb8606343b9" /><Relationship Type="http://schemas.openxmlformats.org/officeDocument/2006/relationships/notesMaster" Target="/ppt/notesMasters/notesMaster1.xml" Id="R688a7c225d684a1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94a452e769340d8" /><Relationship Type="http://schemas.openxmlformats.org/officeDocument/2006/relationships/notesMaster" Target="/ppt/notesMasters/notesMaster1.xml" Id="Rb8f4ac05d45c47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concrete outcome: every learner will create and validate a governed Delta table. Set the expectation that menu labels can vary slightly by tenant and release.</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learners which outcome feels newest. Use their response to tune the pace. Stress that the final evidence includes both a query result and DESCRIBE HISTORY.</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scenario stable so learners spend cognitive effort on platform concepts, not on changing business examples.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first build the mental model, then use it.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Databricks without marketing language. It supplies managed capabilities; teams still design data quality, permissions, costs and operations.</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a lakehouse literally merges every capability perfectly. Explain it as an architectural pattern that brings table management to lake storage.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pointing check: show each object in the UI or diagram and ask the class to name it.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current deployment options carefully. Availability depends on region and tenant configuration. Premium is used here because the class includes Unity Catalog governance.</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that networking detail differs by workspace and compute model. The diagram is a teaching abstraction, not a network design.</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to Java: driver resembles the coordinating main process; executors resemble worker processes. Correct the misconception that a DataFrame is fully stored in driver memory.</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imply RDDs are obsolete. State that DataFrames and SQL are usually preferable for structured analytics because Spark can reason about their schema and plan.</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if we define three transformations but never call display, count or write, what may happen? Expected: Spark builds a plan, but the full data job may not run yet.</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current toolbar. Explain that new notebooks may start in Drafts and can auto-connect to serverless in eligible Unity Catalog workspaces.</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magic commands such as %sql only as needed. Separate destructive publish cells so learners do not rerun them accidentally.</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teach learners to choose large nodes by guesswork. Use a restrictive policy and auto termination for shared training.</a:t>
            </a:r>
          </a:p>
          <a:p xmlns:a="http://schemas.openxmlformats.org/drawingml/2006/main">
            <a:r>
              <a:t/>
            </a:r>
          </a:p>
          <a:p xmlns:a="http://schemas.openxmlformats.org/drawingml/2006/main">
            <a:r>
              <a:t>Sources:</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screenshot is a recent simple form and the learner tenant can show fewer or more fields. Focus on decisions, not memorized positions.</a:t>
            </a:r>
          </a:p>
          <a:p xmlns:a="http://schemas.openxmlformats.org/drawingml/2006/main">
            <a:r>
              <a:t/>
            </a:r>
          </a:p>
          <a:p xmlns:a="http://schemas.openxmlformats.org/drawingml/2006/main">
            <a:r>
              <a:t>Sources:</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display and ask learners to predict the highest order total. Pause before SQL and ask whether the temporary view is permanent.</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format they would choose for an API payload, an analytics extract and a trusted table. Clarify that Delta data files are Parquet plus a transaction log.</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explicitly that this small sample is not proof of performance. It is a controlled way to learn the API and execution model.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Java assumptions: withColumn returns a new DataFrame; it does not mutate the original like a setter. display is a Databricks notebook action that requests results.</a:t>
            </a:r>
          </a:p>
          <a:p xmlns:a="http://schemas.openxmlformats.org/drawingml/2006/main">
            <a:r>
              <a:t/>
            </a:r>
          </a:p>
          <a:p xmlns:a="http://schemas.openxmlformats.org/drawingml/2006/main">
            <a:r>
              <a:t>Sources:</a:t>
            </a:r>
          </a:p>
          <a:p xmlns:a="http://schemas.openxmlformats.org/drawingml/2006/main">
            <a:r>
              <a:t>https://spark.apache.org/docs/latest/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another job can reliably discover orders_work tomorrow. Expected: no; it is a temporary view in the current Spark session.</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the DataFrame works, but it is temporary. Now publish it as a named, governed table.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learners translate the name aloud. Then substitute student_07 and product_summary to check that the structure—not the memorized string—is understood.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operational benefit and the security limits. Schema privileges control governed objects, but workspace and compute entitlements still matter.</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Delta as a table protocol and transaction log around Parquet data. Do not reduce it to a file extension.</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Narrate every line. Overwrite is acceptable only because each learner owns an isolated lab target. In production, require validation, ownership and recovery rules.</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key should match orders. Explain that MERGE is not automatically safe: duplicate source keys can still create ambiguous outcomes.</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Learners use their assigned schema, not always student_01. Require evidence after each checkpoint so troubleshooting is localized.</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permission errors as evidence. Fix the narrow missing grant rather than making the learner an admin. For rerun differences, inspect DESCRIBE HISTORY before overwriting.</a:t>
            </a:r>
          </a:p>
          <a:p xmlns:a="http://schemas.openxmlformats.org/drawingml/2006/main">
            <a:r>
              <a:t/>
            </a:r>
          </a:p>
          <a:p xmlns:a="http://schemas.openxmlformats.org/drawingml/2006/main">
            <a:r>
              <a:t>Sources:</a:t>
            </a:r>
          </a:p>
          <a:p xmlns:a="http://schemas.openxmlformats.org/drawingml/2006/main">
            <a:r>
              <a:t>https://learn.microsoft.com/azure/databricks/compute/configure</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one learner to explain the full path without notes. Collect the table query, DESCRIBE HISTORY and product_summary challenge as evidence.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is the demonstration edition of the deck. Keep the lab guide open beside the presentation. Run each example only after learners predict its result.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three browser tabs. Expected answer: Azure portal creates and manages the workspace resource. The Databricks workspace contains notebooks and runs workloads on permitted compute.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are examples, not mandatory names. Replace them with the approved subscription, region, naming standard and networking model. In the Azure portal, use Create a resource, search Azure Databricks, and review all settings before Create.</a:t>
            </a:r>
          </a:p>
          <a:p xmlns:a="http://schemas.openxmlformats.org/drawingml/2006/main">
            <a:r>
              <a:t/>
            </a:r>
          </a:p>
          <a:p xmlns:a="http://schemas.openxmlformats.org/drawingml/2006/main">
            <a:r>
              <a:t>Sources:</a:t>
            </a:r>
          </a:p>
          <a:p xmlns:a="http://schemas.openxmlformats.org/drawingml/2006/main">
            <a:r>
              <a:t>https://learn.microsoft.com/azure/databricks/admin/workspace/create-workspace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permission layers. Workspace entitlement lets the user enter the workspace. Unity Catalog privileges let the user use the training catalog and create tables only in the assigned schema. Ask why all learners should not receive catalog ownership.</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two lines separately. First confirm Python execution. Then confirm Spark execution. Ask learners why print can succeed even when a Spark operation fails. Expected: the Python process may run while compute or Spark access still has a problem.</a:t>
            </a:r>
          </a:p>
          <a:p xmlns:a="http://schemas.openxmlformats.org/drawingml/2006/main">
            <a:r>
              <a:t/>
            </a:r>
          </a:p>
          <a:p xmlns:a="http://schemas.openxmlformats.org/drawingml/2006/main">
            <a:r>
              <a:t>Sources:</a:t>
            </a:r>
          </a:p>
          <a:p xmlns:a="http://schemas.openxmlformats.org/drawingml/2006/main">
            <a:r>
              <a:t>https://learn.microsoft.com/azure/databricks/notebooks/notebooks-manage</a:t>
            </a:r>
          </a:p>
          <a:p xmlns:a="http://schemas.openxmlformats.org/drawingml/2006/main">
            <a:r>
              <a:t>https://learn.microsoft.com/azure/databricks/compute/configure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Java static-import analogy, but explain the difference: F is a Python module alias. F.col returns a Spark Column expression, not the actual values from the dataset.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20 seconds to calculate before showing the next slide. Expected answer: order 1003, because 2 multiplied by 220 equals 440.</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 one row aloud and ask learners to calculate the other two. Explain that production currency calculations may require Decimal types and explicit rounding rules.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one transformation at a time during the first demonstration. Ask which steps change row count, which change columns, and which only change display order. The final display is the action that requests results.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Monitor has a higher unit price. Two monitor units produce 440.00, while five keyboard units produce 225.00. Explain that groupBy brings matching product keys together and may cause a shuffle.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prevents a common beginner error. A temporary view is convenient for the current notebook session. A governed table provides a persistent, discoverable contract.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learners that real history includes more columns and exact timestamps. The slide shows only the fields needed for the lesson. Ask which version contains five rows. Expected: version 0.</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DESCRIBE HISTORY first because reruns can change version numbers. Time travel supports audit and comparison, but retention settings determine how long old files remain available.</a:t>
            </a:r>
          </a:p>
          <a:p xmlns:a="http://schemas.openxmlformats.org/drawingml/2006/main">
            <a:r>
              <a:t/>
            </a:r>
          </a:p>
          <a:p xmlns:a="http://schemas.openxmlformats.org/drawingml/2006/main">
            <a:r>
              <a:t>Sources:</a:t>
            </a:r>
          </a:p>
          <a:p xmlns:a="http://schemas.openxmlformats.org/drawingml/2006/main">
            <a:r>
              <a:t>https://learn.microsoft.com/azure/databricks/delta/tutorial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solve the demonstration by granting admin. In the example, learner 01 likely used the student_02 target. Correct the object name first. If the assigned schema truly lacks a privilege, add only the missing grant.</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assessment. Help with questions, not by typing the full answer. A learner passes when the table exists, values are correct, and the learner can explain groupBy, sum, saveAsTable and the three-level name.</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0b685c16a448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fd8258ac9a4e3d" /><Relationship Type="http://schemas.openxmlformats.org/officeDocument/2006/relationships/slideLayout" Target="/ppt/slideLayouts/slideLayout1.xml" Id="Rda256cbfe53f41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256cbfe53f41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39ed13815d4dae" /><Relationship Type="http://schemas.openxmlformats.org/officeDocument/2006/relationships/image" Target="/ppt/media/image.png" Id="Ra2660dbe31184f70" /><Relationship Type="http://schemas.openxmlformats.org/officeDocument/2006/relationships/notesSlide" Target="/ppt/notesSlides/notesSlide1.xml" Id="R14f6852a2b3d4f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c522877e2a43fd" /><Relationship Type="http://schemas.openxmlformats.org/officeDocument/2006/relationships/notesSlide" Target="/ppt/notesSlides/notesSlide2.xml" Id="R1d81781707c843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12c9517fcf4162" /><Relationship Type="http://schemas.openxmlformats.org/officeDocument/2006/relationships/notesSlide" Target="/ppt/notesSlides/notesSlide3.xml" Id="R6ea19b6b99294b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9d34327bcc438d" /><Relationship Type="http://schemas.openxmlformats.org/officeDocument/2006/relationships/notesSlide" Target="/ppt/notesSlides/notesSlide4.xml" Id="R9255af851f3a42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551861858a48f1" /><Relationship Type="http://schemas.openxmlformats.org/officeDocument/2006/relationships/notesSlide" Target="/ppt/notesSlides/notesSlide5.xml" Id="Rc032fad1cf7548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55fcc81bd44ab3" /><Relationship Type="http://schemas.openxmlformats.org/officeDocument/2006/relationships/notesSlide" Target="/ppt/notesSlides/notesSlide6.xml" Id="R6534e9a23d0243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51ab53722e42f0" /><Relationship Type="http://schemas.openxmlformats.org/officeDocument/2006/relationships/notesSlide" Target="/ppt/notesSlides/notesSlide7.xml" Id="Rd1f572692e5a46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68e284de0ef416d" /><Relationship Type="http://schemas.openxmlformats.org/officeDocument/2006/relationships/notesSlide" Target="/ppt/notesSlides/notesSlide8.xml" Id="R6e564893f31943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b1a3965d904545" /><Relationship Type="http://schemas.openxmlformats.org/officeDocument/2006/relationships/notesSlide" Target="/ppt/notesSlides/notesSlide9.xml" Id="Rb80a90905bc448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395218dcd54544" /><Relationship Type="http://schemas.openxmlformats.org/officeDocument/2006/relationships/notesSlide" Target="/ppt/notesSlides/notesSlide10.xml" Id="R375ee67cdcc14d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b96b6d6a4f484f" /><Relationship Type="http://schemas.openxmlformats.org/officeDocument/2006/relationships/notesSlide" Target="/ppt/notesSlides/notesSlide11.xml" Id="Rcb612071a04648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0507b156f84aef" /><Relationship Type="http://schemas.openxmlformats.org/officeDocument/2006/relationships/notesSlide" Target="/ppt/notesSlides/notesSlide12.xml" Id="R2be09ad80cdf44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e6021f8f4d4da8" /><Relationship Type="http://schemas.openxmlformats.org/officeDocument/2006/relationships/image" Target="/ppt/media/image2.png" Id="R37d0028be74a430c" /><Relationship Type="http://schemas.openxmlformats.org/officeDocument/2006/relationships/notesSlide" Target="/ppt/notesSlides/notesSlide13.xml" Id="Rd6f8b78685314c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cf8527f61c4d0c" /><Relationship Type="http://schemas.openxmlformats.org/officeDocument/2006/relationships/notesSlide" Target="/ppt/notesSlides/notesSlide14.xml" Id="Ra57ef10db1154ea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fccae783dd463d" /><Relationship Type="http://schemas.openxmlformats.org/officeDocument/2006/relationships/notesSlide" Target="/ppt/notesSlides/notesSlide15.xml" Id="R1925ca14838f4c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c09747fb764ff8" /><Relationship Type="http://schemas.openxmlformats.org/officeDocument/2006/relationships/image" Target="/ppt/media/image3.png" Id="Re26fb96355da4e71" /><Relationship Type="http://schemas.openxmlformats.org/officeDocument/2006/relationships/notesSlide" Target="/ppt/notesSlides/notesSlide16.xml" Id="R868109e6f69e4a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e0822de3814736" /><Relationship Type="http://schemas.openxmlformats.org/officeDocument/2006/relationships/image" Target="/ppt/media/image4.png" Id="R8166f4996c2a4ee0" /><Relationship Type="http://schemas.openxmlformats.org/officeDocument/2006/relationships/notesSlide" Target="/ppt/notesSlides/notesSlide17.xml" Id="Rf971537dc9c845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d3d6057982e474f" /><Relationship Type="http://schemas.openxmlformats.org/officeDocument/2006/relationships/notesSlide" Target="/ppt/notesSlides/notesSlide18.xml" Id="Ra22cf3ad83fc466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7470166cc54d7a" /><Relationship Type="http://schemas.openxmlformats.org/officeDocument/2006/relationships/notesSlide" Target="/ppt/notesSlides/notesSlide19.xml" Id="R75ffdf4e0ca342f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50366e3e3b04fbc" /><Relationship Type="http://schemas.openxmlformats.org/officeDocument/2006/relationships/notesSlide" Target="/ppt/notesSlides/notesSlide20.xml" Id="Rada26a68a5994c2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eb4681478a40d0" /><Relationship Type="http://schemas.openxmlformats.org/officeDocument/2006/relationships/notesSlide" Target="/ppt/notesSlides/notesSlide21.xml" Id="Rb05a54975c5f47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fea00a9fa514ee5" /><Relationship Type="http://schemas.openxmlformats.org/officeDocument/2006/relationships/notesSlide" Target="/ppt/notesSlides/notesSlide22.xml" Id="R24056af84a9240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fc8f6122db34d37" /><Relationship Type="http://schemas.openxmlformats.org/officeDocument/2006/relationships/notesSlide" Target="/ppt/notesSlides/notesSlide23.xml" Id="R678f15346ab343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782a09131874670" /><Relationship Type="http://schemas.openxmlformats.org/officeDocument/2006/relationships/notesSlide" Target="/ppt/notesSlides/notesSlide24.xml" Id="Re05699529d6146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c786b4475f6494e" /><Relationship Type="http://schemas.openxmlformats.org/officeDocument/2006/relationships/notesSlide" Target="/ppt/notesSlides/notesSlide25.xml" Id="R6cd12dec1eb9414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71fbd260bf49ed" /><Relationship Type="http://schemas.openxmlformats.org/officeDocument/2006/relationships/notesSlide" Target="/ppt/notesSlides/notesSlide26.xml" Id="Rfb2348ffaf494a9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496641e26544b36" /><Relationship Type="http://schemas.openxmlformats.org/officeDocument/2006/relationships/notesSlide" Target="/ppt/notesSlides/notesSlide27.xml" Id="Rc9fa632a7af44e9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3814590f5e949eb" /><Relationship Type="http://schemas.openxmlformats.org/officeDocument/2006/relationships/image" Target="/ppt/media/image5.png" Id="Rbdfad1264f82413b" /><Relationship Type="http://schemas.openxmlformats.org/officeDocument/2006/relationships/notesSlide" Target="/ppt/notesSlides/notesSlide28.xml" Id="Rf5ad67fc560347a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80168d8c7c2431e" /><Relationship Type="http://schemas.openxmlformats.org/officeDocument/2006/relationships/notesSlide" Target="/ppt/notesSlides/notesSlide29.xml" Id="Rd0a457725cea48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feb4ee151674e3f" /><Relationship Type="http://schemas.openxmlformats.org/officeDocument/2006/relationships/notesSlide" Target="/ppt/notesSlides/notesSlide30.xml" Id="Rfa2555e95600405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4c37baf8909488d" /><Relationship Type="http://schemas.openxmlformats.org/officeDocument/2006/relationships/notesSlide" Target="/ppt/notesSlides/notesSlide31.xml" Id="Reb82baa25cfc4cb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2dd532628224500" /><Relationship Type="http://schemas.openxmlformats.org/officeDocument/2006/relationships/notesSlide" Target="/ppt/notesSlides/notesSlide32.xml" Id="R3d138ea46a374fe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304adabfea746d6" /><Relationship Type="http://schemas.openxmlformats.org/officeDocument/2006/relationships/notesSlide" Target="/ppt/notesSlides/notesSlide33.xml" Id="Rc4d4b5db4f564dd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b077ceb98c148db" /><Relationship Type="http://schemas.openxmlformats.org/officeDocument/2006/relationships/notesSlide" Target="/ppt/notesSlides/notesSlide34.xml" Id="R3baca1ccf45f46b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f12034d20f64c56" /><Relationship Type="http://schemas.openxmlformats.org/officeDocument/2006/relationships/image" Target="/ppt/media/image6.png" Id="Ra028ce384e824061" /><Relationship Type="http://schemas.openxmlformats.org/officeDocument/2006/relationships/notesSlide" Target="/ppt/notesSlides/notesSlide35.xml" Id="Rd3c483851bc4459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3bf8d117dc34e8c" /><Relationship Type="http://schemas.openxmlformats.org/officeDocument/2006/relationships/notesSlide" Target="/ppt/notesSlides/notesSlide36.xml" Id="R03b9dd3a2978491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9bcaa48707b4bc8" /><Relationship Type="http://schemas.openxmlformats.org/officeDocument/2006/relationships/notesSlide" Target="/ppt/notesSlides/notesSlide37.xml" Id="Rf734064e1ed9406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076ea8896574ef5" /><Relationship Type="http://schemas.openxmlformats.org/officeDocument/2006/relationships/notesSlide" Target="/ppt/notesSlides/notesSlide38.xml" Id="R9938685f239e46a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c7b9286224e406d" /><Relationship Type="http://schemas.openxmlformats.org/officeDocument/2006/relationships/notesSlide" Target="/ppt/notesSlides/notesSlide39.xml" Id="R7cc928dddef54ea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d17a0f0dbd2471f" /><Relationship Type="http://schemas.openxmlformats.org/officeDocument/2006/relationships/notesSlide" Target="/ppt/notesSlides/notesSlide40.xml" Id="Ra998cdf9a19a4c8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5a36f1bf4dc40a2" /><Relationship Type="http://schemas.openxmlformats.org/officeDocument/2006/relationships/notesSlide" Target="/ppt/notesSlides/notesSlide41.xml" Id="Rc9766613b7d8493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fc30897f4bd47e2" /><Relationship Type="http://schemas.openxmlformats.org/officeDocument/2006/relationships/notesSlide" Target="/ppt/notesSlides/notesSlide42.xml" Id="R1df764ad58974ef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8f468955a9a429d" /><Relationship Type="http://schemas.openxmlformats.org/officeDocument/2006/relationships/notesSlide" Target="/ppt/notesSlides/notesSlide43.xml" Id="R7b3bcb2519ab479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1eff48904a04853" /><Relationship Type="http://schemas.openxmlformats.org/officeDocument/2006/relationships/notesSlide" Target="/ppt/notesSlides/notesSlide44.xml" Id="R73c3279fad9d47a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5966fbc88fa4853" /><Relationship Type="http://schemas.openxmlformats.org/officeDocument/2006/relationships/notesSlide" Target="/ppt/notesSlides/notesSlide45.xml" Id="R54abe5373af345b7" /></Relationships>
</file>

<file path=ppt/slides/slide1.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EE777B-1F0C-4788-8A46-2A7C2DD8E7D0}"/>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976886-1AE1-47B5-B792-52B449092616}"/>
              </a:ext>
            </a:extLst>
          </p:cNvPr>
          <p:cNvSpPr>
            <a:spLocks xmlns:a="http://schemas.openxmlformats.org/drawingml/2006/main" noGrp="1"/>
          </p:cNvSpPr>
          <p:nvPr/>
        </p:nvSpPr>
        <p:spPr>
          <a:xfrm xmlns:a="http://schemas.openxmlformats.org/drawingml/2006/main">
            <a:off x="685800" y="666750"/>
            <a:ext cx="16192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D05E09-B59C-43E7-8077-EF484A8C02B8}"/>
              </a:ext>
            </a:extLst>
          </p:cNvPr>
          <p:cNvSpPr>
            <a:spLocks xmlns:a="http://schemas.openxmlformats.org/drawingml/2006/main" noGrp="1"/>
          </p:cNvSpPr>
          <p:nvPr/>
        </p:nvSpPr>
        <p:spPr>
          <a:xfrm xmlns:a="http://schemas.openxmlformats.org/drawingml/2006/main">
            <a:off x="781050" y="6858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TRAINER DECK</a:t>
            </a:r>
          </a:p>
        </p:txBody>
      </p:sp>
      <p:sp>
        <p:nvSpPr>
          <p:cNvPr id="4" name="">
            <a:extLst xmlns:a="http://schemas.openxmlformats.org/drawingml/2006/main">
              <a:ext uri="{FF2B5EF4-FFF2-40B4-BE49-F238E27FC236}">
                <a16:creationId xmlns:a16="http://schemas.microsoft.com/office/drawing/2014/main" id="{DA88E75D-B9D1-4967-8B5F-E3078CD6FD3E}"/>
              </a:ext>
            </a:extLst>
          </p:cNvPr>
          <p:cNvSpPr>
            <a:spLocks xmlns:a="http://schemas.openxmlformats.org/drawingml/2006/main" noGrp="1"/>
          </p:cNvSpPr>
          <p:nvPr/>
        </p:nvSpPr>
        <p:spPr>
          <a:xfrm xmlns:a="http://schemas.openxmlformats.org/drawingml/2006/main">
            <a:off x="685800" y="1381125"/>
            <a:ext cx="628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lgn="l">
              <a:defRPr sz="4050" b="1">
                <a:solidFill>
                  <a:srgbClr val="FFFFFF"/>
                </a:solidFill>
                <a:latin typeface="Bitstream Charter"/>
                <a:ea typeface="Bitstream Charter"/>
                <a:cs typeface="Bitstream Charter"/>
              </a:defRPr>
            </a:pPr>
            <a:r>
              <a:rPr sz="4050" b="1">
                <a:solidFill>
                  <a:srgbClr val="FFFFFF"/>
                </a:solidFill>
                <a:latin typeface="Bitstream Charter"/>
                <a:ea typeface="Bitstream Charter"/>
                <a:cs typeface="Bitstream Charter"/>
              </a:rPr>
              <a:t>Azure Databricks</a:t>
            </a:r>
          </a:p>
        </p:txBody>
      </p:sp>
      <p:sp>
        <p:nvSpPr>
          <p:cNvPr id="5" name="">
            <a:extLst xmlns:a="http://schemas.openxmlformats.org/drawingml/2006/main">
              <a:ext uri="{FF2B5EF4-FFF2-40B4-BE49-F238E27FC236}">
                <a16:creationId xmlns:a16="http://schemas.microsoft.com/office/drawing/2014/main" id="{13DF922C-6BD6-40F9-B8CA-61FA857C2EE3}"/>
              </a:ext>
            </a:extLst>
          </p:cNvPr>
          <p:cNvSpPr>
            <a:spLocks xmlns:a="http://schemas.openxmlformats.org/drawingml/2006/main" noGrp="1"/>
          </p:cNvSpPr>
          <p:nvPr/>
        </p:nvSpPr>
        <p:spPr>
          <a:xfrm xmlns:a="http://schemas.openxmlformats.org/drawingml/2006/main">
            <a:off x="685800" y="20955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49C0B6"/>
                </a:solidFill>
                <a:latin typeface="Bitstream Charter"/>
                <a:ea typeface="Bitstream Charter"/>
                <a:cs typeface="Bitstream Charter"/>
              </a:defRPr>
            </a:pPr>
            <a:r>
              <a:rPr sz="3600" b="1">
                <a:solidFill>
                  <a:srgbClr val="49C0B6"/>
                </a:solidFill>
                <a:latin typeface="Bitstream Charter"/>
                <a:ea typeface="Bitstream Charter"/>
                <a:cs typeface="Bitstream Charter"/>
              </a:rPr>
              <a:t>Lessons 1 and 2</a:t>
            </a:r>
          </a:p>
        </p:txBody>
      </p:sp>
      <p:sp>
        <p:nvSpPr>
          <p:cNvPr id="6" name="">
            <a:extLst xmlns:a="http://schemas.openxmlformats.org/drawingml/2006/main">
              <a:ext uri="{FF2B5EF4-FFF2-40B4-BE49-F238E27FC236}">
                <a16:creationId xmlns:a16="http://schemas.microsoft.com/office/drawing/2014/main" id="{565D9732-94AE-421A-8AB4-1BCCF450E8F1}"/>
              </a:ext>
            </a:extLst>
          </p:cNvPr>
          <p:cNvSpPr>
            <a:spLocks xmlns:a="http://schemas.openxmlformats.org/drawingml/2006/main" noGrp="1"/>
          </p:cNvSpPr>
          <p:nvPr/>
        </p:nvSpPr>
        <p:spPr>
          <a:xfrm xmlns:a="http://schemas.openxmlformats.org/drawingml/2006/main">
            <a:off x="723900" y="3000375"/>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D6E1E9"/>
                </a:solidFill>
                <a:latin typeface="Bitstream Charter"/>
                <a:ea typeface="Bitstream Charter"/>
                <a:cs typeface="Bitstream Charter"/>
              </a:defRPr>
            </a:pPr>
            <a:r>
              <a:rPr sz="1725" b="0">
                <a:solidFill>
                  <a:srgbClr val="D6E1E9"/>
                </a:solidFill>
                <a:latin typeface="Bitstream Charter"/>
                <a:ea typeface="Bitstream Charter"/>
                <a:cs typeface="Bitstream Charter"/>
              </a:rPr>
              <a:t>From first workspace navigation to a governed Delta table</a:t>
            </a:r>
          </a:p>
        </p:txBody>
      </p:sp>
      <p:sp>
        <p:nvSpPr>
          <p:cNvPr id="7" name="">
            <a:extLst xmlns:a="http://schemas.openxmlformats.org/drawingml/2006/main">
              <a:ext uri="{FF2B5EF4-FFF2-40B4-BE49-F238E27FC236}">
                <a16:creationId xmlns:a16="http://schemas.microsoft.com/office/drawing/2014/main" id="{D408D077-D2FD-4BE1-8C1C-7A355DAEC8B0}"/>
              </a:ext>
            </a:extLst>
          </p:cNvPr>
          <p:cNvSpPr>
            <a:spLocks xmlns:a="http://schemas.openxmlformats.org/drawingml/2006/main" noGrp="1"/>
          </p:cNvSpPr>
          <p:nvPr/>
        </p:nvSpPr>
        <p:spPr>
          <a:xfrm xmlns:a="http://schemas.openxmlformats.org/drawingml/2006/main">
            <a:off x="723900" y="40005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FFFFFF"/>
                </a:solidFill>
                <a:latin typeface="Bitstream Charter"/>
                <a:ea typeface="Bitstream Charter"/>
                <a:cs typeface="Bitstream Charter"/>
              </a:defRPr>
            </a:pPr>
            <a:r>
              <a:rPr sz="1200" b="1">
                <a:solidFill>
                  <a:srgbClr val="FFFFFF"/>
                </a:solidFill>
                <a:latin typeface="Bitstream Charter"/>
                <a:ea typeface="Bitstream Charter"/>
                <a:cs typeface="Bitstream Charter"/>
              </a:rPr>
              <a:t>14 learners  •  one Premium workspace  •  one schema each</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2660dbe31184f70"/>
          <a:srcRect xmlns:a="http://schemas.openxmlformats.org/drawingml/2006/main" l="35762" t="0" r="35762" b="0"/>
          <a:stretch xmlns:a="http://schemas.openxmlformats.org/drawingml/2006/main">
            <a:fillRect l="0" t="0" r="0" b="0"/>
          </a:stretch>
        </p:blipFill>
        <p:spPr>
          <a:xfrm xmlns:a="http://schemas.openxmlformats.org/drawingml/2006/main">
            <a:off x="6858000" y="762000"/>
            <a:ext cx="4762500" cy="5334000"/>
          </a:xfrm>
          <a:prstGeom xmlns:a="http://schemas.openxmlformats.org/drawingml/2006/main" prst="roundRect">
            <a:avLst>
              <a:gd name="adj" fmla="val 2400"/>
            </a:avLst>
          </a:prstGeom>
        </p:spPr>
      </p:pic>
    </p:spTree>
    <p:extLst>
      <p:ext uri="{BB962C8B-B14F-4D97-AF65-F5344CB8AC3E}">
        <p14:creationId xmlns:p14="http://schemas.microsoft.com/office/powerpoint/2010/main" val="8429809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A50BACB-F13A-4228-96B1-3A7B0C61CB9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A62AC9-182C-4192-A52A-628B4F836AFB}"/>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What learners will be able to do</a:t>
            </a:r>
          </a:p>
        </p:txBody>
      </p:sp>
      <p:sp>
        <p:nvSpPr>
          <p:cNvPr id="3" name="">
            <a:extLst xmlns:a="http://schemas.openxmlformats.org/drawingml/2006/main">
              <a:ext uri="{FF2B5EF4-FFF2-40B4-BE49-F238E27FC236}">
                <a16:creationId xmlns:a16="http://schemas.microsoft.com/office/drawing/2014/main" id="{A43B2D7B-100C-434B-A36B-973CEDA54DC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Two lessons, one complete data path</a:t>
            </a:r>
          </a:p>
        </p:txBody>
      </p:sp>
      <p:sp>
        <p:nvSpPr>
          <p:cNvPr id="4" name="">
            <a:extLst xmlns:a="http://schemas.openxmlformats.org/drawingml/2006/main">
              <a:ext uri="{FF2B5EF4-FFF2-40B4-BE49-F238E27FC236}">
                <a16:creationId xmlns:a16="http://schemas.microsoft.com/office/drawing/2014/main" id="{FDBEC3F1-2C6B-454A-9A8D-DC8E83704F92}"/>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2D9C5A-8B82-4C9B-ABFD-430A62406326}"/>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5500DC34-F81E-4A0E-A3EE-83B2BD8B65D6}"/>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02</a:t>
            </a:r>
          </a:p>
        </p:txBody>
      </p:sp>
      <p:sp>
        <p:nvSpPr>
          <p:cNvPr id="7" name="">
            <a:extLst xmlns:a="http://schemas.openxmlformats.org/drawingml/2006/main">
              <a:ext uri="{FF2B5EF4-FFF2-40B4-BE49-F238E27FC236}">
                <a16:creationId xmlns:a16="http://schemas.microsoft.com/office/drawing/2014/main" id="{7B6389E0-DD3E-4DAA-A999-117C6ABEBD22}"/>
              </a:ext>
            </a:extLst>
          </p:cNvPr>
          <p:cNvSpPr>
            <a:spLocks xmlns:a="http://schemas.openxmlformats.org/drawingml/2006/main" noGrp="1"/>
          </p:cNvSpPr>
          <p:nvPr/>
        </p:nvSpPr>
        <p:spPr>
          <a:xfrm xmlns:a="http://schemas.openxmlformats.org/drawingml/2006/main">
            <a:off x="666750" y="1714500"/>
            <a:ext cx="33337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0D4759E3-DB46-4981-8483-CBAC3FD28F0C}"/>
              </a:ext>
            </a:extLst>
          </p:cNvPr>
          <p:cNvSpPr>
            <a:spLocks xmlns:a="http://schemas.openxmlformats.org/drawingml/2006/main" noGrp="1"/>
          </p:cNvSpPr>
          <p:nvPr/>
        </p:nvSpPr>
        <p:spPr>
          <a:xfrm xmlns:a="http://schemas.openxmlformats.org/drawingml/2006/main">
            <a:off x="666750" y="1714500"/>
            <a:ext cx="76200" cy="18097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8E9150E-DB32-4F38-8D90-46054C1F086A}"/>
              </a:ext>
            </a:extLst>
          </p:cNvPr>
          <p:cNvSpPr>
            <a:spLocks xmlns:a="http://schemas.openxmlformats.org/drawingml/2006/main" noGrp="1"/>
          </p:cNvSpPr>
          <p:nvPr/>
        </p:nvSpPr>
        <p:spPr>
          <a:xfrm xmlns:a="http://schemas.openxmlformats.org/drawingml/2006/main">
            <a:off x="895350" y="18669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Explain</a:t>
            </a:r>
          </a:p>
        </p:txBody>
      </p:sp>
      <p:sp>
        <p:nvSpPr>
          <p:cNvPr id="10" name="">
            <a:extLst xmlns:a="http://schemas.openxmlformats.org/drawingml/2006/main">
              <a:ext uri="{FF2B5EF4-FFF2-40B4-BE49-F238E27FC236}">
                <a16:creationId xmlns:a16="http://schemas.microsoft.com/office/drawing/2014/main" id="{403F3785-1253-4D77-A6BE-C7B453A5EED6}"/>
              </a:ext>
            </a:extLst>
          </p:cNvPr>
          <p:cNvSpPr>
            <a:spLocks xmlns:a="http://schemas.openxmlformats.org/drawingml/2006/main" noGrp="1"/>
          </p:cNvSpPr>
          <p:nvPr/>
        </p:nvSpPr>
        <p:spPr>
          <a:xfrm xmlns:a="http://schemas.openxmlformats.org/drawingml/2006/main">
            <a:off x="895350" y="22098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Describe workspace, notebook, compute, Spark, Unity Catalog and Delta in plain language.</a:t>
            </a:r>
          </a:p>
        </p:txBody>
      </p:sp>
      <p:sp>
        <p:nvSpPr>
          <p:cNvPr id="11" name="">
            <a:extLst xmlns:a="http://schemas.openxmlformats.org/drawingml/2006/main">
              <a:ext uri="{FF2B5EF4-FFF2-40B4-BE49-F238E27FC236}">
                <a16:creationId xmlns:a16="http://schemas.microsoft.com/office/drawing/2014/main" id="{9DCD5535-2F80-4D3D-92E3-8DAE8FCE03F4}"/>
              </a:ext>
            </a:extLst>
          </p:cNvPr>
          <p:cNvSpPr>
            <a:spLocks xmlns:a="http://schemas.openxmlformats.org/drawingml/2006/main" noGrp="1"/>
          </p:cNvSpPr>
          <p:nvPr/>
        </p:nvSpPr>
        <p:spPr>
          <a:xfrm xmlns:a="http://schemas.openxmlformats.org/drawingml/2006/main">
            <a:off x="4429125" y="1714500"/>
            <a:ext cx="33337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A0C9E311-17E3-4F11-9EE6-7E7CB3C9BF41}"/>
              </a:ext>
            </a:extLst>
          </p:cNvPr>
          <p:cNvSpPr>
            <a:spLocks xmlns:a="http://schemas.openxmlformats.org/drawingml/2006/main" noGrp="1"/>
          </p:cNvSpPr>
          <p:nvPr/>
        </p:nvSpPr>
        <p:spPr>
          <a:xfrm xmlns:a="http://schemas.openxmlformats.org/drawingml/2006/main">
            <a:off x="4429125" y="1714500"/>
            <a:ext cx="76200" cy="1809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27ECA4-2290-468F-9505-EA5186B12AA3}"/>
              </a:ext>
            </a:extLst>
          </p:cNvPr>
          <p:cNvSpPr>
            <a:spLocks xmlns:a="http://schemas.openxmlformats.org/drawingml/2006/main" noGrp="1"/>
          </p:cNvSpPr>
          <p:nvPr/>
        </p:nvSpPr>
        <p:spPr>
          <a:xfrm xmlns:a="http://schemas.openxmlformats.org/drawingml/2006/main">
            <a:off x="4657725" y="18669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Build</a:t>
            </a:r>
          </a:p>
        </p:txBody>
      </p:sp>
      <p:sp>
        <p:nvSpPr>
          <p:cNvPr id="14" name="">
            <a:extLst xmlns:a="http://schemas.openxmlformats.org/drawingml/2006/main">
              <a:ext uri="{FF2B5EF4-FFF2-40B4-BE49-F238E27FC236}">
                <a16:creationId xmlns:a16="http://schemas.microsoft.com/office/drawing/2014/main" id="{6C879E70-27E3-48AE-A6CE-E361CDBA1B22}"/>
              </a:ext>
            </a:extLst>
          </p:cNvPr>
          <p:cNvSpPr>
            <a:spLocks xmlns:a="http://schemas.openxmlformats.org/drawingml/2006/main" noGrp="1"/>
          </p:cNvSpPr>
          <p:nvPr/>
        </p:nvSpPr>
        <p:spPr>
          <a:xfrm xmlns:a="http://schemas.openxmlformats.org/drawingml/2006/main">
            <a:off x="4657725" y="22098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Create a DataFrame, transform it, expose a temporary view and query with SQL.</a:t>
            </a:r>
          </a:p>
        </p:txBody>
      </p:sp>
      <p:sp>
        <p:nvSpPr>
          <p:cNvPr id="15" name="">
            <a:extLst xmlns:a="http://schemas.openxmlformats.org/drawingml/2006/main">
              <a:ext uri="{FF2B5EF4-FFF2-40B4-BE49-F238E27FC236}">
                <a16:creationId xmlns:a16="http://schemas.microsoft.com/office/drawing/2014/main" id="{3862676E-8D8F-46BA-BF89-078BC293EE50}"/>
              </a:ext>
            </a:extLst>
          </p:cNvPr>
          <p:cNvSpPr>
            <a:spLocks xmlns:a="http://schemas.openxmlformats.org/drawingml/2006/main" noGrp="1"/>
          </p:cNvSpPr>
          <p:nvPr/>
        </p:nvSpPr>
        <p:spPr>
          <a:xfrm xmlns:a="http://schemas.openxmlformats.org/drawingml/2006/main">
            <a:off x="8191500" y="1714500"/>
            <a:ext cx="33337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7372909C-E484-4365-A309-F1A8E62965DA}"/>
              </a:ext>
            </a:extLst>
          </p:cNvPr>
          <p:cNvSpPr>
            <a:spLocks xmlns:a="http://schemas.openxmlformats.org/drawingml/2006/main" noGrp="1"/>
          </p:cNvSpPr>
          <p:nvPr/>
        </p:nvSpPr>
        <p:spPr>
          <a:xfrm xmlns:a="http://schemas.openxmlformats.org/drawingml/2006/main">
            <a:off x="8191500" y="1714500"/>
            <a:ext cx="76200" cy="18097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3BEF41-8BCB-43D1-B0E7-D7465DF3784C}"/>
              </a:ext>
            </a:extLst>
          </p:cNvPr>
          <p:cNvSpPr>
            <a:spLocks xmlns:a="http://schemas.openxmlformats.org/drawingml/2006/main" noGrp="1"/>
          </p:cNvSpPr>
          <p:nvPr/>
        </p:nvSpPr>
        <p:spPr>
          <a:xfrm xmlns:a="http://schemas.openxmlformats.org/drawingml/2006/main">
            <a:off x="8420100" y="186690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Publish</a:t>
            </a:r>
          </a:p>
        </p:txBody>
      </p:sp>
      <p:sp>
        <p:nvSpPr>
          <p:cNvPr id="18" name="">
            <a:extLst xmlns:a="http://schemas.openxmlformats.org/drawingml/2006/main">
              <a:ext uri="{FF2B5EF4-FFF2-40B4-BE49-F238E27FC236}">
                <a16:creationId xmlns:a16="http://schemas.microsoft.com/office/drawing/2014/main" id="{B3F425C8-5101-4B2E-966D-3EC29C3D4A84}"/>
              </a:ext>
            </a:extLst>
          </p:cNvPr>
          <p:cNvSpPr>
            <a:spLocks xmlns:a="http://schemas.openxmlformats.org/drawingml/2006/main" noGrp="1"/>
          </p:cNvSpPr>
          <p:nvPr/>
        </p:nvSpPr>
        <p:spPr>
          <a:xfrm xmlns:a="http://schemas.openxmlformats.org/drawingml/2006/main">
            <a:off x="8420100" y="22098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Save into catalog.schema.table and validate data, metadata and history.</a:t>
            </a:r>
          </a:p>
        </p:txBody>
      </p:sp>
      <p:sp>
        <p:nvSpPr>
          <p:cNvPr id="19" name="">
            <a:extLst xmlns:a="http://schemas.openxmlformats.org/drawingml/2006/main">
              <a:ext uri="{FF2B5EF4-FFF2-40B4-BE49-F238E27FC236}">
                <a16:creationId xmlns:a16="http://schemas.microsoft.com/office/drawing/2014/main" id="{9D1E318B-3F89-4D31-BF69-0319A3970451}"/>
              </a:ext>
            </a:extLst>
          </p:cNvPr>
          <p:cNvSpPr>
            <a:spLocks xmlns:a="http://schemas.openxmlformats.org/drawingml/2006/main" noGrp="1"/>
          </p:cNvSpPr>
          <p:nvPr/>
        </p:nvSpPr>
        <p:spPr>
          <a:xfrm xmlns:a="http://schemas.openxmlformats.org/drawingml/2006/main">
            <a:off x="1428750" y="4095750"/>
            <a:ext cx="9334500" cy="857250"/>
          </a:xfrm>
          <a:prstGeom xmlns:a="http://schemas.openxmlformats.org/drawingml/2006/main" prst="roundRect">
            <a:avLst>
              <a:gd name="adj" fmla="val 8889"/>
            </a:avLst>
          </a:prstGeom>
          <a:solidFill xmlns:a="http://schemas.openxmlformats.org/drawingml/2006/main">
            <a:srgbClr val="071C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8E663E7-6778-4CD7-B173-EC218F5BF3DF}"/>
              </a:ext>
            </a:extLst>
          </p:cNvPr>
          <p:cNvSpPr>
            <a:spLocks xmlns:a="http://schemas.openxmlformats.org/drawingml/2006/main" noGrp="1"/>
          </p:cNvSpPr>
          <p:nvPr/>
        </p:nvSpPr>
        <p:spPr>
          <a:xfrm xmlns:a="http://schemas.openxmlformats.org/drawingml/2006/main">
            <a:off x="1762125" y="4267200"/>
            <a:ext cx="866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Bitstream Charter"/>
                <a:ea typeface="Bitstream Charter"/>
                <a:cs typeface="Bitstream Charter"/>
              </a:defRPr>
            </a:pPr>
            <a:r>
              <a:rPr sz="2100" b="1">
                <a:solidFill>
                  <a:srgbClr val="FFFFFF"/>
                </a:solidFill>
                <a:latin typeface="Bitstream Charter"/>
                <a:ea typeface="Bitstream Charter"/>
                <a:cs typeface="Bitstream Charter"/>
              </a:rPr>
              <a:t>Final evidence  training_lab.student_XX.orders</a:t>
            </a:r>
          </a:p>
        </p:txBody>
      </p:sp>
    </p:spTree>
    <p:extLst>
      <p:ext uri="{BB962C8B-B14F-4D97-AF65-F5344CB8AC3E}">
        <p14:creationId xmlns:p14="http://schemas.microsoft.com/office/powerpoint/2010/main" val="7411934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712787E-F959-4783-BD4A-1F1689ACBB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157ED2-848D-4BB2-B9B8-C35940164553}"/>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The business story</a:t>
            </a:r>
          </a:p>
        </p:txBody>
      </p:sp>
      <p:sp>
        <p:nvSpPr>
          <p:cNvPr id="3" name="">
            <a:extLst xmlns:a="http://schemas.openxmlformats.org/drawingml/2006/main">
              <a:ext uri="{FF2B5EF4-FFF2-40B4-BE49-F238E27FC236}">
                <a16:creationId xmlns:a16="http://schemas.microsoft.com/office/drawing/2014/main" id="{8DEAE806-B4ED-4FB5-8C92-676670A8FFD6}"/>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Five retail orders become a trusted table</a:t>
            </a:r>
          </a:p>
        </p:txBody>
      </p:sp>
      <p:sp>
        <p:nvSpPr>
          <p:cNvPr id="4" name="">
            <a:extLst xmlns:a="http://schemas.openxmlformats.org/drawingml/2006/main">
              <a:ext uri="{FF2B5EF4-FFF2-40B4-BE49-F238E27FC236}">
                <a16:creationId xmlns:a16="http://schemas.microsoft.com/office/drawing/2014/main" id="{90FD079A-581E-4CFA-A957-093FEE39D38C}"/>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669B8B4-953A-434A-A471-CEB4B90C296B}"/>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5791465-4ACF-48F4-9EA8-150C5A474290}"/>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03</a:t>
            </a:r>
          </a:p>
        </p:txBody>
      </p:sp>
      <p:sp>
        <p:nvSpPr>
          <p:cNvPr id="7" name="">
            <a:extLst xmlns:a="http://schemas.openxmlformats.org/drawingml/2006/main">
              <a:ext uri="{FF2B5EF4-FFF2-40B4-BE49-F238E27FC236}">
                <a16:creationId xmlns:a16="http://schemas.microsoft.com/office/drawing/2014/main" id="{6A168A4B-C94B-460E-A974-B15013E9B383}"/>
              </a:ext>
            </a:extLst>
          </p:cNvPr>
          <p:cNvSpPr>
            <a:spLocks xmlns:a="http://schemas.openxmlformats.org/drawingml/2006/main" noGrp="1"/>
          </p:cNvSpPr>
          <p:nvPr/>
        </p:nvSpPr>
        <p:spPr>
          <a:xfrm xmlns:a="http://schemas.openxmlformats.org/drawingml/2006/main">
            <a:off x="762000" y="1714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B6875"/>
                </a:solidFill>
                <a:latin typeface="Bitstream Charter"/>
                <a:ea typeface="Bitstream Charter"/>
                <a:cs typeface="Bitstream Charter"/>
              </a:defRPr>
            </a:pPr>
            <a:r>
              <a:rPr sz="1050" b="1">
                <a:solidFill>
                  <a:srgbClr val="5B6875"/>
                </a:solidFill>
                <a:latin typeface="Bitstream Charter"/>
                <a:ea typeface="Bitstream Charter"/>
                <a:cs typeface="Bitstream Charter"/>
              </a:rPr>
              <a:t>SOURCE</a:t>
            </a:r>
          </a:p>
        </p:txBody>
      </p:sp>
      <p:sp>
        <p:nvSpPr>
          <p:cNvPr id="8" name="">
            <a:extLst xmlns:a="http://schemas.openxmlformats.org/drawingml/2006/main">
              <a:ext uri="{FF2B5EF4-FFF2-40B4-BE49-F238E27FC236}">
                <a16:creationId xmlns:a16="http://schemas.microsoft.com/office/drawing/2014/main" id="{B0D95368-02EB-4457-99F6-A1EC66219C16}"/>
              </a:ext>
            </a:extLst>
          </p:cNvPr>
          <p:cNvSpPr>
            <a:spLocks xmlns:a="http://schemas.openxmlformats.org/drawingml/2006/main" noGrp="1"/>
          </p:cNvSpPr>
          <p:nvPr/>
        </p:nvSpPr>
        <p:spPr>
          <a:xfrm xmlns:a="http://schemas.openxmlformats.org/drawingml/2006/main">
            <a:off x="4095750" y="1714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B6875"/>
                </a:solidFill>
                <a:latin typeface="Bitstream Charter"/>
                <a:ea typeface="Bitstream Charter"/>
                <a:cs typeface="Bitstream Charter"/>
              </a:defRPr>
            </a:pPr>
            <a:r>
              <a:rPr sz="1050" b="1">
                <a:solidFill>
                  <a:srgbClr val="5B6875"/>
                </a:solidFill>
                <a:latin typeface="Bitstream Charter"/>
                <a:ea typeface="Bitstream Charter"/>
                <a:cs typeface="Bitstream Charter"/>
              </a:rPr>
              <a:t>PROCESS</a:t>
            </a:r>
          </a:p>
        </p:txBody>
      </p:sp>
      <p:sp>
        <p:nvSpPr>
          <p:cNvPr id="9" name="">
            <a:extLst xmlns:a="http://schemas.openxmlformats.org/drawingml/2006/main">
              <a:ext uri="{FF2B5EF4-FFF2-40B4-BE49-F238E27FC236}">
                <a16:creationId xmlns:a16="http://schemas.microsoft.com/office/drawing/2014/main" id="{72BEFCFD-2AC6-455F-86EA-365BFE10B628}"/>
              </a:ext>
            </a:extLst>
          </p:cNvPr>
          <p:cNvSpPr>
            <a:spLocks xmlns:a="http://schemas.openxmlformats.org/drawingml/2006/main" noGrp="1"/>
          </p:cNvSpPr>
          <p:nvPr/>
        </p:nvSpPr>
        <p:spPr>
          <a:xfrm xmlns:a="http://schemas.openxmlformats.org/drawingml/2006/main">
            <a:off x="7524750" y="17145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B6875"/>
                </a:solidFill>
                <a:latin typeface="Bitstream Charter"/>
                <a:ea typeface="Bitstream Charter"/>
                <a:cs typeface="Bitstream Charter"/>
              </a:defRPr>
            </a:pPr>
            <a:r>
              <a:rPr sz="1050" b="1">
                <a:solidFill>
                  <a:srgbClr val="5B6875"/>
                </a:solidFill>
                <a:latin typeface="Bitstream Charter"/>
                <a:ea typeface="Bitstream Charter"/>
                <a:cs typeface="Bitstream Charter"/>
              </a:rPr>
              <a:t>PUBLISH</a:t>
            </a:r>
          </a:p>
        </p:txBody>
      </p:sp>
      <p:sp>
        <p:nvSpPr>
          <p:cNvPr id="10" name="">
            <a:extLst xmlns:a="http://schemas.openxmlformats.org/drawingml/2006/main">
              <a:ext uri="{FF2B5EF4-FFF2-40B4-BE49-F238E27FC236}">
                <a16:creationId xmlns:a16="http://schemas.microsoft.com/office/drawing/2014/main" id="{43ACAAED-0199-4592-9EE6-5DC2A6FF756B}"/>
              </a:ext>
            </a:extLst>
          </p:cNvPr>
          <p:cNvSpPr>
            <a:spLocks xmlns:a="http://schemas.openxmlformats.org/drawingml/2006/main" noGrp="1"/>
          </p:cNvSpPr>
          <p:nvPr/>
        </p:nvSpPr>
        <p:spPr>
          <a:xfrm xmlns:a="http://schemas.openxmlformats.org/drawingml/2006/main">
            <a:off x="666750" y="2095500"/>
            <a:ext cx="2476500" cy="1905000"/>
          </a:xfrm>
          <a:prstGeom xmlns:a="http://schemas.openxmlformats.org/drawingml/2006/main" prst="roundRect">
            <a:avLst>
              <a:gd name="adj" fmla="val 4000"/>
            </a:avLst>
          </a:prstGeom>
          <a:solidFill xmlns:a="http://schemas.openxmlformats.org/drawingml/2006/main">
            <a:srgbClr val="F3F7FA"/>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07D34181-9F45-4E23-BC86-DA1D241DE18F}"/>
              </a:ext>
            </a:extLst>
          </p:cNvPr>
          <p:cNvSpPr>
            <a:spLocks xmlns:a="http://schemas.openxmlformats.org/drawingml/2006/main" noGrp="1"/>
          </p:cNvSpPr>
          <p:nvPr/>
        </p:nvSpPr>
        <p:spPr>
          <a:xfrm xmlns:a="http://schemas.openxmlformats.org/drawingml/2006/main">
            <a:off x="666750" y="2095500"/>
            <a:ext cx="76200" cy="19050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AC45BE8-3AF6-4AC1-841D-75CFE9850C41}"/>
              </a:ext>
            </a:extLst>
          </p:cNvPr>
          <p:cNvSpPr>
            <a:spLocks xmlns:a="http://schemas.openxmlformats.org/drawingml/2006/main" noGrp="1"/>
          </p:cNvSpPr>
          <p:nvPr/>
        </p:nvSpPr>
        <p:spPr>
          <a:xfrm xmlns:a="http://schemas.openxmlformats.org/drawingml/2006/main">
            <a:off x="895350" y="2247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Small order data</a:t>
            </a:r>
          </a:p>
        </p:txBody>
      </p:sp>
      <p:sp>
        <p:nvSpPr>
          <p:cNvPr id="13" name="">
            <a:extLst xmlns:a="http://schemas.openxmlformats.org/drawingml/2006/main">
              <a:ext uri="{FF2B5EF4-FFF2-40B4-BE49-F238E27FC236}">
                <a16:creationId xmlns:a16="http://schemas.microsoft.com/office/drawing/2014/main" id="{C97E27BA-A5F1-4D3E-9729-DBAF3E2CFA97}"/>
              </a:ext>
            </a:extLst>
          </p:cNvPr>
          <p:cNvSpPr>
            <a:spLocks xmlns:a="http://schemas.openxmlformats.org/drawingml/2006/main" noGrp="1"/>
          </p:cNvSpPr>
          <p:nvPr/>
        </p:nvSpPr>
        <p:spPr>
          <a:xfrm xmlns:a="http://schemas.openxmlformats.org/drawingml/2006/main">
            <a:off x="895350" y="2590800"/>
            <a:ext cx="20574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order_id</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product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quantity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unit_price</a:t>
            </a:r>
          </a:p>
        </p:txBody>
      </p:sp>
      <p:sp>
        <p:nvSpPr>
          <p:cNvPr id="14" name="">
            <a:extLst xmlns:a="http://schemas.openxmlformats.org/drawingml/2006/main">
              <a:ext uri="{FF2B5EF4-FFF2-40B4-BE49-F238E27FC236}">
                <a16:creationId xmlns:a16="http://schemas.microsoft.com/office/drawing/2014/main" id="{FFBF5858-C3CB-46D7-A1EF-8A853B279FFA}"/>
              </a:ext>
            </a:extLst>
          </p:cNvPr>
          <p:cNvSpPr>
            <a:spLocks xmlns:a="http://schemas.openxmlformats.org/drawingml/2006/main" noGrp="1"/>
          </p:cNvSpPr>
          <p:nvPr/>
        </p:nvSpPr>
        <p:spPr>
          <a:xfrm xmlns:a="http://schemas.openxmlformats.org/drawingml/2006/main">
            <a:off x="3333750" y="2714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2E74B5"/>
                </a:solidFill>
                <a:latin typeface="Bitstream Charter"/>
                <a:ea typeface="Bitstream Charter"/>
                <a:cs typeface="Bitstream Charter"/>
              </a:defRPr>
            </a:pPr>
            <a:r>
              <a:rPr sz="3600" b="1">
                <a:solidFill>
                  <a:srgbClr val="2E74B5"/>
                </a:solidFill>
                <a:latin typeface="Bitstream Charter"/>
                <a:ea typeface="Bitstream Charter"/>
                <a:cs typeface="Bitstream Charter"/>
              </a:rPr>
              <a:t>→</a:t>
            </a:r>
          </a:p>
        </p:txBody>
      </p:sp>
      <p:sp>
        <p:nvSpPr>
          <p:cNvPr id="15" name="">
            <a:extLst xmlns:a="http://schemas.openxmlformats.org/drawingml/2006/main">
              <a:ext uri="{FF2B5EF4-FFF2-40B4-BE49-F238E27FC236}">
                <a16:creationId xmlns:a16="http://schemas.microsoft.com/office/drawing/2014/main" id="{C69E084F-2440-4EB9-8AE6-ABCF6CB3972B}"/>
              </a:ext>
            </a:extLst>
          </p:cNvPr>
          <p:cNvSpPr>
            <a:spLocks xmlns:a="http://schemas.openxmlformats.org/drawingml/2006/main" noGrp="1"/>
          </p:cNvSpPr>
          <p:nvPr/>
        </p:nvSpPr>
        <p:spPr>
          <a:xfrm xmlns:a="http://schemas.openxmlformats.org/drawingml/2006/main">
            <a:off x="4095750" y="2095500"/>
            <a:ext cx="2667000" cy="1905000"/>
          </a:xfrm>
          <a:prstGeom xmlns:a="http://schemas.openxmlformats.org/drawingml/2006/main" prst="roundRect">
            <a:avLst>
              <a:gd name="adj" fmla="val 40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34C40B88-584A-45A5-AE01-96BB17D789C5}"/>
              </a:ext>
            </a:extLst>
          </p:cNvPr>
          <p:cNvSpPr>
            <a:spLocks xmlns:a="http://schemas.openxmlformats.org/drawingml/2006/main" noGrp="1"/>
          </p:cNvSpPr>
          <p:nvPr/>
        </p:nvSpPr>
        <p:spPr>
          <a:xfrm xmlns:a="http://schemas.openxmlformats.org/drawingml/2006/main">
            <a:off x="4095750" y="2095500"/>
            <a:ext cx="76200" cy="19050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583B610-9038-4666-AC26-D306499ACD57}"/>
              </a:ext>
            </a:extLst>
          </p:cNvPr>
          <p:cNvSpPr>
            <a:spLocks xmlns:a="http://schemas.openxmlformats.org/drawingml/2006/main" noGrp="1"/>
          </p:cNvSpPr>
          <p:nvPr/>
        </p:nvSpPr>
        <p:spPr>
          <a:xfrm xmlns:a="http://schemas.openxmlformats.org/drawingml/2006/main">
            <a:off x="4324350" y="22479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Spark DataFrame</a:t>
            </a:r>
          </a:p>
        </p:txBody>
      </p:sp>
      <p:sp>
        <p:nvSpPr>
          <p:cNvPr id="18" name="">
            <a:extLst xmlns:a="http://schemas.openxmlformats.org/drawingml/2006/main">
              <a:ext uri="{FF2B5EF4-FFF2-40B4-BE49-F238E27FC236}">
                <a16:creationId xmlns:a16="http://schemas.microsoft.com/office/drawing/2014/main" id="{8A8B698B-2582-41DB-857F-466454DC753D}"/>
              </a:ext>
            </a:extLst>
          </p:cNvPr>
          <p:cNvSpPr>
            <a:spLocks xmlns:a="http://schemas.openxmlformats.org/drawingml/2006/main" noGrp="1"/>
          </p:cNvSpPr>
          <p:nvPr/>
        </p:nvSpPr>
        <p:spPr>
          <a:xfrm xmlns:a="http://schemas.openxmlformats.org/drawingml/2006/main">
            <a:off x="4324350" y="2590800"/>
            <a:ext cx="22479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Filter invalid rows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Calculate order_total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Summarize by product</a:t>
            </a:r>
          </a:p>
        </p:txBody>
      </p:sp>
      <p:sp>
        <p:nvSpPr>
          <p:cNvPr id="19" name="">
            <a:extLst xmlns:a="http://schemas.openxmlformats.org/drawingml/2006/main">
              <a:ext uri="{FF2B5EF4-FFF2-40B4-BE49-F238E27FC236}">
                <a16:creationId xmlns:a16="http://schemas.microsoft.com/office/drawing/2014/main" id="{B16E55CE-DA5F-4F8F-BB41-A790E0FF93BD}"/>
              </a:ext>
            </a:extLst>
          </p:cNvPr>
          <p:cNvSpPr>
            <a:spLocks xmlns:a="http://schemas.openxmlformats.org/drawingml/2006/main" noGrp="1"/>
          </p:cNvSpPr>
          <p:nvPr/>
        </p:nvSpPr>
        <p:spPr>
          <a:xfrm xmlns:a="http://schemas.openxmlformats.org/drawingml/2006/main">
            <a:off x="6905625" y="2714625"/>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2E74B5"/>
                </a:solidFill>
                <a:latin typeface="Bitstream Charter"/>
                <a:ea typeface="Bitstream Charter"/>
                <a:cs typeface="Bitstream Charter"/>
              </a:defRPr>
            </a:pPr>
            <a:r>
              <a:rPr sz="3600" b="1">
                <a:solidFill>
                  <a:srgbClr val="2E74B5"/>
                </a:solidFill>
                <a:latin typeface="Bitstream Charter"/>
                <a:ea typeface="Bitstream Charter"/>
                <a:cs typeface="Bitstream Charter"/>
              </a:rPr>
              <a:t>→</a:t>
            </a:r>
          </a:p>
        </p:txBody>
      </p:sp>
      <p:sp>
        <p:nvSpPr>
          <p:cNvPr id="20" name="">
            <a:extLst xmlns:a="http://schemas.openxmlformats.org/drawingml/2006/main">
              <a:ext uri="{FF2B5EF4-FFF2-40B4-BE49-F238E27FC236}">
                <a16:creationId xmlns:a16="http://schemas.microsoft.com/office/drawing/2014/main" id="{DC1BA92D-1F05-4B26-A2B1-1540E594E07A}"/>
              </a:ext>
            </a:extLst>
          </p:cNvPr>
          <p:cNvSpPr>
            <a:spLocks xmlns:a="http://schemas.openxmlformats.org/drawingml/2006/main" noGrp="1"/>
          </p:cNvSpPr>
          <p:nvPr/>
        </p:nvSpPr>
        <p:spPr>
          <a:xfrm xmlns:a="http://schemas.openxmlformats.org/drawingml/2006/main">
            <a:off x="7620000" y="2095500"/>
            <a:ext cx="3810000" cy="1905000"/>
          </a:xfrm>
          <a:prstGeom xmlns:a="http://schemas.openxmlformats.org/drawingml/2006/main" prst="roundRect">
            <a:avLst>
              <a:gd name="adj" fmla="val 4000"/>
            </a:avLst>
          </a:prstGeom>
          <a:solidFill xmlns:a="http://schemas.openxmlformats.org/drawingml/2006/main">
            <a:srgbClr val="F3F7FA"/>
          </a:solidFill>
          <a:ln xmlns:a="http://schemas.openxmlformats.org/drawingml/2006/main" w="9525">
            <a:solidFill>
              <a:srgbClr val="D9E1E8"/>
            </a:solidFill>
          </a:ln>
        </p:spPr>
      </p:sp>
      <p:sp>
        <p:nvSpPr>
          <p:cNvPr id="21" name="">
            <a:extLst xmlns:a="http://schemas.openxmlformats.org/drawingml/2006/main">
              <a:ext uri="{FF2B5EF4-FFF2-40B4-BE49-F238E27FC236}">
                <a16:creationId xmlns:a16="http://schemas.microsoft.com/office/drawing/2014/main" id="{CD6A6F66-A546-4EE9-9448-580A8049F178}"/>
              </a:ext>
            </a:extLst>
          </p:cNvPr>
          <p:cNvSpPr>
            <a:spLocks xmlns:a="http://schemas.openxmlformats.org/drawingml/2006/main" noGrp="1"/>
          </p:cNvSpPr>
          <p:nvPr/>
        </p:nvSpPr>
        <p:spPr>
          <a:xfrm xmlns:a="http://schemas.openxmlformats.org/drawingml/2006/main">
            <a:off x="7620000" y="2095500"/>
            <a:ext cx="76200" cy="19050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43E8239-CD0D-4A2F-85B0-5E3093190DF8}"/>
              </a:ext>
            </a:extLst>
          </p:cNvPr>
          <p:cNvSpPr>
            <a:spLocks xmlns:a="http://schemas.openxmlformats.org/drawingml/2006/main" noGrp="1"/>
          </p:cNvSpPr>
          <p:nvPr/>
        </p:nvSpPr>
        <p:spPr>
          <a:xfrm xmlns:a="http://schemas.openxmlformats.org/drawingml/2006/main">
            <a:off x="7848600" y="2247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Governed Delta table</a:t>
            </a:r>
          </a:p>
        </p:txBody>
      </p:sp>
      <p:sp>
        <p:nvSpPr>
          <p:cNvPr id="23" name="">
            <a:extLst xmlns:a="http://schemas.openxmlformats.org/drawingml/2006/main">
              <a:ext uri="{FF2B5EF4-FFF2-40B4-BE49-F238E27FC236}">
                <a16:creationId xmlns:a16="http://schemas.microsoft.com/office/drawing/2014/main" id="{62EC203A-D287-4A40-BF02-A677D20AC7E2}"/>
              </a:ext>
            </a:extLst>
          </p:cNvPr>
          <p:cNvSpPr>
            <a:spLocks xmlns:a="http://schemas.openxmlformats.org/drawingml/2006/main" noGrp="1"/>
          </p:cNvSpPr>
          <p:nvPr/>
        </p:nvSpPr>
        <p:spPr>
          <a:xfrm xmlns:a="http://schemas.openxmlformats.org/drawingml/2006/main">
            <a:off x="7848600" y="2590800"/>
            <a:ext cx="33909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training_lab.student_01.orders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Query • history • time travel</a:t>
            </a:r>
          </a:p>
        </p:txBody>
      </p:sp>
      <p:sp>
        <p:nvSpPr>
          <p:cNvPr id="24" name="">
            <a:extLst xmlns:a="http://schemas.openxmlformats.org/drawingml/2006/main">
              <a:ext uri="{FF2B5EF4-FFF2-40B4-BE49-F238E27FC236}">
                <a16:creationId xmlns:a16="http://schemas.microsoft.com/office/drawing/2014/main" id="{EC5299C5-847F-49D9-8996-705F01EBBD0D}"/>
              </a:ext>
            </a:extLst>
          </p:cNvPr>
          <p:cNvSpPr>
            <a:spLocks xmlns:a="http://schemas.openxmlformats.org/drawingml/2006/main" noGrp="1"/>
          </p:cNvSpPr>
          <p:nvPr/>
        </p:nvSpPr>
        <p:spPr>
          <a:xfrm xmlns:a="http://schemas.openxmlformats.org/drawingml/2006/main">
            <a:off x="1619250" y="4667250"/>
            <a:ext cx="895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71C2C"/>
                </a:solidFill>
                <a:latin typeface="Bitstream Charter"/>
                <a:ea typeface="Bitstream Charter"/>
                <a:cs typeface="Bitstream Charter"/>
              </a:defRPr>
            </a:pPr>
            <a:r>
              <a:rPr sz="1725" b="1">
                <a:solidFill>
                  <a:srgbClr val="071C2C"/>
                </a:solidFill>
                <a:latin typeface="Bitstream Charter"/>
                <a:ea typeface="Bitstream Charter"/>
                <a:cs typeface="Bitstream Charter"/>
              </a:rPr>
              <a:t>Use the same story across explanation, demo, lab and assessment.</a:t>
            </a:r>
          </a:p>
        </p:txBody>
      </p:sp>
    </p:spTree>
    <p:extLst>
      <p:ext uri="{BB962C8B-B14F-4D97-AF65-F5344CB8AC3E}">
        <p14:creationId xmlns:p14="http://schemas.microsoft.com/office/powerpoint/2010/main" val="821168477"/>
      </p:ext>
    </p:extLst>
  </p:cSld>
</p:sld>
</file>

<file path=ppt/slides/slide4.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DF7454-3A80-42FF-85F6-C76FABFE01F8}"/>
              </a:ext>
            </a:extLst>
          </p:cNvPr>
          <p:cNvSpPr>
            <a:spLocks xmlns:a="http://schemas.openxmlformats.org/drawingml/2006/main" noGrp="1"/>
          </p:cNvSpPr>
          <p:nvPr/>
        </p:nvSpPr>
        <p:spPr>
          <a:xfrm xmlns:a="http://schemas.openxmlformats.org/drawingml/2006/main">
            <a:off x="685800" y="876300"/>
            <a:ext cx="238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700" b="1">
                <a:solidFill>
                  <a:srgbClr val="49C0B6"/>
                </a:solidFill>
                <a:latin typeface="Bitstream Charter"/>
                <a:ea typeface="Bitstream Charter"/>
                <a:cs typeface="Bitstream Charter"/>
              </a:defRPr>
            </a:pPr>
            <a:r>
              <a:rPr sz="8700" b="1">
                <a:solidFill>
                  <a:srgbClr val="49C0B6"/>
                </a:solidFill>
                <a:latin typeface="Bitstream Charter"/>
                <a:ea typeface="Bitstream Charter"/>
                <a:cs typeface="Bitstream Charter"/>
              </a:rPr>
              <a:t>01</a:t>
            </a:r>
          </a:p>
        </p:txBody>
      </p:sp>
      <p:sp>
        <p:nvSpPr>
          <p:cNvPr id="2" name="">
            <a:extLst xmlns:a="http://schemas.openxmlformats.org/drawingml/2006/main">
              <a:ext uri="{FF2B5EF4-FFF2-40B4-BE49-F238E27FC236}">
                <a16:creationId xmlns:a16="http://schemas.microsoft.com/office/drawing/2014/main" id="{2D7ABA97-5F14-4654-8C24-B8A3376920CA}"/>
              </a:ext>
            </a:extLst>
          </p:cNvPr>
          <p:cNvSpPr>
            <a:spLocks xmlns:a="http://schemas.openxmlformats.org/drawingml/2006/main" noGrp="1"/>
          </p:cNvSpPr>
          <p:nvPr/>
        </p:nvSpPr>
        <p:spPr>
          <a:xfrm xmlns:a="http://schemas.openxmlformats.org/drawingml/2006/main">
            <a:off x="3143250" y="1190625"/>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Lesson 1</a:t>
            </a:r>
          </a:p>
        </p:txBody>
      </p:sp>
      <p:sp>
        <p:nvSpPr>
          <p:cNvPr id="3" name="">
            <a:extLst xmlns:a="http://schemas.openxmlformats.org/drawingml/2006/main">
              <a:ext uri="{FF2B5EF4-FFF2-40B4-BE49-F238E27FC236}">
                <a16:creationId xmlns:a16="http://schemas.microsoft.com/office/drawing/2014/main" id="{3BAE5731-B428-4E56-B243-053DF85B5122}"/>
              </a:ext>
            </a:extLst>
          </p:cNvPr>
          <p:cNvSpPr>
            <a:spLocks xmlns:a="http://schemas.openxmlformats.org/drawingml/2006/main" noGrp="1"/>
          </p:cNvSpPr>
          <p:nvPr/>
        </p:nvSpPr>
        <p:spPr>
          <a:xfrm xmlns:a="http://schemas.openxmlformats.org/drawingml/2006/main">
            <a:off x="3181350" y="233362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9D8E5"/>
                </a:solidFill>
                <a:latin typeface="Bitstream Charter"/>
                <a:ea typeface="Bitstream Charter"/>
                <a:cs typeface="Bitstream Charter"/>
              </a:defRPr>
            </a:pPr>
            <a:r>
              <a:rPr sz="1650" b="0">
                <a:solidFill>
                  <a:srgbClr val="C9D8E5"/>
                </a:solidFill>
                <a:latin typeface="Bitstream Charter"/>
                <a:ea typeface="Bitstream Charter"/>
                <a:cs typeface="Bitstream Charter"/>
              </a:rPr>
              <a:t>Databricks foundations and Spark mental model</a:t>
            </a:r>
          </a:p>
        </p:txBody>
      </p:sp>
      <p:sp>
        <p:nvSpPr>
          <p:cNvPr id="4" name="">
            <a:extLst xmlns:a="http://schemas.openxmlformats.org/drawingml/2006/main">
              <a:ext uri="{FF2B5EF4-FFF2-40B4-BE49-F238E27FC236}">
                <a16:creationId xmlns:a16="http://schemas.microsoft.com/office/drawing/2014/main" id="{58068C80-5C43-4067-A664-490B75AC292E}"/>
              </a:ext>
            </a:extLst>
          </p:cNvPr>
          <p:cNvSpPr>
            <a:spLocks xmlns:a="http://schemas.openxmlformats.org/drawingml/2006/main" noGrp="1"/>
          </p:cNvSpPr>
          <p:nvPr/>
        </p:nvSpPr>
        <p:spPr>
          <a:xfrm xmlns:a="http://schemas.openxmlformats.org/drawingml/2006/main">
            <a:off x="3181350" y="3371850"/>
            <a:ext cx="6191250" cy="47625"/>
          </a:xfrm>
          <a:prstGeom xmlns:a="http://schemas.openxmlformats.org/drawingml/2006/main" prst="rect">
            <a:avLst/>
          </a:prstGeom>
          <a:solidFill xmlns:a="http://schemas.openxmlformats.org/drawingml/2006/main">
            <a:srgbClr val="F4B94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417FE7A-7FD7-4A5D-9072-35D4CF185E5C}"/>
              </a:ext>
            </a:extLst>
          </p:cNvPr>
          <p:cNvSpPr>
            <a:spLocks xmlns:a="http://schemas.openxmlformats.org/drawingml/2006/main" noGrp="1"/>
          </p:cNvSpPr>
          <p:nvPr/>
        </p:nvSpPr>
        <p:spPr>
          <a:xfrm xmlns:a="http://schemas.openxmlformats.org/drawingml/2006/main">
            <a:off x="3181350" y="36385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Bitstream Charter"/>
                <a:ea typeface="Bitstream Charter"/>
                <a:cs typeface="Bitstream Charter"/>
              </a:defRPr>
            </a:pPr>
            <a:r>
              <a:rPr sz="1350" b="1">
                <a:solidFill>
                  <a:srgbClr val="FFFFFF"/>
                </a:solidFill>
                <a:latin typeface="Bitstream Charter"/>
                <a:ea typeface="Bitstream Charter"/>
                <a:cs typeface="Bitstream Charter"/>
              </a:rPr>
              <a:t>Concept → demonstration → guided lab → assessment</a:t>
            </a:r>
          </a:p>
        </p:txBody>
      </p:sp>
      <p:sp>
        <p:nvSpPr>
          <p:cNvPr id="6" name="">
            <a:extLst xmlns:a="http://schemas.openxmlformats.org/drawingml/2006/main">
              <a:ext uri="{FF2B5EF4-FFF2-40B4-BE49-F238E27FC236}">
                <a16:creationId xmlns:a16="http://schemas.microsoft.com/office/drawing/2014/main" id="{6A16CBB7-02F7-4546-8CCA-4F1D6654C44A}"/>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9DB0BF"/>
                </a:solidFill>
                <a:latin typeface="Bitstream Charter"/>
                <a:ea typeface="Bitstream Charter"/>
                <a:cs typeface="Bitstream Charter"/>
              </a:defRPr>
            </a:pPr>
            <a:r>
              <a:rPr sz="900" b="1">
                <a:solidFill>
                  <a:srgbClr val="9DB0BF"/>
                </a:solidFill>
                <a:latin typeface="Bitstream Charter"/>
                <a:ea typeface="Bitstream Charter"/>
                <a:cs typeface="Bitstream Charter"/>
              </a:rPr>
              <a:t>04</a:t>
            </a:r>
          </a:p>
        </p:txBody>
      </p:sp>
    </p:spTree>
    <p:extLst>
      <p:ext uri="{BB962C8B-B14F-4D97-AF65-F5344CB8AC3E}">
        <p14:creationId xmlns:p14="http://schemas.microsoft.com/office/powerpoint/2010/main" val="7909970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73764EF-DC3A-4EA9-9F10-9A24FD45E2A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2AD590-83FE-4418-9995-BA8B7EF82AA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What Azure Databricks is</a:t>
            </a:r>
          </a:p>
        </p:txBody>
      </p:sp>
      <p:sp>
        <p:nvSpPr>
          <p:cNvPr id="3" name="">
            <a:extLst xmlns:a="http://schemas.openxmlformats.org/drawingml/2006/main">
              <a:ext uri="{FF2B5EF4-FFF2-40B4-BE49-F238E27FC236}">
                <a16:creationId xmlns:a16="http://schemas.microsoft.com/office/drawing/2014/main" id="{B711DD5D-EB34-4AAF-A720-EC04BD69653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 managed data and AI platform built around Spark and the lakehouse</a:t>
            </a:r>
          </a:p>
        </p:txBody>
      </p:sp>
      <p:sp>
        <p:nvSpPr>
          <p:cNvPr id="4" name="">
            <a:extLst xmlns:a="http://schemas.openxmlformats.org/drawingml/2006/main">
              <a:ext uri="{FF2B5EF4-FFF2-40B4-BE49-F238E27FC236}">
                <a16:creationId xmlns:a16="http://schemas.microsoft.com/office/drawing/2014/main" id="{3AA004F5-E754-4F3E-8A2F-D6BD56BAEACA}"/>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CF70E2-7B8B-477D-A441-E199B6696C24}"/>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DCFB72EC-6928-4173-9333-FBB9E6992DD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05</a:t>
            </a:r>
          </a:p>
        </p:txBody>
      </p:sp>
      <p:sp>
        <p:nvSpPr>
          <p:cNvPr id="7" name="">
            <a:extLst xmlns:a="http://schemas.openxmlformats.org/drawingml/2006/main">
              <a:ext uri="{FF2B5EF4-FFF2-40B4-BE49-F238E27FC236}">
                <a16:creationId xmlns:a16="http://schemas.microsoft.com/office/drawing/2014/main" id="{681E7CB5-0D3D-4C9E-A92C-E0864BF3076E}"/>
              </a:ext>
            </a:extLst>
          </p:cNvPr>
          <p:cNvSpPr>
            <a:spLocks xmlns:a="http://schemas.openxmlformats.org/drawingml/2006/main" noGrp="1"/>
          </p:cNvSpPr>
          <p:nvPr/>
        </p:nvSpPr>
        <p:spPr>
          <a:xfrm xmlns:a="http://schemas.openxmlformats.org/drawingml/2006/main">
            <a:off x="714375" y="1666875"/>
            <a:ext cx="3190875" cy="2190750"/>
          </a:xfrm>
          <a:prstGeom xmlns:a="http://schemas.openxmlformats.org/drawingml/2006/main" prst="roundRect">
            <a:avLst>
              <a:gd name="adj" fmla="val 3478"/>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92BC89D6-8C57-4161-8A3B-C699CC908FD8}"/>
              </a:ext>
            </a:extLst>
          </p:cNvPr>
          <p:cNvSpPr>
            <a:spLocks xmlns:a="http://schemas.openxmlformats.org/drawingml/2006/main" noGrp="1"/>
          </p:cNvSpPr>
          <p:nvPr/>
        </p:nvSpPr>
        <p:spPr>
          <a:xfrm xmlns:a="http://schemas.openxmlformats.org/drawingml/2006/main">
            <a:off x="714375" y="1666875"/>
            <a:ext cx="76200" cy="21907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64D72BC-4151-47E8-8E95-D5CE6D0471B3}"/>
              </a:ext>
            </a:extLst>
          </p:cNvPr>
          <p:cNvSpPr>
            <a:spLocks xmlns:a="http://schemas.openxmlformats.org/drawingml/2006/main" noGrp="1"/>
          </p:cNvSpPr>
          <p:nvPr/>
        </p:nvSpPr>
        <p:spPr>
          <a:xfrm xmlns:a="http://schemas.openxmlformats.org/drawingml/2006/main">
            <a:off x="942975" y="1819275"/>
            <a:ext cx="280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One workspace</a:t>
            </a:r>
          </a:p>
        </p:txBody>
      </p:sp>
      <p:sp>
        <p:nvSpPr>
          <p:cNvPr id="10" name="">
            <a:extLst xmlns:a="http://schemas.openxmlformats.org/drawingml/2006/main">
              <a:ext uri="{FF2B5EF4-FFF2-40B4-BE49-F238E27FC236}">
                <a16:creationId xmlns:a16="http://schemas.microsoft.com/office/drawing/2014/main" id="{1AFCB6FB-9475-40F8-9FAA-72A6A9C9C12D}"/>
              </a:ext>
            </a:extLst>
          </p:cNvPr>
          <p:cNvSpPr>
            <a:spLocks xmlns:a="http://schemas.openxmlformats.org/drawingml/2006/main" noGrp="1"/>
          </p:cNvSpPr>
          <p:nvPr/>
        </p:nvSpPr>
        <p:spPr>
          <a:xfrm xmlns:a="http://schemas.openxmlformats.org/drawingml/2006/main">
            <a:off x="942975" y="2162175"/>
            <a:ext cx="27717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Notebooks, SQL, jobs and discovery for several roles.</a:t>
            </a:r>
          </a:p>
        </p:txBody>
      </p:sp>
      <p:sp>
        <p:nvSpPr>
          <p:cNvPr id="11" name="">
            <a:extLst xmlns:a="http://schemas.openxmlformats.org/drawingml/2006/main">
              <a:ext uri="{FF2B5EF4-FFF2-40B4-BE49-F238E27FC236}">
                <a16:creationId xmlns:a16="http://schemas.microsoft.com/office/drawing/2014/main" id="{AE02BCF9-098F-4AD6-B4AA-B57FEA4A4658}"/>
              </a:ext>
            </a:extLst>
          </p:cNvPr>
          <p:cNvSpPr>
            <a:spLocks xmlns:a="http://schemas.openxmlformats.org/drawingml/2006/main" noGrp="1"/>
          </p:cNvSpPr>
          <p:nvPr/>
        </p:nvSpPr>
        <p:spPr>
          <a:xfrm xmlns:a="http://schemas.openxmlformats.org/drawingml/2006/main">
            <a:off x="4495800" y="1666875"/>
            <a:ext cx="3190875" cy="2190750"/>
          </a:xfrm>
          <a:prstGeom xmlns:a="http://schemas.openxmlformats.org/drawingml/2006/main" prst="roundRect">
            <a:avLst>
              <a:gd name="adj" fmla="val 3478"/>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003D4779-5C93-4FD3-BBB8-CEB447BC0E48}"/>
              </a:ext>
            </a:extLst>
          </p:cNvPr>
          <p:cNvSpPr>
            <a:spLocks xmlns:a="http://schemas.openxmlformats.org/drawingml/2006/main" noGrp="1"/>
          </p:cNvSpPr>
          <p:nvPr/>
        </p:nvSpPr>
        <p:spPr>
          <a:xfrm xmlns:a="http://schemas.openxmlformats.org/drawingml/2006/main">
            <a:off x="4495800" y="1666875"/>
            <a:ext cx="76200" cy="2190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45F736B-8674-4CCE-8A32-2149AE70DEC5}"/>
              </a:ext>
            </a:extLst>
          </p:cNvPr>
          <p:cNvSpPr>
            <a:spLocks xmlns:a="http://schemas.openxmlformats.org/drawingml/2006/main" noGrp="1"/>
          </p:cNvSpPr>
          <p:nvPr/>
        </p:nvSpPr>
        <p:spPr>
          <a:xfrm xmlns:a="http://schemas.openxmlformats.org/drawingml/2006/main">
            <a:off x="4724400" y="1819275"/>
            <a:ext cx="280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Scalable execution</a:t>
            </a:r>
          </a:p>
        </p:txBody>
      </p:sp>
      <p:sp>
        <p:nvSpPr>
          <p:cNvPr id="14" name="">
            <a:extLst xmlns:a="http://schemas.openxmlformats.org/drawingml/2006/main">
              <a:ext uri="{FF2B5EF4-FFF2-40B4-BE49-F238E27FC236}">
                <a16:creationId xmlns:a16="http://schemas.microsoft.com/office/drawing/2014/main" id="{E86721E6-862D-4055-BF49-E8CD57E61A78}"/>
              </a:ext>
            </a:extLst>
          </p:cNvPr>
          <p:cNvSpPr>
            <a:spLocks xmlns:a="http://schemas.openxmlformats.org/drawingml/2006/main" noGrp="1"/>
          </p:cNvSpPr>
          <p:nvPr/>
        </p:nvSpPr>
        <p:spPr>
          <a:xfrm xmlns:a="http://schemas.openxmlformats.org/drawingml/2006/main">
            <a:off x="4724400" y="2162175"/>
            <a:ext cx="27717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Serverless or classic compute runs Spark and SQL workloads.</a:t>
            </a:r>
          </a:p>
        </p:txBody>
      </p:sp>
      <p:sp>
        <p:nvSpPr>
          <p:cNvPr id="15" name="">
            <a:extLst xmlns:a="http://schemas.openxmlformats.org/drawingml/2006/main">
              <a:ext uri="{FF2B5EF4-FFF2-40B4-BE49-F238E27FC236}">
                <a16:creationId xmlns:a16="http://schemas.microsoft.com/office/drawing/2014/main" id="{083B4A69-5F43-48CB-9E15-A4484B90A78A}"/>
              </a:ext>
            </a:extLst>
          </p:cNvPr>
          <p:cNvSpPr>
            <a:spLocks xmlns:a="http://schemas.openxmlformats.org/drawingml/2006/main" noGrp="1"/>
          </p:cNvSpPr>
          <p:nvPr/>
        </p:nvSpPr>
        <p:spPr>
          <a:xfrm xmlns:a="http://schemas.openxmlformats.org/drawingml/2006/main">
            <a:off x="8286750" y="1666875"/>
            <a:ext cx="3190875" cy="2190750"/>
          </a:xfrm>
          <a:prstGeom xmlns:a="http://schemas.openxmlformats.org/drawingml/2006/main" prst="roundRect">
            <a:avLst>
              <a:gd name="adj" fmla="val 3478"/>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83385922-4D22-418C-BEAA-3D8593E000F4}"/>
              </a:ext>
            </a:extLst>
          </p:cNvPr>
          <p:cNvSpPr>
            <a:spLocks xmlns:a="http://schemas.openxmlformats.org/drawingml/2006/main" noGrp="1"/>
          </p:cNvSpPr>
          <p:nvPr/>
        </p:nvSpPr>
        <p:spPr>
          <a:xfrm xmlns:a="http://schemas.openxmlformats.org/drawingml/2006/main">
            <a:off x="8286750" y="1666875"/>
            <a:ext cx="76200" cy="21907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F9B2B62-E61F-44FB-9F82-7A333EB069A6}"/>
              </a:ext>
            </a:extLst>
          </p:cNvPr>
          <p:cNvSpPr>
            <a:spLocks xmlns:a="http://schemas.openxmlformats.org/drawingml/2006/main" noGrp="1"/>
          </p:cNvSpPr>
          <p:nvPr/>
        </p:nvSpPr>
        <p:spPr>
          <a:xfrm xmlns:a="http://schemas.openxmlformats.org/drawingml/2006/main">
            <a:off x="8515350" y="1819275"/>
            <a:ext cx="2809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Governed assets</a:t>
            </a:r>
          </a:p>
        </p:txBody>
      </p:sp>
      <p:sp>
        <p:nvSpPr>
          <p:cNvPr id="18" name="">
            <a:extLst xmlns:a="http://schemas.openxmlformats.org/drawingml/2006/main">
              <a:ext uri="{FF2B5EF4-FFF2-40B4-BE49-F238E27FC236}">
                <a16:creationId xmlns:a16="http://schemas.microsoft.com/office/drawing/2014/main" id="{2C223EE8-5949-4DAA-B920-317A76F558F3}"/>
              </a:ext>
            </a:extLst>
          </p:cNvPr>
          <p:cNvSpPr>
            <a:spLocks xmlns:a="http://schemas.openxmlformats.org/drawingml/2006/main" noGrp="1"/>
          </p:cNvSpPr>
          <p:nvPr/>
        </p:nvSpPr>
        <p:spPr>
          <a:xfrm xmlns:a="http://schemas.openxmlformats.org/drawingml/2006/main">
            <a:off x="8515350" y="2162175"/>
            <a:ext cx="277177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Unity Catalog controls and describes tables, files, models and more.</a:t>
            </a:r>
          </a:p>
        </p:txBody>
      </p:sp>
      <p:sp>
        <p:nvSpPr>
          <p:cNvPr id="19" name="">
            <a:extLst xmlns:a="http://schemas.openxmlformats.org/drawingml/2006/main">
              <a:ext uri="{FF2B5EF4-FFF2-40B4-BE49-F238E27FC236}">
                <a16:creationId xmlns:a16="http://schemas.microsoft.com/office/drawing/2014/main" id="{58E3E584-42AE-41C1-989E-8AE896848CFC}"/>
              </a:ext>
            </a:extLst>
          </p:cNvPr>
          <p:cNvSpPr>
            <a:spLocks xmlns:a="http://schemas.openxmlformats.org/drawingml/2006/main" noGrp="1"/>
          </p:cNvSpPr>
          <p:nvPr/>
        </p:nvSpPr>
        <p:spPr>
          <a:xfrm xmlns:a="http://schemas.openxmlformats.org/drawingml/2006/main">
            <a:off x="1000125" y="4476750"/>
            <a:ext cx="1019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71C2C"/>
                </a:solidFill>
                <a:latin typeface="Bitstream Charter"/>
                <a:ea typeface="Bitstream Charter"/>
                <a:cs typeface="Bitstream Charter"/>
              </a:defRPr>
            </a:pPr>
            <a:r>
              <a:rPr sz="1800" b="1">
                <a:solidFill>
                  <a:srgbClr val="071C2C"/>
                </a:solidFill>
                <a:latin typeface="Bitstream Charter"/>
                <a:ea typeface="Bitstream Charter"/>
                <a:cs typeface="Bitstream Charter"/>
              </a:rPr>
              <a:t>Managed platform ≠ data automatically becomes clean, governed or inexpensive.</a:t>
            </a:r>
          </a:p>
        </p:txBody>
      </p:sp>
    </p:spTree>
    <p:extLst>
      <p:ext uri="{BB962C8B-B14F-4D97-AF65-F5344CB8AC3E}">
        <p14:creationId xmlns:p14="http://schemas.microsoft.com/office/powerpoint/2010/main" val="7831373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B1591B-9187-4D8B-ACE9-2537349ACA6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1465CF-FEA2-41CF-B437-67F97D181040}"/>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The lakehouse idea</a:t>
            </a:r>
          </a:p>
        </p:txBody>
      </p:sp>
      <p:sp>
        <p:nvSpPr>
          <p:cNvPr id="3" name="">
            <a:extLst xmlns:a="http://schemas.openxmlformats.org/drawingml/2006/main">
              <a:ext uri="{FF2B5EF4-FFF2-40B4-BE49-F238E27FC236}">
                <a16:creationId xmlns:a16="http://schemas.microsoft.com/office/drawing/2014/main" id="{36BC27E9-CBCD-4AA0-8DB8-8F6FECF24CB9}"/>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Open storage with reliable table behavior</a:t>
            </a:r>
          </a:p>
        </p:txBody>
      </p:sp>
      <p:sp>
        <p:nvSpPr>
          <p:cNvPr id="4" name="">
            <a:extLst xmlns:a="http://schemas.openxmlformats.org/drawingml/2006/main">
              <a:ext uri="{FF2B5EF4-FFF2-40B4-BE49-F238E27FC236}">
                <a16:creationId xmlns:a16="http://schemas.microsoft.com/office/drawing/2014/main" id="{27C4ED06-1A42-44ED-AE27-501D00A8A7EF}"/>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31C69F-D7EC-41A7-9A34-25D19157451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53701178-ECFB-4A3E-9568-E9016CCB321A}"/>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06</a:t>
            </a:r>
          </a:p>
        </p:txBody>
      </p:sp>
      <p:sp>
        <p:nvSpPr>
          <p:cNvPr id="7" name="">
            <a:extLst xmlns:a="http://schemas.openxmlformats.org/drawingml/2006/main">
              <a:ext uri="{FF2B5EF4-FFF2-40B4-BE49-F238E27FC236}">
                <a16:creationId xmlns:a16="http://schemas.microsoft.com/office/drawing/2014/main" id="{AEB83A98-8A81-41FF-9D8B-4ADD526E6B8E}"/>
              </a:ext>
            </a:extLst>
          </p:cNvPr>
          <p:cNvSpPr>
            <a:spLocks xmlns:a="http://schemas.openxmlformats.org/drawingml/2006/main" noGrp="1"/>
          </p:cNvSpPr>
          <p:nvPr/>
        </p:nvSpPr>
        <p:spPr>
          <a:xfrm xmlns:a="http://schemas.openxmlformats.org/drawingml/2006/main">
            <a:off x="714375" y="1619250"/>
            <a:ext cx="31432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EE394FDA-669D-4B0D-B57E-43E021E4FA12}"/>
              </a:ext>
            </a:extLst>
          </p:cNvPr>
          <p:cNvSpPr>
            <a:spLocks xmlns:a="http://schemas.openxmlformats.org/drawingml/2006/main" noGrp="1"/>
          </p:cNvSpPr>
          <p:nvPr/>
        </p:nvSpPr>
        <p:spPr>
          <a:xfrm xmlns:a="http://schemas.openxmlformats.org/drawingml/2006/main">
            <a:off x="714375" y="1619250"/>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F67BA96-C6C7-413A-8B41-2FA9CD53889E}"/>
              </a:ext>
            </a:extLst>
          </p:cNvPr>
          <p:cNvSpPr>
            <a:spLocks xmlns:a="http://schemas.openxmlformats.org/drawingml/2006/main" noGrp="1"/>
          </p:cNvSpPr>
          <p:nvPr/>
        </p:nvSpPr>
        <p:spPr>
          <a:xfrm xmlns:a="http://schemas.openxmlformats.org/drawingml/2006/main">
            <a:off x="942975" y="17716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Data lake strengths</a:t>
            </a:r>
          </a:p>
        </p:txBody>
      </p:sp>
      <p:sp>
        <p:nvSpPr>
          <p:cNvPr id="10" name="">
            <a:extLst xmlns:a="http://schemas.openxmlformats.org/drawingml/2006/main">
              <a:ext uri="{FF2B5EF4-FFF2-40B4-BE49-F238E27FC236}">
                <a16:creationId xmlns:a16="http://schemas.microsoft.com/office/drawing/2014/main" id="{966C6D1B-54C4-4032-82FF-E6F1254327D2}"/>
              </a:ext>
            </a:extLst>
          </p:cNvPr>
          <p:cNvSpPr>
            <a:spLocks xmlns:a="http://schemas.openxmlformats.org/drawingml/2006/main" noGrp="1"/>
          </p:cNvSpPr>
          <p:nvPr/>
        </p:nvSpPr>
        <p:spPr>
          <a:xfrm xmlns:a="http://schemas.openxmlformats.org/drawingml/2006/main">
            <a:off x="942975" y="2114550"/>
            <a:ext cx="27241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Low-cost cloud storage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Open file formats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Raw and refined data</a:t>
            </a:r>
          </a:p>
        </p:txBody>
      </p:sp>
      <p:sp>
        <p:nvSpPr>
          <p:cNvPr id="11" name="">
            <a:extLst xmlns:a="http://schemas.openxmlformats.org/drawingml/2006/main">
              <a:ext uri="{FF2B5EF4-FFF2-40B4-BE49-F238E27FC236}">
                <a16:creationId xmlns:a16="http://schemas.microsoft.com/office/drawing/2014/main" id="{4E3748AE-0088-4A74-9B39-3859847B9D8E}"/>
              </a:ext>
            </a:extLst>
          </p:cNvPr>
          <p:cNvSpPr>
            <a:spLocks xmlns:a="http://schemas.openxmlformats.org/drawingml/2006/main" noGrp="1"/>
          </p:cNvSpPr>
          <p:nvPr/>
        </p:nvSpPr>
        <p:spPr>
          <a:xfrm xmlns:a="http://schemas.openxmlformats.org/drawingml/2006/main">
            <a:off x="4524375" y="1619250"/>
            <a:ext cx="31432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3D56E13C-64DB-4DFA-93B4-4BBB1FEDB06F}"/>
              </a:ext>
            </a:extLst>
          </p:cNvPr>
          <p:cNvSpPr>
            <a:spLocks xmlns:a="http://schemas.openxmlformats.org/drawingml/2006/main" noGrp="1"/>
          </p:cNvSpPr>
          <p:nvPr/>
        </p:nvSpPr>
        <p:spPr>
          <a:xfrm xmlns:a="http://schemas.openxmlformats.org/drawingml/2006/main">
            <a:off x="4524375" y="1619250"/>
            <a:ext cx="76200" cy="23812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DCA423D-3CC6-4D86-8E12-23015B03EE31}"/>
              </a:ext>
            </a:extLst>
          </p:cNvPr>
          <p:cNvSpPr>
            <a:spLocks xmlns:a="http://schemas.openxmlformats.org/drawingml/2006/main" noGrp="1"/>
          </p:cNvSpPr>
          <p:nvPr/>
        </p:nvSpPr>
        <p:spPr>
          <a:xfrm xmlns:a="http://schemas.openxmlformats.org/drawingml/2006/main">
            <a:off x="4752975" y="17716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Warehouse strengths</a:t>
            </a:r>
          </a:p>
        </p:txBody>
      </p:sp>
      <p:sp>
        <p:nvSpPr>
          <p:cNvPr id="14" name="">
            <a:extLst xmlns:a="http://schemas.openxmlformats.org/drawingml/2006/main">
              <a:ext uri="{FF2B5EF4-FFF2-40B4-BE49-F238E27FC236}">
                <a16:creationId xmlns:a16="http://schemas.microsoft.com/office/drawing/2014/main" id="{2A97771E-7079-4ED5-9042-826FE937ABC2}"/>
              </a:ext>
            </a:extLst>
          </p:cNvPr>
          <p:cNvSpPr>
            <a:spLocks xmlns:a="http://schemas.openxmlformats.org/drawingml/2006/main" noGrp="1"/>
          </p:cNvSpPr>
          <p:nvPr/>
        </p:nvSpPr>
        <p:spPr>
          <a:xfrm xmlns:a="http://schemas.openxmlformats.org/drawingml/2006/main">
            <a:off x="4752975" y="2114550"/>
            <a:ext cx="27241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Managed tables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 performance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Schema and access controls</a:t>
            </a:r>
          </a:p>
        </p:txBody>
      </p:sp>
      <p:sp>
        <p:nvSpPr>
          <p:cNvPr id="15" name="">
            <a:extLst xmlns:a="http://schemas.openxmlformats.org/drawingml/2006/main">
              <a:ext uri="{FF2B5EF4-FFF2-40B4-BE49-F238E27FC236}">
                <a16:creationId xmlns:a16="http://schemas.microsoft.com/office/drawing/2014/main" id="{E0AE3804-E6E2-4D52-B927-C9FB4AE41B22}"/>
              </a:ext>
            </a:extLst>
          </p:cNvPr>
          <p:cNvSpPr>
            <a:spLocks xmlns:a="http://schemas.openxmlformats.org/drawingml/2006/main" noGrp="1"/>
          </p:cNvSpPr>
          <p:nvPr/>
        </p:nvSpPr>
        <p:spPr>
          <a:xfrm xmlns:a="http://schemas.openxmlformats.org/drawingml/2006/main">
            <a:off x="8334375" y="1619250"/>
            <a:ext cx="31432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8E34E7AC-6DC7-4592-ACF4-A5261016ED8A}"/>
              </a:ext>
            </a:extLst>
          </p:cNvPr>
          <p:cNvSpPr>
            <a:spLocks xmlns:a="http://schemas.openxmlformats.org/drawingml/2006/main" noGrp="1"/>
          </p:cNvSpPr>
          <p:nvPr/>
        </p:nvSpPr>
        <p:spPr>
          <a:xfrm xmlns:a="http://schemas.openxmlformats.org/drawingml/2006/main">
            <a:off x="8334375" y="1619250"/>
            <a:ext cx="76200" cy="23812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2E16793-4736-4C5B-872E-B91ACEBA649B}"/>
              </a:ext>
            </a:extLst>
          </p:cNvPr>
          <p:cNvSpPr>
            <a:spLocks xmlns:a="http://schemas.openxmlformats.org/drawingml/2006/main" noGrp="1"/>
          </p:cNvSpPr>
          <p:nvPr/>
        </p:nvSpPr>
        <p:spPr>
          <a:xfrm xmlns:a="http://schemas.openxmlformats.org/drawingml/2006/main">
            <a:off x="8562975" y="17716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Lakehouse response</a:t>
            </a:r>
          </a:p>
        </p:txBody>
      </p:sp>
      <p:sp>
        <p:nvSpPr>
          <p:cNvPr id="18" name="">
            <a:extLst xmlns:a="http://schemas.openxmlformats.org/drawingml/2006/main">
              <a:ext uri="{FF2B5EF4-FFF2-40B4-BE49-F238E27FC236}">
                <a16:creationId xmlns:a16="http://schemas.microsoft.com/office/drawing/2014/main" id="{319E9C98-62A0-45A7-9845-3534CC79F5D0}"/>
              </a:ext>
            </a:extLst>
          </p:cNvPr>
          <p:cNvSpPr>
            <a:spLocks xmlns:a="http://schemas.openxmlformats.org/drawingml/2006/main" noGrp="1"/>
          </p:cNvSpPr>
          <p:nvPr/>
        </p:nvSpPr>
        <p:spPr>
          <a:xfrm xmlns:a="http://schemas.openxmlformats.org/drawingml/2006/main">
            <a:off x="8562975" y="2114550"/>
            <a:ext cx="27241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Open formats + transactions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Engineering + BI + AI</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Unified governance</a:t>
            </a:r>
          </a:p>
        </p:txBody>
      </p:sp>
      <p:sp>
        <p:nvSpPr>
          <p:cNvPr id="19" name="">
            <a:extLst xmlns:a="http://schemas.openxmlformats.org/drawingml/2006/main">
              <a:ext uri="{FF2B5EF4-FFF2-40B4-BE49-F238E27FC236}">
                <a16:creationId xmlns:a16="http://schemas.microsoft.com/office/drawing/2014/main" id="{4863461C-C3EB-4DC8-ACCC-2CEE2E2E52B6}"/>
              </a:ext>
            </a:extLst>
          </p:cNvPr>
          <p:cNvSpPr>
            <a:spLocks xmlns:a="http://schemas.openxmlformats.org/drawingml/2006/main" noGrp="1"/>
          </p:cNvSpPr>
          <p:nvPr/>
        </p:nvSpPr>
        <p:spPr>
          <a:xfrm xmlns:a="http://schemas.openxmlformats.org/drawingml/2006/main">
            <a:off x="2286000" y="4524375"/>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71C2C"/>
                </a:solidFill>
                <a:latin typeface="Bitstream Charter"/>
                <a:ea typeface="Bitstream Charter"/>
                <a:cs typeface="Bitstream Charter"/>
              </a:defRPr>
            </a:pPr>
            <a:r>
              <a:rPr sz="1800" b="1">
                <a:solidFill>
                  <a:srgbClr val="071C2C"/>
                </a:solidFill>
                <a:latin typeface="Bitstream Charter"/>
                <a:ea typeface="Bitstream Charter"/>
                <a:cs typeface="Bitstream Charter"/>
              </a:rPr>
              <a:t>Delta adds a transaction log to table data stored in Parquet.</a:t>
            </a:r>
          </a:p>
        </p:txBody>
      </p:sp>
    </p:spTree>
    <p:extLst>
      <p:ext uri="{BB962C8B-B14F-4D97-AF65-F5344CB8AC3E}">
        <p14:creationId xmlns:p14="http://schemas.microsoft.com/office/powerpoint/2010/main" val="1815659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EEE6918-65E1-4C1D-96DC-E6ECA7324A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4F3407-81C4-413C-859E-05AD38FE982F}"/>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Five objects to remember</a:t>
            </a:r>
          </a:p>
        </p:txBody>
      </p:sp>
      <p:sp>
        <p:nvSpPr>
          <p:cNvPr id="3" name="">
            <a:extLst xmlns:a="http://schemas.openxmlformats.org/drawingml/2006/main">
              <a:ext uri="{FF2B5EF4-FFF2-40B4-BE49-F238E27FC236}">
                <a16:creationId xmlns:a16="http://schemas.microsoft.com/office/drawing/2014/main" id="{8A77FD22-4F86-4B67-8956-F1EC1F73FA5D}"/>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Use these names consistently throughout the class</a:t>
            </a:r>
          </a:p>
        </p:txBody>
      </p:sp>
      <p:sp>
        <p:nvSpPr>
          <p:cNvPr id="4" name="">
            <a:extLst xmlns:a="http://schemas.openxmlformats.org/drawingml/2006/main">
              <a:ext uri="{FF2B5EF4-FFF2-40B4-BE49-F238E27FC236}">
                <a16:creationId xmlns:a16="http://schemas.microsoft.com/office/drawing/2014/main" id="{D349E1F6-EFC2-47BE-BCA8-11744F054107}"/>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24915B-7D2F-4229-B309-2F31A1FA1B1F}"/>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6B481FE-769B-4A3D-A5A4-D534A7724F87}"/>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07</a:t>
            </a:r>
          </a:p>
        </p:txBody>
      </p:sp>
      <p:sp>
        <p:nvSpPr>
          <p:cNvPr id="7" name="">
            <a:extLst xmlns:a="http://schemas.openxmlformats.org/drawingml/2006/main">
              <a:ext uri="{FF2B5EF4-FFF2-40B4-BE49-F238E27FC236}">
                <a16:creationId xmlns:a16="http://schemas.microsoft.com/office/drawing/2014/main" id="{8E6CEE8C-5F1A-45BF-BFE7-A605EA81088F}"/>
              </a:ext>
            </a:extLst>
          </p:cNvPr>
          <p:cNvSpPr>
            <a:spLocks xmlns:a="http://schemas.openxmlformats.org/drawingml/2006/main" noGrp="1"/>
          </p:cNvSpPr>
          <p:nvPr/>
        </p:nvSpPr>
        <p:spPr>
          <a:xfrm xmlns:a="http://schemas.openxmlformats.org/drawingml/2006/main">
            <a:off x="619125" y="1952625"/>
            <a:ext cx="2000250" cy="2000250"/>
          </a:xfrm>
          <a:prstGeom xmlns:a="http://schemas.openxmlformats.org/drawingml/2006/main" prst="roundRect">
            <a:avLst>
              <a:gd name="adj" fmla="val 381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A2A43308-D53E-40F9-95FF-E02C9E5E4950}"/>
              </a:ext>
            </a:extLst>
          </p:cNvPr>
          <p:cNvSpPr>
            <a:spLocks xmlns:a="http://schemas.openxmlformats.org/drawingml/2006/main" noGrp="1"/>
          </p:cNvSpPr>
          <p:nvPr/>
        </p:nvSpPr>
        <p:spPr>
          <a:xfrm xmlns:a="http://schemas.openxmlformats.org/drawingml/2006/main">
            <a:off x="809625" y="21431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2250" b="1">
                <a:solidFill>
                  <a:srgbClr val="2E74B5"/>
                </a:solidFill>
                <a:latin typeface="Bitstream Charter"/>
                <a:ea typeface="Bitstream Charter"/>
                <a:cs typeface="Bitstream Charter"/>
              </a:defRPr>
            </a:pPr>
            <a:r>
              <a:rPr sz="2250" b="1">
                <a:solidFill>
                  <a:srgbClr val="2E74B5"/>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EC967274-D1C4-4D03-BE79-5F9AF64E6017}"/>
              </a:ext>
            </a:extLst>
          </p:cNvPr>
          <p:cNvSpPr>
            <a:spLocks xmlns:a="http://schemas.openxmlformats.org/drawingml/2006/main" noGrp="1"/>
          </p:cNvSpPr>
          <p:nvPr/>
        </p:nvSpPr>
        <p:spPr>
          <a:xfrm xmlns:a="http://schemas.openxmlformats.org/drawingml/2006/main">
            <a:off x="809625" y="27622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71C2C"/>
                </a:solidFill>
                <a:latin typeface="Bitstream Charter"/>
                <a:ea typeface="Bitstream Charter"/>
                <a:cs typeface="Bitstream Charter"/>
              </a:defRPr>
            </a:pPr>
            <a:r>
              <a:rPr sz="1425" b="1">
                <a:solidFill>
                  <a:srgbClr val="071C2C"/>
                </a:solidFill>
                <a:latin typeface="Bitstream Charter"/>
                <a:ea typeface="Bitstream Charter"/>
                <a:cs typeface="Bitstream Charter"/>
              </a:rPr>
              <a:t>Workspace</a:t>
            </a:r>
          </a:p>
        </p:txBody>
      </p:sp>
      <p:sp>
        <p:nvSpPr>
          <p:cNvPr id="10" name="">
            <a:extLst xmlns:a="http://schemas.openxmlformats.org/drawingml/2006/main">
              <a:ext uri="{FF2B5EF4-FFF2-40B4-BE49-F238E27FC236}">
                <a16:creationId xmlns:a16="http://schemas.microsoft.com/office/drawing/2014/main" id="{E897B484-B04B-4911-8578-791BFEA6626D}"/>
              </a:ext>
            </a:extLst>
          </p:cNvPr>
          <p:cNvSpPr>
            <a:spLocks xmlns:a="http://schemas.openxmlformats.org/drawingml/2006/main" noGrp="1"/>
          </p:cNvSpPr>
          <p:nvPr/>
        </p:nvSpPr>
        <p:spPr>
          <a:xfrm xmlns:a="http://schemas.openxmlformats.org/drawingml/2006/main">
            <a:off x="809625" y="31908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B6875"/>
                </a:solidFill>
                <a:latin typeface="Bitstream Charter"/>
                <a:ea typeface="Bitstream Charter"/>
                <a:cs typeface="Bitstream Charter"/>
              </a:defRPr>
            </a:pPr>
            <a:r>
              <a:rPr sz="1125" b="0">
                <a:solidFill>
                  <a:srgbClr val="5B6875"/>
                </a:solidFill>
                <a:latin typeface="Bitstream Charter"/>
                <a:ea typeface="Bitstream Charter"/>
                <a:cs typeface="Bitstream Charter"/>
              </a:rPr>
              <a:t>collaboration</a:t>
            </a:r>
          </a:p>
        </p:txBody>
      </p:sp>
      <p:sp>
        <p:nvSpPr>
          <p:cNvPr id="11" name="">
            <a:extLst xmlns:a="http://schemas.openxmlformats.org/drawingml/2006/main">
              <a:ext uri="{FF2B5EF4-FFF2-40B4-BE49-F238E27FC236}">
                <a16:creationId xmlns:a16="http://schemas.microsoft.com/office/drawing/2014/main" id="{C54A4A90-C914-4BBD-A139-B5E3139DBA80}"/>
              </a:ext>
            </a:extLst>
          </p:cNvPr>
          <p:cNvSpPr>
            <a:spLocks xmlns:a="http://schemas.openxmlformats.org/drawingml/2006/main" noGrp="1"/>
          </p:cNvSpPr>
          <p:nvPr/>
        </p:nvSpPr>
        <p:spPr>
          <a:xfrm xmlns:a="http://schemas.openxmlformats.org/drawingml/2006/main">
            <a:off x="2905125" y="1952625"/>
            <a:ext cx="2000250" cy="2000250"/>
          </a:xfrm>
          <a:prstGeom xmlns:a="http://schemas.openxmlformats.org/drawingml/2006/main" prst="roundRect">
            <a:avLst>
              <a:gd name="adj" fmla="val 381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028774F5-8C9C-4ED4-BA37-6259A798A4DD}"/>
              </a:ext>
            </a:extLst>
          </p:cNvPr>
          <p:cNvSpPr>
            <a:spLocks xmlns:a="http://schemas.openxmlformats.org/drawingml/2006/main" noGrp="1"/>
          </p:cNvSpPr>
          <p:nvPr/>
        </p:nvSpPr>
        <p:spPr>
          <a:xfrm xmlns:a="http://schemas.openxmlformats.org/drawingml/2006/main">
            <a:off x="3095625" y="21431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2250" b="1">
                <a:solidFill>
                  <a:srgbClr val="2E74B5"/>
                </a:solidFill>
                <a:latin typeface="Bitstream Charter"/>
                <a:ea typeface="Bitstream Charter"/>
                <a:cs typeface="Bitstream Charter"/>
              </a:defRPr>
            </a:pPr>
            <a:r>
              <a:rPr sz="2250" b="1">
                <a:solidFill>
                  <a:srgbClr val="2E74B5"/>
                </a:solidFill>
                <a:latin typeface="Bitstream Charter"/>
                <a:ea typeface="Bitstream Charter"/>
                <a:cs typeface="Bitstream Charter"/>
              </a:rPr>
              <a:t>2</a:t>
            </a:r>
          </a:p>
        </p:txBody>
      </p:sp>
      <p:sp>
        <p:nvSpPr>
          <p:cNvPr id="13" name="">
            <a:extLst xmlns:a="http://schemas.openxmlformats.org/drawingml/2006/main">
              <a:ext uri="{FF2B5EF4-FFF2-40B4-BE49-F238E27FC236}">
                <a16:creationId xmlns:a16="http://schemas.microsoft.com/office/drawing/2014/main" id="{973A82C8-5FB6-47A4-BB2E-0314304F2D18}"/>
              </a:ext>
            </a:extLst>
          </p:cNvPr>
          <p:cNvSpPr>
            <a:spLocks xmlns:a="http://schemas.openxmlformats.org/drawingml/2006/main" noGrp="1"/>
          </p:cNvSpPr>
          <p:nvPr/>
        </p:nvSpPr>
        <p:spPr>
          <a:xfrm xmlns:a="http://schemas.openxmlformats.org/drawingml/2006/main">
            <a:off x="3095625" y="27622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71C2C"/>
                </a:solidFill>
                <a:latin typeface="Bitstream Charter"/>
                <a:ea typeface="Bitstream Charter"/>
                <a:cs typeface="Bitstream Charter"/>
              </a:defRPr>
            </a:pPr>
            <a:r>
              <a:rPr sz="1425" b="1">
                <a:solidFill>
                  <a:srgbClr val="071C2C"/>
                </a:solidFill>
                <a:latin typeface="Bitstream Charter"/>
                <a:ea typeface="Bitstream Charter"/>
                <a:cs typeface="Bitstream Charter"/>
              </a:rPr>
              <a:t>Notebook</a:t>
            </a:r>
          </a:p>
        </p:txBody>
      </p:sp>
      <p:sp>
        <p:nvSpPr>
          <p:cNvPr id="14" name="">
            <a:extLst xmlns:a="http://schemas.openxmlformats.org/drawingml/2006/main">
              <a:ext uri="{FF2B5EF4-FFF2-40B4-BE49-F238E27FC236}">
                <a16:creationId xmlns:a16="http://schemas.microsoft.com/office/drawing/2014/main" id="{067128F8-9558-4F32-9873-EA575454A4B9}"/>
              </a:ext>
            </a:extLst>
          </p:cNvPr>
          <p:cNvSpPr>
            <a:spLocks xmlns:a="http://schemas.openxmlformats.org/drawingml/2006/main" noGrp="1"/>
          </p:cNvSpPr>
          <p:nvPr/>
        </p:nvSpPr>
        <p:spPr>
          <a:xfrm xmlns:a="http://schemas.openxmlformats.org/drawingml/2006/main">
            <a:off x="3095625" y="31908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B6875"/>
                </a:solidFill>
                <a:latin typeface="Bitstream Charter"/>
                <a:ea typeface="Bitstream Charter"/>
                <a:cs typeface="Bitstream Charter"/>
              </a:defRPr>
            </a:pPr>
            <a:r>
              <a:rPr sz="1125" b="0">
                <a:solidFill>
                  <a:srgbClr val="5B6875"/>
                </a:solidFill>
                <a:latin typeface="Bitstream Charter"/>
                <a:ea typeface="Bitstream Charter"/>
                <a:cs typeface="Bitstream Charter"/>
              </a:rPr>
              <a:t>code + results</a:t>
            </a:r>
          </a:p>
        </p:txBody>
      </p:sp>
      <p:sp>
        <p:nvSpPr>
          <p:cNvPr id="15" name="">
            <a:extLst xmlns:a="http://schemas.openxmlformats.org/drawingml/2006/main">
              <a:ext uri="{FF2B5EF4-FFF2-40B4-BE49-F238E27FC236}">
                <a16:creationId xmlns:a16="http://schemas.microsoft.com/office/drawing/2014/main" id="{6AB6DC36-85DC-46D3-A1D7-16DE97E67F0B}"/>
              </a:ext>
            </a:extLst>
          </p:cNvPr>
          <p:cNvSpPr>
            <a:spLocks xmlns:a="http://schemas.openxmlformats.org/drawingml/2006/main" noGrp="1"/>
          </p:cNvSpPr>
          <p:nvPr/>
        </p:nvSpPr>
        <p:spPr>
          <a:xfrm xmlns:a="http://schemas.openxmlformats.org/drawingml/2006/main">
            <a:off x="5191125" y="1952625"/>
            <a:ext cx="2000250" cy="2000250"/>
          </a:xfrm>
          <a:prstGeom xmlns:a="http://schemas.openxmlformats.org/drawingml/2006/main" prst="roundRect">
            <a:avLst>
              <a:gd name="adj" fmla="val 381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66A5C9B8-1B71-4749-9918-4D678A3D7F21}"/>
              </a:ext>
            </a:extLst>
          </p:cNvPr>
          <p:cNvSpPr>
            <a:spLocks xmlns:a="http://schemas.openxmlformats.org/drawingml/2006/main" noGrp="1"/>
          </p:cNvSpPr>
          <p:nvPr/>
        </p:nvSpPr>
        <p:spPr>
          <a:xfrm xmlns:a="http://schemas.openxmlformats.org/drawingml/2006/main">
            <a:off x="5381625" y="21431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2250" b="1">
                <a:solidFill>
                  <a:srgbClr val="2E74B5"/>
                </a:solidFill>
                <a:latin typeface="Bitstream Charter"/>
                <a:ea typeface="Bitstream Charter"/>
                <a:cs typeface="Bitstream Charter"/>
              </a:defRPr>
            </a:pPr>
            <a:r>
              <a:rPr sz="2250" b="1">
                <a:solidFill>
                  <a:srgbClr val="2E74B5"/>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1DF4AC78-FD9D-427B-8A96-B47DB2F6224E}"/>
              </a:ext>
            </a:extLst>
          </p:cNvPr>
          <p:cNvSpPr>
            <a:spLocks xmlns:a="http://schemas.openxmlformats.org/drawingml/2006/main" noGrp="1"/>
          </p:cNvSpPr>
          <p:nvPr/>
        </p:nvSpPr>
        <p:spPr>
          <a:xfrm xmlns:a="http://schemas.openxmlformats.org/drawingml/2006/main">
            <a:off x="5381625" y="27622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71C2C"/>
                </a:solidFill>
                <a:latin typeface="Bitstream Charter"/>
                <a:ea typeface="Bitstream Charter"/>
                <a:cs typeface="Bitstream Charter"/>
              </a:defRPr>
            </a:pPr>
            <a:r>
              <a:rPr sz="1425" b="1">
                <a:solidFill>
                  <a:srgbClr val="071C2C"/>
                </a:solidFill>
                <a:latin typeface="Bitstream Charter"/>
                <a:ea typeface="Bitstream Charter"/>
                <a:cs typeface="Bitstream Charter"/>
              </a:rPr>
              <a:t>Compute</a:t>
            </a:r>
          </a:p>
        </p:txBody>
      </p:sp>
      <p:sp>
        <p:nvSpPr>
          <p:cNvPr id="18" name="">
            <a:extLst xmlns:a="http://schemas.openxmlformats.org/drawingml/2006/main">
              <a:ext uri="{FF2B5EF4-FFF2-40B4-BE49-F238E27FC236}">
                <a16:creationId xmlns:a16="http://schemas.microsoft.com/office/drawing/2014/main" id="{13620E91-DAC8-42AA-85E9-649168E55C9F}"/>
              </a:ext>
            </a:extLst>
          </p:cNvPr>
          <p:cNvSpPr>
            <a:spLocks xmlns:a="http://schemas.openxmlformats.org/drawingml/2006/main" noGrp="1"/>
          </p:cNvSpPr>
          <p:nvPr/>
        </p:nvSpPr>
        <p:spPr>
          <a:xfrm xmlns:a="http://schemas.openxmlformats.org/drawingml/2006/main">
            <a:off x="5381625" y="31908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B6875"/>
                </a:solidFill>
                <a:latin typeface="Bitstream Charter"/>
                <a:ea typeface="Bitstream Charter"/>
                <a:cs typeface="Bitstream Charter"/>
              </a:defRPr>
            </a:pPr>
            <a:r>
              <a:rPr sz="1125" b="0">
                <a:solidFill>
                  <a:srgbClr val="5B6875"/>
                </a:solidFill>
                <a:latin typeface="Bitstream Charter"/>
                <a:ea typeface="Bitstream Charter"/>
                <a:cs typeface="Bitstream Charter"/>
              </a:rPr>
              <a:t>execution</a:t>
            </a:r>
          </a:p>
        </p:txBody>
      </p:sp>
      <p:sp>
        <p:nvSpPr>
          <p:cNvPr id="19" name="">
            <a:extLst xmlns:a="http://schemas.openxmlformats.org/drawingml/2006/main">
              <a:ext uri="{FF2B5EF4-FFF2-40B4-BE49-F238E27FC236}">
                <a16:creationId xmlns:a16="http://schemas.microsoft.com/office/drawing/2014/main" id="{058A0E90-0A3E-4858-9C5A-10DAF4D59906}"/>
              </a:ext>
            </a:extLst>
          </p:cNvPr>
          <p:cNvSpPr>
            <a:spLocks xmlns:a="http://schemas.openxmlformats.org/drawingml/2006/main" noGrp="1"/>
          </p:cNvSpPr>
          <p:nvPr/>
        </p:nvSpPr>
        <p:spPr>
          <a:xfrm xmlns:a="http://schemas.openxmlformats.org/drawingml/2006/main">
            <a:off x="7477125" y="1952625"/>
            <a:ext cx="2000250" cy="2000250"/>
          </a:xfrm>
          <a:prstGeom xmlns:a="http://schemas.openxmlformats.org/drawingml/2006/main" prst="roundRect">
            <a:avLst>
              <a:gd name="adj" fmla="val 3810"/>
            </a:avLst>
          </a:prstGeom>
          <a:solidFill xmlns:a="http://schemas.openxmlformats.org/drawingml/2006/main">
            <a:srgbClr val="071C2C"/>
          </a:solidFill>
          <a:ln xmlns:a="http://schemas.openxmlformats.org/drawingml/2006/main" w="9525">
            <a:solidFill>
              <a:srgbClr val="D9E1E8"/>
            </a:solidFill>
          </a:ln>
        </p:spPr>
      </p:sp>
      <p:sp>
        <p:nvSpPr>
          <p:cNvPr id="20" name="">
            <a:extLst xmlns:a="http://schemas.openxmlformats.org/drawingml/2006/main">
              <a:ext uri="{FF2B5EF4-FFF2-40B4-BE49-F238E27FC236}">
                <a16:creationId xmlns:a16="http://schemas.microsoft.com/office/drawing/2014/main" id="{19024807-7DF5-4959-BAA9-292E5DFAEF26}"/>
              </a:ext>
            </a:extLst>
          </p:cNvPr>
          <p:cNvSpPr>
            <a:spLocks xmlns:a="http://schemas.openxmlformats.org/drawingml/2006/main" noGrp="1"/>
          </p:cNvSpPr>
          <p:nvPr/>
        </p:nvSpPr>
        <p:spPr>
          <a:xfrm xmlns:a="http://schemas.openxmlformats.org/drawingml/2006/main">
            <a:off x="7667625" y="21431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2250" b="1">
                <a:solidFill>
                  <a:srgbClr val="49C0B6"/>
                </a:solidFill>
                <a:latin typeface="Bitstream Charter"/>
                <a:ea typeface="Bitstream Charter"/>
                <a:cs typeface="Bitstream Charter"/>
              </a:defRPr>
            </a:pPr>
            <a:r>
              <a:rPr sz="2250" b="1">
                <a:solidFill>
                  <a:srgbClr val="49C0B6"/>
                </a:solidFill>
                <a:latin typeface="Bitstream Charter"/>
                <a:ea typeface="Bitstream Charter"/>
                <a:cs typeface="Bitstream Charter"/>
              </a:rPr>
              <a:t>4</a:t>
            </a:r>
          </a:p>
        </p:txBody>
      </p:sp>
      <p:sp>
        <p:nvSpPr>
          <p:cNvPr id="21" name="">
            <a:extLst xmlns:a="http://schemas.openxmlformats.org/drawingml/2006/main">
              <a:ext uri="{FF2B5EF4-FFF2-40B4-BE49-F238E27FC236}">
                <a16:creationId xmlns:a16="http://schemas.microsoft.com/office/drawing/2014/main" id="{03E7BCF2-9CA1-4572-9B0E-4948ABFAA095}"/>
              </a:ext>
            </a:extLst>
          </p:cNvPr>
          <p:cNvSpPr>
            <a:spLocks xmlns:a="http://schemas.openxmlformats.org/drawingml/2006/main" noGrp="1"/>
          </p:cNvSpPr>
          <p:nvPr/>
        </p:nvSpPr>
        <p:spPr>
          <a:xfrm xmlns:a="http://schemas.openxmlformats.org/drawingml/2006/main">
            <a:off x="7667625" y="27622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FFFF"/>
                </a:solidFill>
                <a:latin typeface="Bitstream Charter"/>
                <a:ea typeface="Bitstream Charter"/>
                <a:cs typeface="Bitstream Charter"/>
              </a:defRPr>
            </a:pPr>
            <a:r>
              <a:rPr sz="1425" b="1">
                <a:solidFill>
                  <a:srgbClr val="FFFFFF"/>
                </a:solidFill>
                <a:latin typeface="Bitstream Charter"/>
                <a:ea typeface="Bitstream Charter"/>
                <a:cs typeface="Bitstream Charter"/>
              </a:rPr>
              <a:t>Unity Catalog</a:t>
            </a:r>
          </a:p>
        </p:txBody>
      </p:sp>
      <p:sp>
        <p:nvSpPr>
          <p:cNvPr id="22" name="">
            <a:extLst xmlns:a="http://schemas.openxmlformats.org/drawingml/2006/main">
              <a:ext uri="{FF2B5EF4-FFF2-40B4-BE49-F238E27FC236}">
                <a16:creationId xmlns:a16="http://schemas.microsoft.com/office/drawing/2014/main" id="{1EBB6D1A-8031-479A-ABAC-79CB285D82EF}"/>
              </a:ext>
            </a:extLst>
          </p:cNvPr>
          <p:cNvSpPr>
            <a:spLocks xmlns:a="http://schemas.openxmlformats.org/drawingml/2006/main" noGrp="1"/>
          </p:cNvSpPr>
          <p:nvPr/>
        </p:nvSpPr>
        <p:spPr>
          <a:xfrm xmlns:a="http://schemas.openxmlformats.org/drawingml/2006/main">
            <a:off x="7667625" y="31908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D5E0E8"/>
                </a:solidFill>
                <a:latin typeface="Bitstream Charter"/>
                <a:ea typeface="Bitstream Charter"/>
                <a:cs typeface="Bitstream Charter"/>
              </a:defRPr>
            </a:pPr>
            <a:r>
              <a:rPr sz="1125" b="0">
                <a:solidFill>
                  <a:srgbClr val="D5E0E8"/>
                </a:solidFill>
                <a:latin typeface="Bitstream Charter"/>
                <a:ea typeface="Bitstream Charter"/>
                <a:cs typeface="Bitstream Charter"/>
              </a:rPr>
              <a:t>governance</a:t>
            </a:r>
          </a:p>
        </p:txBody>
      </p:sp>
      <p:sp>
        <p:nvSpPr>
          <p:cNvPr id="23" name="">
            <a:extLst xmlns:a="http://schemas.openxmlformats.org/drawingml/2006/main">
              <a:ext uri="{FF2B5EF4-FFF2-40B4-BE49-F238E27FC236}">
                <a16:creationId xmlns:a16="http://schemas.microsoft.com/office/drawing/2014/main" id="{C441B914-B6DE-46C5-BE2D-412B8BBBC2E4}"/>
              </a:ext>
            </a:extLst>
          </p:cNvPr>
          <p:cNvSpPr>
            <a:spLocks xmlns:a="http://schemas.openxmlformats.org/drawingml/2006/main" noGrp="1"/>
          </p:cNvSpPr>
          <p:nvPr/>
        </p:nvSpPr>
        <p:spPr>
          <a:xfrm xmlns:a="http://schemas.openxmlformats.org/drawingml/2006/main">
            <a:off x="9763125" y="1952625"/>
            <a:ext cx="2000250" cy="2000250"/>
          </a:xfrm>
          <a:prstGeom xmlns:a="http://schemas.openxmlformats.org/drawingml/2006/main" prst="roundRect">
            <a:avLst>
              <a:gd name="adj" fmla="val 3810"/>
            </a:avLst>
          </a:prstGeom>
          <a:solidFill xmlns:a="http://schemas.openxmlformats.org/drawingml/2006/main">
            <a:srgbClr val="F3F7FA"/>
          </a:solidFill>
          <a:ln xmlns:a="http://schemas.openxmlformats.org/drawingml/2006/main" w="9525">
            <a:solidFill>
              <a:srgbClr val="D9E1E8"/>
            </a:solidFill>
          </a:ln>
        </p:spPr>
      </p:sp>
      <p:sp>
        <p:nvSpPr>
          <p:cNvPr id="24" name="">
            <a:extLst xmlns:a="http://schemas.openxmlformats.org/drawingml/2006/main">
              <a:ext uri="{FF2B5EF4-FFF2-40B4-BE49-F238E27FC236}">
                <a16:creationId xmlns:a16="http://schemas.microsoft.com/office/drawing/2014/main" id="{BADEF471-0BB2-4028-BFA7-C740FEE62F48}"/>
              </a:ext>
            </a:extLst>
          </p:cNvPr>
          <p:cNvSpPr>
            <a:spLocks xmlns:a="http://schemas.openxmlformats.org/drawingml/2006/main" noGrp="1"/>
          </p:cNvSpPr>
          <p:nvPr/>
        </p:nvSpPr>
        <p:spPr>
          <a:xfrm xmlns:a="http://schemas.openxmlformats.org/drawingml/2006/main">
            <a:off x="9953625" y="2143125"/>
            <a:ext cx="47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2250" b="1">
                <a:solidFill>
                  <a:srgbClr val="2E74B5"/>
                </a:solidFill>
                <a:latin typeface="Bitstream Charter"/>
                <a:ea typeface="Bitstream Charter"/>
                <a:cs typeface="Bitstream Charter"/>
              </a:defRPr>
            </a:pPr>
            <a:r>
              <a:rPr sz="2250" b="1">
                <a:solidFill>
                  <a:srgbClr val="2E74B5"/>
                </a:solidFill>
                <a:latin typeface="Bitstream Charter"/>
                <a:ea typeface="Bitstream Charter"/>
                <a:cs typeface="Bitstream Charter"/>
              </a:rPr>
              <a:t>5</a:t>
            </a:r>
          </a:p>
        </p:txBody>
      </p:sp>
      <p:sp>
        <p:nvSpPr>
          <p:cNvPr id="25" name="">
            <a:extLst xmlns:a="http://schemas.openxmlformats.org/drawingml/2006/main">
              <a:ext uri="{FF2B5EF4-FFF2-40B4-BE49-F238E27FC236}">
                <a16:creationId xmlns:a16="http://schemas.microsoft.com/office/drawing/2014/main" id="{0EF5B8B4-0406-4BC0-AE53-EC51961F4B01}"/>
              </a:ext>
            </a:extLst>
          </p:cNvPr>
          <p:cNvSpPr>
            <a:spLocks xmlns:a="http://schemas.openxmlformats.org/drawingml/2006/main" noGrp="1"/>
          </p:cNvSpPr>
          <p:nvPr/>
        </p:nvSpPr>
        <p:spPr>
          <a:xfrm xmlns:a="http://schemas.openxmlformats.org/drawingml/2006/main">
            <a:off x="9953625" y="2762250"/>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071C2C"/>
                </a:solidFill>
                <a:latin typeface="Bitstream Charter"/>
                <a:ea typeface="Bitstream Charter"/>
                <a:cs typeface="Bitstream Charter"/>
              </a:defRPr>
            </a:pPr>
            <a:r>
              <a:rPr sz="1425" b="1">
                <a:solidFill>
                  <a:srgbClr val="071C2C"/>
                </a:solidFill>
                <a:latin typeface="Bitstream Charter"/>
                <a:ea typeface="Bitstream Charter"/>
                <a:cs typeface="Bitstream Charter"/>
              </a:rPr>
              <a:t>Delta table</a:t>
            </a:r>
          </a:p>
        </p:txBody>
      </p:sp>
      <p:sp>
        <p:nvSpPr>
          <p:cNvPr id="26" name="">
            <a:extLst xmlns:a="http://schemas.openxmlformats.org/drawingml/2006/main">
              <a:ext uri="{FF2B5EF4-FFF2-40B4-BE49-F238E27FC236}">
                <a16:creationId xmlns:a16="http://schemas.microsoft.com/office/drawing/2014/main" id="{8D491674-3285-48E2-899B-DB2C27F1F3FA}"/>
              </a:ext>
            </a:extLst>
          </p:cNvPr>
          <p:cNvSpPr>
            <a:spLocks xmlns:a="http://schemas.openxmlformats.org/drawingml/2006/main" noGrp="1"/>
          </p:cNvSpPr>
          <p:nvPr/>
        </p:nvSpPr>
        <p:spPr>
          <a:xfrm xmlns:a="http://schemas.openxmlformats.org/drawingml/2006/main">
            <a:off x="9953625" y="3190875"/>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B6875"/>
                </a:solidFill>
                <a:latin typeface="Bitstream Charter"/>
                <a:ea typeface="Bitstream Charter"/>
                <a:cs typeface="Bitstream Charter"/>
              </a:defRPr>
            </a:pPr>
            <a:r>
              <a:rPr sz="1125" b="0">
                <a:solidFill>
                  <a:srgbClr val="5B6875"/>
                </a:solidFill>
                <a:latin typeface="Bitstream Charter"/>
                <a:ea typeface="Bitstream Charter"/>
                <a:cs typeface="Bitstream Charter"/>
              </a:rPr>
              <a:t>reliable data</a:t>
            </a:r>
          </a:p>
        </p:txBody>
      </p:sp>
      <p:sp>
        <p:nvSpPr>
          <p:cNvPr id="27" name="">
            <a:extLst xmlns:a="http://schemas.openxmlformats.org/drawingml/2006/main">
              <a:ext uri="{FF2B5EF4-FFF2-40B4-BE49-F238E27FC236}">
                <a16:creationId xmlns:a16="http://schemas.microsoft.com/office/drawing/2014/main" id="{8A574E24-2B3C-4BD0-AD0E-0106524CE8E4}"/>
              </a:ext>
            </a:extLst>
          </p:cNvPr>
          <p:cNvSpPr>
            <a:spLocks xmlns:a="http://schemas.openxmlformats.org/drawingml/2006/main" noGrp="1"/>
          </p:cNvSpPr>
          <p:nvPr/>
        </p:nvSpPr>
        <p:spPr>
          <a:xfrm xmlns:a="http://schemas.openxmlformats.org/drawingml/2006/main">
            <a:off x="1190625" y="4572000"/>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71C2C"/>
                </a:solidFill>
                <a:latin typeface="Bitstream Charter"/>
                <a:ea typeface="Bitstream Charter"/>
                <a:cs typeface="Bitstream Charter"/>
              </a:defRPr>
            </a:pPr>
            <a:r>
              <a:rPr sz="1725" b="1">
                <a:solidFill>
                  <a:srgbClr val="071C2C"/>
                </a:solidFill>
                <a:latin typeface="Bitstream Charter"/>
                <a:ea typeface="Bitstream Charter"/>
                <a:cs typeface="Bitstream Charter"/>
              </a:rPr>
              <a:t>Notebook code runs on compute; governed tables live under Unity Catalog names.</a:t>
            </a:r>
          </a:p>
        </p:txBody>
      </p:sp>
    </p:spTree>
    <p:extLst>
      <p:ext uri="{BB962C8B-B14F-4D97-AF65-F5344CB8AC3E}">
        <p14:creationId xmlns:p14="http://schemas.microsoft.com/office/powerpoint/2010/main" val="8110374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F474E28-B704-4C5A-A10B-CF34E8EAD9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590FEC-9DCF-41E0-A464-C8D7689F1AAF}"/>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Workspace and compute choices</a:t>
            </a:r>
          </a:p>
        </p:txBody>
      </p:sp>
      <p:sp>
        <p:nvSpPr>
          <p:cNvPr id="3" name="">
            <a:extLst xmlns:a="http://schemas.openxmlformats.org/drawingml/2006/main">
              <a:ext uri="{FF2B5EF4-FFF2-40B4-BE49-F238E27FC236}">
                <a16:creationId xmlns:a16="http://schemas.microsoft.com/office/drawing/2014/main" id="{06CB57C3-564F-4FFF-940A-B6FFB36C6731}"/>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Select by policy, network and workload—not habit</a:t>
            </a:r>
          </a:p>
        </p:txBody>
      </p:sp>
      <p:sp>
        <p:nvSpPr>
          <p:cNvPr id="4" name="">
            <a:extLst xmlns:a="http://schemas.openxmlformats.org/drawingml/2006/main">
              <a:ext uri="{FF2B5EF4-FFF2-40B4-BE49-F238E27FC236}">
                <a16:creationId xmlns:a16="http://schemas.microsoft.com/office/drawing/2014/main" id="{EBC61F48-4329-4466-A929-FE4C0A876E4B}"/>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C1A299-0474-4A19-BC82-91092C6C551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5E0FE5C0-D676-4A52-BD09-FF3925FB474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08</a:t>
            </a:r>
          </a:p>
        </p:txBody>
      </p:sp>
      <p:sp>
        <p:nvSpPr>
          <p:cNvPr id="7" name="">
            <a:extLst xmlns:a="http://schemas.openxmlformats.org/drawingml/2006/main">
              <a:ext uri="{FF2B5EF4-FFF2-40B4-BE49-F238E27FC236}">
                <a16:creationId xmlns:a16="http://schemas.microsoft.com/office/drawing/2014/main" id="{AFDEDA5E-16BA-4938-8407-5D9E40B1660E}"/>
              </a:ext>
            </a:extLst>
          </p:cNvPr>
          <p:cNvSpPr>
            <a:spLocks xmlns:a="http://schemas.openxmlformats.org/drawingml/2006/main" noGrp="1"/>
          </p:cNvSpPr>
          <p:nvPr/>
        </p:nvSpPr>
        <p:spPr>
          <a:xfrm xmlns:a="http://schemas.openxmlformats.org/drawingml/2006/main">
            <a:off x="666750"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31C51E53-D434-486D-8B5B-793D176728F1}"/>
              </a:ext>
            </a:extLst>
          </p:cNvPr>
          <p:cNvSpPr>
            <a:spLocks xmlns:a="http://schemas.openxmlformats.org/drawingml/2006/main" noGrp="1"/>
          </p:cNvSpPr>
          <p:nvPr/>
        </p:nvSpPr>
        <p:spPr>
          <a:xfrm xmlns:a="http://schemas.openxmlformats.org/drawingml/2006/main">
            <a:off x="666750" y="1666875"/>
            <a:ext cx="76200" cy="23812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C806D8A-6074-42F3-86B4-4C60155E040D}"/>
              </a:ext>
            </a:extLst>
          </p:cNvPr>
          <p:cNvSpPr>
            <a:spLocks xmlns:a="http://schemas.openxmlformats.org/drawingml/2006/main" noGrp="1"/>
          </p:cNvSpPr>
          <p:nvPr/>
        </p:nvSpPr>
        <p:spPr>
          <a:xfrm xmlns:a="http://schemas.openxmlformats.org/drawingml/2006/main">
            <a:off x="89535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Serverless</a:t>
            </a:r>
          </a:p>
        </p:txBody>
      </p:sp>
      <p:sp>
        <p:nvSpPr>
          <p:cNvPr id="10" name="">
            <a:extLst xmlns:a="http://schemas.openxmlformats.org/drawingml/2006/main">
              <a:ext uri="{FF2B5EF4-FFF2-40B4-BE49-F238E27FC236}">
                <a16:creationId xmlns:a16="http://schemas.microsoft.com/office/drawing/2014/main" id="{778C97F2-811F-4F85-86B4-6BCA079089C6}"/>
              </a:ext>
            </a:extLst>
          </p:cNvPr>
          <p:cNvSpPr>
            <a:spLocks xmlns:a="http://schemas.openxmlformats.org/drawingml/2006/main" noGrp="1"/>
          </p:cNvSpPr>
          <p:nvPr/>
        </p:nvSpPr>
        <p:spPr>
          <a:xfrm xmlns:a="http://schemas.openxmlformats.org/drawingml/2006/main">
            <a:off x="895350"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Fast startup</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Infrastructure managed by Databricks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Best training default when enabled and approved</a:t>
            </a:r>
          </a:p>
        </p:txBody>
      </p:sp>
      <p:sp>
        <p:nvSpPr>
          <p:cNvPr id="11" name="">
            <a:extLst xmlns:a="http://schemas.openxmlformats.org/drawingml/2006/main">
              <a:ext uri="{FF2B5EF4-FFF2-40B4-BE49-F238E27FC236}">
                <a16:creationId xmlns:a16="http://schemas.microsoft.com/office/drawing/2014/main" id="{1FE52644-3E85-4078-AE6F-7702715F68B3}"/>
              </a:ext>
            </a:extLst>
          </p:cNvPr>
          <p:cNvSpPr>
            <a:spLocks xmlns:a="http://schemas.openxmlformats.org/drawingml/2006/main" noGrp="1"/>
          </p:cNvSpPr>
          <p:nvPr/>
        </p:nvSpPr>
        <p:spPr>
          <a:xfrm xmlns:a="http://schemas.openxmlformats.org/drawingml/2006/main">
            <a:off x="4429125"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821272F6-BC66-4927-8920-4FEB12181955}"/>
              </a:ext>
            </a:extLst>
          </p:cNvPr>
          <p:cNvSpPr>
            <a:spLocks xmlns:a="http://schemas.openxmlformats.org/drawingml/2006/main" noGrp="1"/>
          </p:cNvSpPr>
          <p:nvPr/>
        </p:nvSpPr>
        <p:spPr>
          <a:xfrm xmlns:a="http://schemas.openxmlformats.org/drawingml/2006/main">
            <a:off x="4429125" y="1666875"/>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13E158-EFB2-4D75-B6BA-CDE0568D75EA}"/>
              </a:ext>
            </a:extLst>
          </p:cNvPr>
          <p:cNvSpPr>
            <a:spLocks xmlns:a="http://schemas.openxmlformats.org/drawingml/2006/main" noGrp="1"/>
          </p:cNvSpPr>
          <p:nvPr/>
        </p:nvSpPr>
        <p:spPr>
          <a:xfrm xmlns:a="http://schemas.openxmlformats.org/drawingml/2006/main">
            <a:off x="4657725"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Classic all purpose</a:t>
            </a:r>
          </a:p>
        </p:txBody>
      </p:sp>
      <p:sp>
        <p:nvSpPr>
          <p:cNvPr id="14" name="">
            <a:extLst xmlns:a="http://schemas.openxmlformats.org/drawingml/2006/main">
              <a:ext uri="{FF2B5EF4-FFF2-40B4-BE49-F238E27FC236}">
                <a16:creationId xmlns:a16="http://schemas.microsoft.com/office/drawing/2014/main" id="{A542D2D0-6D85-4BE0-80BC-48251EA56DEB}"/>
              </a:ext>
            </a:extLst>
          </p:cNvPr>
          <p:cNvSpPr>
            <a:spLocks xmlns:a="http://schemas.openxmlformats.org/drawingml/2006/main" noGrp="1"/>
          </p:cNvSpPr>
          <p:nvPr/>
        </p:nvSpPr>
        <p:spPr>
          <a:xfrm xmlns:a="http://schemas.openxmlformats.org/drawingml/2006/main">
            <a:off x="4657725"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Interactive notebooks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Runtime and node configuration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 policy and auto termination</a:t>
            </a:r>
          </a:p>
        </p:txBody>
      </p:sp>
      <p:sp>
        <p:nvSpPr>
          <p:cNvPr id="15" name="">
            <a:extLst xmlns:a="http://schemas.openxmlformats.org/drawingml/2006/main">
              <a:ext uri="{FF2B5EF4-FFF2-40B4-BE49-F238E27FC236}">
                <a16:creationId xmlns:a16="http://schemas.microsoft.com/office/drawing/2014/main" id="{73DCA336-F00F-4F78-8A0D-CBE4D33DDDD0}"/>
              </a:ext>
            </a:extLst>
          </p:cNvPr>
          <p:cNvSpPr>
            <a:spLocks xmlns:a="http://schemas.openxmlformats.org/drawingml/2006/main" noGrp="1"/>
          </p:cNvSpPr>
          <p:nvPr/>
        </p:nvSpPr>
        <p:spPr>
          <a:xfrm xmlns:a="http://schemas.openxmlformats.org/drawingml/2006/main">
            <a:off x="8191500"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70FDD805-D419-4B28-B7AE-E6626F41D0A3}"/>
              </a:ext>
            </a:extLst>
          </p:cNvPr>
          <p:cNvSpPr>
            <a:spLocks xmlns:a="http://schemas.openxmlformats.org/drawingml/2006/main" noGrp="1"/>
          </p:cNvSpPr>
          <p:nvPr/>
        </p:nvSpPr>
        <p:spPr>
          <a:xfrm xmlns:a="http://schemas.openxmlformats.org/drawingml/2006/main">
            <a:off x="8191500" y="1666875"/>
            <a:ext cx="76200" cy="23812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5540996-6908-4AF2-9B39-D2A5C5C5B8C5}"/>
              </a:ext>
            </a:extLst>
          </p:cNvPr>
          <p:cNvSpPr>
            <a:spLocks xmlns:a="http://schemas.openxmlformats.org/drawingml/2006/main" noGrp="1"/>
          </p:cNvSpPr>
          <p:nvPr/>
        </p:nvSpPr>
        <p:spPr>
          <a:xfrm xmlns:a="http://schemas.openxmlformats.org/drawingml/2006/main">
            <a:off x="842010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SQL warehouse</a:t>
            </a:r>
          </a:p>
        </p:txBody>
      </p:sp>
      <p:sp>
        <p:nvSpPr>
          <p:cNvPr id="18" name="">
            <a:extLst xmlns:a="http://schemas.openxmlformats.org/drawingml/2006/main">
              <a:ext uri="{FF2B5EF4-FFF2-40B4-BE49-F238E27FC236}">
                <a16:creationId xmlns:a16="http://schemas.microsoft.com/office/drawing/2014/main" id="{4E69F98A-F56A-4F6E-BCE3-C75DFB19C3B8}"/>
              </a:ext>
            </a:extLst>
          </p:cNvPr>
          <p:cNvSpPr>
            <a:spLocks xmlns:a="http://schemas.openxmlformats.org/drawingml/2006/main" noGrp="1"/>
          </p:cNvSpPr>
          <p:nvPr/>
        </p:nvSpPr>
        <p:spPr>
          <a:xfrm xmlns:a="http://schemas.openxmlformats.org/drawingml/2006/main">
            <a:off x="8420100"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 editor and BI queries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Optimized SQL experience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Not a general Python cluster</a:t>
            </a:r>
          </a:p>
        </p:txBody>
      </p:sp>
      <p:sp>
        <p:nvSpPr>
          <p:cNvPr id="19" name="">
            <a:extLst xmlns:a="http://schemas.openxmlformats.org/drawingml/2006/main">
              <a:ext uri="{FF2B5EF4-FFF2-40B4-BE49-F238E27FC236}">
                <a16:creationId xmlns:a16="http://schemas.microsoft.com/office/drawing/2014/main" id="{B3FED224-B5BD-4B50-9A25-071A72B546CD}"/>
              </a:ext>
            </a:extLst>
          </p:cNvPr>
          <p:cNvSpPr>
            <a:spLocks xmlns:a="http://schemas.openxmlformats.org/drawingml/2006/main" noGrp="1"/>
          </p:cNvSpPr>
          <p:nvPr/>
        </p:nvSpPr>
        <p:spPr>
          <a:xfrm xmlns:a="http://schemas.openxmlformats.org/drawingml/2006/main">
            <a:off x="1428750" y="4524375"/>
            <a:ext cx="933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71C2C"/>
                </a:solidFill>
                <a:latin typeface="Bitstream Charter"/>
                <a:ea typeface="Bitstream Charter"/>
                <a:cs typeface="Bitstream Charter"/>
              </a:defRPr>
            </a:pPr>
            <a:r>
              <a:rPr sz="1575" b="1">
                <a:solidFill>
                  <a:srgbClr val="071C2C"/>
                </a:solidFill>
                <a:latin typeface="Bitstream Charter"/>
                <a:ea typeface="Bitstream Charter"/>
                <a:cs typeface="Bitstream Charter"/>
              </a:rPr>
              <a:t>Workspace deployment may offer Serverless capabilities or a classic Hybrid model.</a:t>
            </a:r>
          </a:p>
        </p:txBody>
      </p:sp>
    </p:spTree>
    <p:extLst>
      <p:ext uri="{BB962C8B-B14F-4D97-AF65-F5344CB8AC3E}">
        <p14:creationId xmlns:p14="http://schemas.microsoft.com/office/powerpoint/2010/main" val="16419839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27FC9E-0F61-4C77-83E7-5E4414D59D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3D881C-E6ED-41B3-8274-3433723A2C1D}"/>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Architecture in one picture</a:t>
            </a:r>
          </a:p>
        </p:txBody>
      </p:sp>
      <p:sp>
        <p:nvSpPr>
          <p:cNvPr id="3" name="">
            <a:extLst xmlns:a="http://schemas.openxmlformats.org/drawingml/2006/main">
              <a:ext uri="{FF2B5EF4-FFF2-40B4-BE49-F238E27FC236}">
                <a16:creationId xmlns:a16="http://schemas.microsoft.com/office/drawing/2014/main" id="{5645C9E2-0DD9-4D7F-804C-0BDC813CEA54}"/>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Management, execution, storage and governance</a:t>
            </a:r>
          </a:p>
        </p:txBody>
      </p:sp>
      <p:sp>
        <p:nvSpPr>
          <p:cNvPr id="4" name="">
            <a:extLst xmlns:a="http://schemas.openxmlformats.org/drawingml/2006/main">
              <a:ext uri="{FF2B5EF4-FFF2-40B4-BE49-F238E27FC236}">
                <a16:creationId xmlns:a16="http://schemas.microsoft.com/office/drawing/2014/main" id="{5162D5C7-FDA6-4098-A71E-31D77B76023B}"/>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0B60AE-1AEC-4355-829A-FD4E4806009F}"/>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BDC9927-5AA6-464D-BBA2-D05AB0985E5A}"/>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09</a:t>
            </a:r>
          </a:p>
        </p:txBody>
      </p:sp>
      <p:sp>
        <p:nvSpPr>
          <p:cNvPr id="7" name="">
            <a:extLst xmlns:a="http://schemas.openxmlformats.org/drawingml/2006/main">
              <a:ext uri="{FF2B5EF4-FFF2-40B4-BE49-F238E27FC236}">
                <a16:creationId xmlns:a16="http://schemas.microsoft.com/office/drawing/2014/main" id="{3975DCD1-C261-43EC-9C8B-849667D71CFF}"/>
              </a:ext>
            </a:extLst>
          </p:cNvPr>
          <p:cNvSpPr>
            <a:spLocks xmlns:a="http://schemas.openxmlformats.org/drawingml/2006/main" noGrp="1"/>
          </p:cNvSpPr>
          <p:nvPr/>
        </p:nvSpPr>
        <p:spPr>
          <a:xfrm xmlns:a="http://schemas.openxmlformats.org/drawingml/2006/main">
            <a:off x="666750"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BB9EF350-4876-459E-A1FC-8ABED4397E53}"/>
              </a:ext>
            </a:extLst>
          </p:cNvPr>
          <p:cNvSpPr>
            <a:spLocks xmlns:a="http://schemas.openxmlformats.org/drawingml/2006/main" noGrp="1"/>
          </p:cNvSpPr>
          <p:nvPr/>
        </p:nvSpPr>
        <p:spPr>
          <a:xfrm xmlns:a="http://schemas.openxmlformats.org/drawingml/2006/main">
            <a:off x="666750" y="1714500"/>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E9957A-8343-40D6-A6E7-3B4FFF48FBC8}"/>
              </a:ext>
            </a:extLst>
          </p:cNvPr>
          <p:cNvSpPr>
            <a:spLocks xmlns:a="http://schemas.openxmlformats.org/drawingml/2006/main" noGrp="1"/>
          </p:cNvSpPr>
          <p:nvPr/>
        </p:nvSpPr>
        <p:spPr>
          <a:xfrm xmlns:a="http://schemas.openxmlformats.org/drawingml/2006/main">
            <a:off x="895350"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Control plane</a:t>
            </a:r>
          </a:p>
        </p:txBody>
      </p:sp>
      <p:sp>
        <p:nvSpPr>
          <p:cNvPr id="10" name="">
            <a:extLst xmlns:a="http://schemas.openxmlformats.org/drawingml/2006/main">
              <a:ext uri="{FF2B5EF4-FFF2-40B4-BE49-F238E27FC236}">
                <a16:creationId xmlns:a16="http://schemas.microsoft.com/office/drawing/2014/main" id="{883BC330-A1D9-4E59-8133-FFB6DF206528}"/>
              </a:ext>
            </a:extLst>
          </p:cNvPr>
          <p:cNvSpPr>
            <a:spLocks xmlns:a="http://schemas.openxmlformats.org/drawingml/2006/main" noGrp="1"/>
          </p:cNvSpPr>
          <p:nvPr/>
        </p:nvSpPr>
        <p:spPr>
          <a:xfrm xmlns:a="http://schemas.openxmlformats.org/drawingml/2006/main">
            <a:off x="895350"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Workspace UI</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Notebook metadata</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Service management</a:t>
            </a:r>
          </a:p>
        </p:txBody>
      </p:sp>
      <p:sp>
        <p:nvSpPr>
          <p:cNvPr id="11" name="">
            <a:extLst xmlns:a="http://schemas.openxmlformats.org/drawingml/2006/main">
              <a:ext uri="{FF2B5EF4-FFF2-40B4-BE49-F238E27FC236}">
                <a16:creationId xmlns:a16="http://schemas.microsoft.com/office/drawing/2014/main" id="{281FAE5F-7D8C-4126-B801-EC19DFBD0A1F}"/>
              </a:ext>
            </a:extLst>
          </p:cNvPr>
          <p:cNvSpPr>
            <a:spLocks xmlns:a="http://schemas.openxmlformats.org/drawingml/2006/main" noGrp="1"/>
          </p:cNvSpPr>
          <p:nvPr/>
        </p:nvSpPr>
        <p:spPr>
          <a:xfrm xmlns:a="http://schemas.openxmlformats.org/drawingml/2006/main">
            <a:off x="3476625"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5F4043FB-CED9-4204-860A-3D0EA5C8E11E}"/>
              </a:ext>
            </a:extLst>
          </p:cNvPr>
          <p:cNvSpPr>
            <a:spLocks xmlns:a="http://schemas.openxmlformats.org/drawingml/2006/main" noGrp="1"/>
          </p:cNvSpPr>
          <p:nvPr/>
        </p:nvSpPr>
        <p:spPr>
          <a:xfrm xmlns:a="http://schemas.openxmlformats.org/drawingml/2006/main">
            <a:off x="3476625" y="1714500"/>
            <a:ext cx="76200" cy="23812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7E8E8D7-52A1-404C-B6C1-C3BD44A74736}"/>
              </a:ext>
            </a:extLst>
          </p:cNvPr>
          <p:cNvSpPr>
            <a:spLocks xmlns:a="http://schemas.openxmlformats.org/drawingml/2006/main" noGrp="1"/>
          </p:cNvSpPr>
          <p:nvPr/>
        </p:nvSpPr>
        <p:spPr>
          <a:xfrm xmlns:a="http://schemas.openxmlformats.org/drawingml/2006/main">
            <a:off x="3705225"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Compute plane</a:t>
            </a:r>
          </a:p>
        </p:txBody>
      </p:sp>
      <p:sp>
        <p:nvSpPr>
          <p:cNvPr id="14" name="">
            <a:extLst xmlns:a="http://schemas.openxmlformats.org/drawingml/2006/main">
              <a:ext uri="{FF2B5EF4-FFF2-40B4-BE49-F238E27FC236}">
                <a16:creationId xmlns:a16="http://schemas.microsoft.com/office/drawing/2014/main" id="{EB155682-F4F1-47B4-B8F4-B681B76FA18A}"/>
              </a:ext>
            </a:extLst>
          </p:cNvPr>
          <p:cNvSpPr>
            <a:spLocks xmlns:a="http://schemas.openxmlformats.org/drawingml/2006/main" noGrp="1"/>
          </p:cNvSpPr>
          <p:nvPr/>
        </p:nvSpPr>
        <p:spPr>
          <a:xfrm xmlns:a="http://schemas.openxmlformats.org/drawingml/2006/main">
            <a:off x="3705225"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Driver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Executors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Spark tasks</a:t>
            </a:r>
          </a:p>
        </p:txBody>
      </p:sp>
      <p:sp>
        <p:nvSpPr>
          <p:cNvPr id="15" name="">
            <a:extLst xmlns:a="http://schemas.openxmlformats.org/drawingml/2006/main">
              <a:ext uri="{FF2B5EF4-FFF2-40B4-BE49-F238E27FC236}">
                <a16:creationId xmlns:a16="http://schemas.microsoft.com/office/drawing/2014/main" id="{7E84DB11-8ED2-42F5-AE38-AA78BF17E9C5}"/>
              </a:ext>
            </a:extLst>
          </p:cNvPr>
          <p:cNvSpPr>
            <a:spLocks xmlns:a="http://schemas.openxmlformats.org/drawingml/2006/main" noGrp="1"/>
          </p:cNvSpPr>
          <p:nvPr/>
        </p:nvSpPr>
        <p:spPr>
          <a:xfrm xmlns:a="http://schemas.openxmlformats.org/drawingml/2006/main">
            <a:off x="6286500"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77862747-B72E-4D79-B673-2D87D3BBA031}"/>
              </a:ext>
            </a:extLst>
          </p:cNvPr>
          <p:cNvSpPr>
            <a:spLocks xmlns:a="http://schemas.openxmlformats.org/drawingml/2006/main" noGrp="1"/>
          </p:cNvSpPr>
          <p:nvPr/>
        </p:nvSpPr>
        <p:spPr>
          <a:xfrm xmlns:a="http://schemas.openxmlformats.org/drawingml/2006/main">
            <a:off x="6286500" y="1714500"/>
            <a:ext cx="76200" cy="23812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1A196D0-A728-4DC2-B478-977E3B0A5977}"/>
              </a:ext>
            </a:extLst>
          </p:cNvPr>
          <p:cNvSpPr>
            <a:spLocks xmlns:a="http://schemas.openxmlformats.org/drawingml/2006/main" noGrp="1"/>
          </p:cNvSpPr>
          <p:nvPr/>
        </p:nvSpPr>
        <p:spPr>
          <a:xfrm xmlns:a="http://schemas.openxmlformats.org/drawingml/2006/main">
            <a:off x="6515100"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Cloud storage</a:t>
            </a:r>
          </a:p>
        </p:txBody>
      </p:sp>
      <p:sp>
        <p:nvSpPr>
          <p:cNvPr id="18" name="">
            <a:extLst xmlns:a="http://schemas.openxmlformats.org/drawingml/2006/main">
              <a:ext uri="{FF2B5EF4-FFF2-40B4-BE49-F238E27FC236}">
                <a16:creationId xmlns:a16="http://schemas.microsoft.com/office/drawing/2014/main" id="{36F8E9B9-B991-47E9-8D82-B4B1B9219C03}"/>
              </a:ext>
            </a:extLst>
          </p:cNvPr>
          <p:cNvSpPr>
            <a:spLocks xmlns:a="http://schemas.openxmlformats.org/drawingml/2006/main" noGrp="1"/>
          </p:cNvSpPr>
          <p:nvPr/>
        </p:nvSpPr>
        <p:spPr>
          <a:xfrm xmlns:a="http://schemas.openxmlformats.org/drawingml/2006/main">
            <a:off x="6515100"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Source files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Parquet data</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Delta log</a:t>
            </a:r>
          </a:p>
        </p:txBody>
      </p:sp>
      <p:sp>
        <p:nvSpPr>
          <p:cNvPr id="19" name="">
            <a:extLst xmlns:a="http://schemas.openxmlformats.org/drawingml/2006/main">
              <a:ext uri="{FF2B5EF4-FFF2-40B4-BE49-F238E27FC236}">
                <a16:creationId xmlns:a16="http://schemas.microsoft.com/office/drawing/2014/main" id="{4993B797-2618-46F5-8513-868A2175351B}"/>
              </a:ext>
            </a:extLst>
          </p:cNvPr>
          <p:cNvSpPr>
            <a:spLocks xmlns:a="http://schemas.openxmlformats.org/drawingml/2006/main" noGrp="1"/>
          </p:cNvSpPr>
          <p:nvPr/>
        </p:nvSpPr>
        <p:spPr>
          <a:xfrm xmlns:a="http://schemas.openxmlformats.org/drawingml/2006/main">
            <a:off x="9096375"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20" name="">
            <a:extLst xmlns:a="http://schemas.openxmlformats.org/drawingml/2006/main">
              <a:ext uri="{FF2B5EF4-FFF2-40B4-BE49-F238E27FC236}">
                <a16:creationId xmlns:a16="http://schemas.microsoft.com/office/drawing/2014/main" id="{6F974D0A-F950-4F99-BBBA-D8A4F3A5FDB3}"/>
              </a:ext>
            </a:extLst>
          </p:cNvPr>
          <p:cNvSpPr>
            <a:spLocks xmlns:a="http://schemas.openxmlformats.org/drawingml/2006/main" noGrp="1"/>
          </p:cNvSpPr>
          <p:nvPr/>
        </p:nvSpPr>
        <p:spPr>
          <a:xfrm xmlns:a="http://schemas.openxmlformats.org/drawingml/2006/main">
            <a:off x="9096375" y="1714500"/>
            <a:ext cx="76200" cy="23812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EEF3664-4F0B-4F09-AC88-697BF6FEFAC3}"/>
              </a:ext>
            </a:extLst>
          </p:cNvPr>
          <p:cNvSpPr>
            <a:spLocks xmlns:a="http://schemas.openxmlformats.org/drawingml/2006/main" noGrp="1"/>
          </p:cNvSpPr>
          <p:nvPr/>
        </p:nvSpPr>
        <p:spPr>
          <a:xfrm xmlns:a="http://schemas.openxmlformats.org/drawingml/2006/main">
            <a:off x="9324975"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Unity Catalog</a:t>
            </a:r>
          </a:p>
        </p:txBody>
      </p:sp>
      <p:sp>
        <p:nvSpPr>
          <p:cNvPr id="22" name="">
            <a:extLst xmlns:a="http://schemas.openxmlformats.org/drawingml/2006/main">
              <a:ext uri="{FF2B5EF4-FFF2-40B4-BE49-F238E27FC236}">
                <a16:creationId xmlns:a16="http://schemas.microsoft.com/office/drawing/2014/main" id="{66E9D220-92C3-4AAC-927B-C20F149FD675}"/>
              </a:ext>
            </a:extLst>
          </p:cNvPr>
          <p:cNvSpPr>
            <a:spLocks xmlns:a="http://schemas.openxmlformats.org/drawingml/2006/main" noGrp="1"/>
          </p:cNvSpPr>
          <p:nvPr/>
        </p:nvSpPr>
        <p:spPr>
          <a:xfrm xmlns:a="http://schemas.openxmlformats.org/drawingml/2006/main">
            <a:off x="9324975"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Names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Privileges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Lineage and discovery</a:t>
            </a:r>
          </a:p>
        </p:txBody>
      </p:sp>
      <p:sp>
        <p:nvSpPr>
          <p:cNvPr id="23" name="">
            <a:extLst xmlns:a="http://schemas.openxmlformats.org/drawingml/2006/main">
              <a:ext uri="{FF2B5EF4-FFF2-40B4-BE49-F238E27FC236}">
                <a16:creationId xmlns:a16="http://schemas.microsoft.com/office/drawing/2014/main" id="{F31E9E37-0A25-44E1-AD06-55465D5519D0}"/>
              </a:ext>
            </a:extLst>
          </p:cNvPr>
          <p:cNvSpPr>
            <a:spLocks xmlns:a="http://schemas.openxmlformats.org/drawingml/2006/main" noGrp="1"/>
          </p:cNvSpPr>
          <p:nvPr/>
        </p:nvSpPr>
        <p:spPr>
          <a:xfrm xmlns:a="http://schemas.openxmlformats.org/drawingml/2006/main">
            <a:off x="904875" y="4476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5B6875"/>
                </a:solidFill>
                <a:latin typeface="Bitstream Charter"/>
                <a:ea typeface="Bitstream Charter"/>
                <a:cs typeface="Bitstream Charter"/>
              </a:defRPr>
            </a:pPr>
            <a:r>
              <a:rPr sz="1050" b="1">
                <a:solidFill>
                  <a:srgbClr val="5B6875"/>
                </a:solidFill>
                <a:latin typeface="Bitstream Charter"/>
                <a:ea typeface="Bitstream Charter"/>
                <a:cs typeface="Bitstream Charter"/>
              </a:rPr>
              <a:t>Learner view</a:t>
            </a:r>
          </a:p>
        </p:txBody>
      </p:sp>
      <p:sp>
        <p:nvSpPr>
          <p:cNvPr id="24" name="">
            <a:extLst xmlns:a="http://schemas.openxmlformats.org/drawingml/2006/main">
              <a:ext uri="{FF2B5EF4-FFF2-40B4-BE49-F238E27FC236}">
                <a16:creationId xmlns:a16="http://schemas.microsoft.com/office/drawing/2014/main" id="{87F00B9E-60B5-4D96-86FE-F091D3BD9D50}"/>
              </a:ext>
            </a:extLst>
          </p:cNvPr>
          <p:cNvSpPr>
            <a:spLocks xmlns:a="http://schemas.openxmlformats.org/drawingml/2006/main" noGrp="1"/>
          </p:cNvSpPr>
          <p:nvPr/>
        </p:nvSpPr>
        <p:spPr>
          <a:xfrm xmlns:a="http://schemas.openxmlformats.org/drawingml/2006/main">
            <a:off x="2476500" y="44005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071C2C"/>
                </a:solidFill>
                <a:latin typeface="Bitstream Charter"/>
                <a:ea typeface="Bitstream Charter"/>
                <a:cs typeface="Bitstream Charter"/>
              </a:defRPr>
            </a:pPr>
            <a:r>
              <a:rPr sz="1725" b="1">
                <a:solidFill>
                  <a:srgbClr val="071C2C"/>
                </a:solidFill>
                <a:latin typeface="Bitstream Charter"/>
                <a:ea typeface="Bitstream Charter"/>
                <a:cs typeface="Bitstream Charter"/>
              </a:rPr>
              <a:t>Open notebook → select compute → read or write a governed object</a:t>
            </a:r>
          </a:p>
        </p:txBody>
      </p:sp>
    </p:spTree>
    <p:extLst>
      <p:ext uri="{BB962C8B-B14F-4D97-AF65-F5344CB8AC3E}">
        <p14:creationId xmlns:p14="http://schemas.microsoft.com/office/powerpoint/2010/main" val="3586241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8964EC5-D2D1-4AEB-B342-4E22B42258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C6F54D-D004-4D1F-8123-FDFD22AA4AB2}"/>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Spark execution model</a:t>
            </a:r>
          </a:p>
        </p:txBody>
      </p:sp>
      <p:sp>
        <p:nvSpPr>
          <p:cNvPr id="3" name="">
            <a:extLst xmlns:a="http://schemas.openxmlformats.org/drawingml/2006/main">
              <a:ext uri="{FF2B5EF4-FFF2-40B4-BE49-F238E27FC236}">
                <a16:creationId xmlns:a16="http://schemas.microsoft.com/office/drawing/2014/main" id="{07D26791-5176-42C5-8850-2A509BF1F89A}"/>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The driver coordinates work across executor processes</a:t>
            </a:r>
          </a:p>
        </p:txBody>
      </p:sp>
      <p:sp>
        <p:nvSpPr>
          <p:cNvPr id="4" name="">
            <a:extLst xmlns:a="http://schemas.openxmlformats.org/drawingml/2006/main">
              <a:ext uri="{FF2B5EF4-FFF2-40B4-BE49-F238E27FC236}">
                <a16:creationId xmlns:a16="http://schemas.microsoft.com/office/drawing/2014/main" id="{7C3A486A-B556-4541-9C7D-974838417278}"/>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185092D-DE69-4430-8234-E7A1CB7C11A7}"/>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A0C1982-4650-4DEE-921A-46217DAD1ED0}"/>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10</a:t>
            </a:r>
          </a:p>
        </p:txBody>
      </p:sp>
      <p:sp>
        <p:nvSpPr>
          <p:cNvPr id="7" name="">
            <a:extLst xmlns:a="http://schemas.openxmlformats.org/drawingml/2006/main">
              <a:ext uri="{FF2B5EF4-FFF2-40B4-BE49-F238E27FC236}">
                <a16:creationId xmlns:a16="http://schemas.microsoft.com/office/drawing/2014/main" id="{A965C006-6856-49B9-8B6C-DC540EFEB4D1}"/>
              </a:ext>
            </a:extLst>
          </p:cNvPr>
          <p:cNvSpPr>
            <a:spLocks xmlns:a="http://schemas.openxmlformats.org/drawingml/2006/main" noGrp="1"/>
          </p:cNvSpPr>
          <p:nvPr/>
        </p:nvSpPr>
        <p:spPr>
          <a:xfrm xmlns:a="http://schemas.openxmlformats.org/drawingml/2006/main">
            <a:off x="857250" y="2143125"/>
            <a:ext cx="2476500" cy="1714500"/>
          </a:xfrm>
          <a:prstGeom xmlns:a="http://schemas.openxmlformats.org/drawingml/2006/main" prst="roundRect">
            <a:avLst>
              <a:gd name="adj" fmla="val 4444"/>
            </a:avLst>
          </a:prstGeom>
          <a:solidFill xmlns:a="http://schemas.openxmlformats.org/drawingml/2006/main">
            <a:srgbClr val="071C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AEF168F-670D-459F-AAC2-23D7C32BFB1A}"/>
              </a:ext>
            </a:extLst>
          </p:cNvPr>
          <p:cNvSpPr>
            <a:spLocks xmlns:a="http://schemas.openxmlformats.org/drawingml/2006/main" noGrp="1"/>
          </p:cNvSpPr>
          <p:nvPr/>
        </p:nvSpPr>
        <p:spPr>
          <a:xfrm xmlns:a="http://schemas.openxmlformats.org/drawingml/2006/main">
            <a:off x="1190625" y="2381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Bitstream Charter"/>
                <a:ea typeface="Bitstream Charter"/>
                <a:cs typeface="Bitstream Charter"/>
              </a:defRPr>
            </a:pPr>
            <a:r>
              <a:rPr sz="1800" b="1">
                <a:solidFill>
                  <a:srgbClr val="FFFFFF"/>
                </a:solidFill>
                <a:latin typeface="Bitstream Charter"/>
                <a:ea typeface="Bitstream Charter"/>
                <a:cs typeface="Bitstream Charter"/>
              </a:rPr>
              <a:t>DRIVER</a:t>
            </a:r>
          </a:p>
        </p:txBody>
      </p:sp>
      <p:sp>
        <p:nvSpPr>
          <p:cNvPr id="9" name="">
            <a:extLst xmlns:a="http://schemas.openxmlformats.org/drawingml/2006/main">
              <a:ext uri="{FF2B5EF4-FFF2-40B4-BE49-F238E27FC236}">
                <a16:creationId xmlns:a16="http://schemas.microsoft.com/office/drawing/2014/main" id="{237F4ABA-B29F-4ABB-AECA-53A8CD5AE35A}"/>
              </a:ext>
            </a:extLst>
          </p:cNvPr>
          <p:cNvSpPr>
            <a:spLocks xmlns:a="http://schemas.openxmlformats.org/drawingml/2006/main" noGrp="1"/>
          </p:cNvSpPr>
          <p:nvPr/>
        </p:nvSpPr>
        <p:spPr>
          <a:xfrm xmlns:a="http://schemas.openxmlformats.org/drawingml/2006/main">
            <a:off x="1190625" y="2857500"/>
            <a:ext cx="180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D7E3EB"/>
                </a:solidFill>
                <a:latin typeface="Bitstream Charter"/>
                <a:ea typeface="Bitstream Charter"/>
                <a:cs typeface="Bitstream Charter"/>
              </a:defRPr>
            </a:pPr>
            <a:r>
              <a:rPr sz="1200" b="0">
                <a:solidFill>
                  <a:srgbClr val="D7E3EB"/>
                </a:solidFill>
                <a:latin typeface="Bitstream Charter"/>
                <a:ea typeface="Bitstream Charter"/>
                <a:cs typeface="Bitstream Charter"/>
              </a:rPr>
              <a:t>Builds plan</a:t>
            </a:r>
          </a:p>
          <a:p xmlns:a="http://schemas.openxmlformats.org/drawingml/2006/main">
            <a:pPr algn="ctr">
              <a:defRPr sz="1200" b="0">
                <a:solidFill>
                  <a:srgbClr val="D7E3EB"/>
                </a:solidFill>
                <a:latin typeface="Bitstream Charter"/>
                <a:ea typeface="Bitstream Charter"/>
                <a:cs typeface="Bitstream Charter"/>
              </a:defRPr>
            </a:pPr>
            <a:r>
              <a:rPr sz="1200" b="0">
                <a:solidFill>
                  <a:srgbClr val="D7E3EB"/>
                </a:solidFill>
                <a:latin typeface="Bitstream Charter"/>
                <a:ea typeface="Bitstream Charter"/>
                <a:cs typeface="Bitstream Charter"/>
              </a:rPr>
              <a:t>Schedules tasks</a:t>
            </a:r>
          </a:p>
          <a:p xmlns:a="http://schemas.openxmlformats.org/drawingml/2006/main">
            <a:pPr algn="ctr">
              <a:defRPr sz="1200" b="0">
                <a:solidFill>
                  <a:srgbClr val="D7E3EB"/>
                </a:solidFill>
                <a:latin typeface="Bitstream Charter"/>
                <a:ea typeface="Bitstream Charter"/>
                <a:cs typeface="Bitstream Charter"/>
              </a:defRPr>
            </a:pPr>
            <a:r>
              <a:rPr sz="1200" b="0">
                <a:solidFill>
                  <a:srgbClr val="D7E3EB"/>
                </a:solidFill>
                <a:latin typeface="Bitstream Charter"/>
                <a:ea typeface="Bitstream Charter"/>
                <a:cs typeface="Bitstream Charter"/>
              </a:rPr>
              <a:t>Collects status</a:t>
            </a:r>
          </a:p>
        </p:txBody>
      </p:sp>
      <p:sp>
        <p:nvSpPr>
          <p:cNvPr id="10" name="">
            <a:extLst xmlns:a="http://schemas.openxmlformats.org/drawingml/2006/main">
              <a:ext uri="{FF2B5EF4-FFF2-40B4-BE49-F238E27FC236}">
                <a16:creationId xmlns:a16="http://schemas.microsoft.com/office/drawing/2014/main" id="{943CD8F3-6A8C-44F7-A19B-EFCBA74EEEE2}"/>
              </a:ext>
            </a:extLst>
          </p:cNvPr>
          <p:cNvSpPr>
            <a:spLocks xmlns:a="http://schemas.openxmlformats.org/drawingml/2006/main" noGrp="1"/>
          </p:cNvSpPr>
          <p:nvPr/>
        </p:nvSpPr>
        <p:spPr>
          <a:xfrm xmlns:a="http://schemas.openxmlformats.org/drawingml/2006/main">
            <a:off x="3571875" y="26193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E74B5"/>
                </a:solidFill>
                <a:latin typeface="Bitstream Charter"/>
                <a:ea typeface="Bitstream Charter"/>
                <a:cs typeface="Bitstream Charter"/>
              </a:defRPr>
            </a:pPr>
            <a:r>
              <a:rPr sz="1650" b="1">
                <a:solidFill>
                  <a:srgbClr val="2E74B5"/>
                </a:solidFill>
                <a:latin typeface="Bitstream Charter"/>
                <a:ea typeface="Bitstream Charter"/>
                <a:cs typeface="Bitstream Charter"/>
              </a:rPr>
              <a:t>tasks →</a:t>
            </a:r>
          </a:p>
        </p:txBody>
      </p:sp>
      <p:sp>
        <p:nvSpPr>
          <p:cNvPr id="11" name="">
            <a:extLst xmlns:a="http://schemas.openxmlformats.org/drawingml/2006/main">
              <a:ext uri="{FF2B5EF4-FFF2-40B4-BE49-F238E27FC236}">
                <a16:creationId xmlns:a16="http://schemas.microsoft.com/office/drawing/2014/main" id="{97F54380-DAB5-49FD-8AB4-EAFA7BDC256D}"/>
              </a:ext>
            </a:extLst>
          </p:cNvPr>
          <p:cNvSpPr>
            <a:spLocks xmlns:a="http://schemas.openxmlformats.org/drawingml/2006/main" noGrp="1"/>
          </p:cNvSpPr>
          <p:nvPr/>
        </p:nvSpPr>
        <p:spPr>
          <a:xfrm xmlns:a="http://schemas.openxmlformats.org/drawingml/2006/main">
            <a:off x="5143500" y="1762125"/>
            <a:ext cx="2667000" cy="1428750"/>
          </a:xfrm>
          <a:prstGeom xmlns:a="http://schemas.openxmlformats.org/drawingml/2006/main" prst="roundRect">
            <a:avLst>
              <a:gd name="adj" fmla="val 5333"/>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0F0880B1-BA7E-4849-8965-B200DC7344C9}"/>
              </a:ext>
            </a:extLst>
          </p:cNvPr>
          <p:cNvSpPr>
            <a:spLocks xmlns:a="http://schemas.openxmlformats.org/drawingml/2006/main" noGrp="1"/>
          </p:cNvSpPr>
          <p:nvPr/>
        </p:nvSpPr>
        <p:spPr>
          <a:xfrm xmlns:a="http://schemas.openxmlformats.org/drawingml/2006/main">
            <a:off x="5143500" y="1762125"/>
            <a:ext cx="76200" cy="1428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D43D8C-41BF-4152-8244-1B48F0B8A4D3}"/>
              </a:ext>
            </a:extLst>
          </p:cNvPr>
          <p:cNvSpPr>
            <a:spLocks xmlns:a="http://schemas.openxmlformats.org/drawingml/2006/main" noGrp="1"/>
          </p:cNvSpPr>
          <p:nvPr/>
        </p:nvSpPr>
        <p:spPr>
          <a:xfrm xmlns:a="http://schemas.openxmlformats.org/drawingml/2006/main">
            <a:off x="5372100" y="191452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Executor A</a:t>
            </a:r>
          </a:p>
        </p:txBody>
      </p:sp>
      <p:sp>
        <p:nvSpPr>
          <p:cNvPr id="14" name="">
            <a:extLst xmlns:a="http://schemas.openxmlformats.org/drawingml/2006/main">
              <a:ext uri="{FF2B5EF4-FFF2-40B4-BE49-F238E27FC236}">
                <a16:creationId xmlns:a16="http://schemas.microsoft.com/office/drawing/2014/main" id="{1974BC71-3AB0-4BC5-BB52-A60A77773458}"/>
              </a:ext>
            </a:extLst>
          </p:cNvPr>
          <p:cNvSpPr>
            <a:spLocks xmlns:a="http://schemas.openxmlformats.org/drawingml/2006/main" noGrp="1"/>
          </p:cNvSpPr>
          <p:nvPr/>
        </p:nvSpPr>
        <p:spPr>
          <a:xfrm xmlns:a="http://schemas.openxmlformats.org/drawingml/2006/main">
            <a:off x="5372100" y="2257425"/>
            <a:ext cx="2247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Partition 1</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Partition 2</a:t>
            </a:r>
          </a:p>
        </p:txBody>
      </p:sp>
      <p:sp>
        <p:nvSpPr>
          <p:cNvPr id="15" name="">
            <a:extLst xmlns:a="http://schemas.openxmlformats.org/drawingml/2006/main">
              <a:ext uri="{FF2B5EF4-FFF2-40B4-BE49-F238E27FC236}">
                <a16:creationId xmlns:a16="http://schemas.microsoft.com/office/drawing/2014/main" id="{26AF8DF8-1453-4605-B8BE-532D69132714}"/>
              </a:ext>
            </a:extLst>
          </p:cNvPr>
          <p:cNvSpPr>
            <a:spLocks xmlns:a="http://schemas.openxmlformats.org/drawingml/2006/main" noGrp="1"/>
          </p:cNvSpPr>
          <p:nvPr/>
        </p:nvSpPr>
        <p:spPr>
          <a:xfrm xmlns:a="http://schemas.openxmlformats.org/drawingml/2006/main">
            <a:off x="5143500" y="3476625"/>
            <a:ext cx="2667000" cy="1428750"/>
          </a:xfrm>
          <a:prstGeom xmlns:a="http://schemas.openxmlformats.org/drawingml/2006/main" prst="roundRect">
            <a:avLst>
              <a:gd name="adj" fmla="val 5333"/>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0BA35BEC-DE61-4E50-A154-441C241913D2}"/>
              </a:ext>
            </a:extLst>
          </p:cNvPr>
          <p:cNvSpPr>
            <a:spLocks xmlns:a="http://schemas.openxmlformats.org/drawingml/2006/main" noGrp="1"/>
          </p:cNvSpPr>
          <p:nvPr/>
        </p:nvSpPr>
        <p:spPr>
          <a:xfrm xmlns:a="http://schemas.openxmlformats.org/drawingml/2006/main">
            <a:off x="5143500" y="3476625"/>
            <a:ext cx="76200" cy="1428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41BCF9-A29C-4FB1-B125-10ABE02EBE98}"/>
              </a:ext>
            </a:extLst>
          </p:cNvPr>
          <p:cNvSpPr>
            <a:spLocks xmlns:a="http://schemas.openxmlformats.org/drawingml/2006/main" noGrp="1"/>
          </p:cNvSpPr>
          <p:nvPr/>
        </p:nvSpPr>
        <p:spPr>
          <a:xfrm xmlns:a="http://schemas.openxmlformats.org/drawingml/2006/main">
            <a:off x="5372100" y="362902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Executor B</a:t>
            </a:r>
          </a:p>
        </p:txBody>
      </p:sp>
      <p:sp>
        <p:nvSpPr>
          <p:cNvPr id="18" name="">
            <a:extLst xmlns:a="http://schemas.openxmlformats.org/drawingml/2006/main">
              <a:ext uri="{FF2B5EF4-FFF2-40B4-BE49-F238E27FC236}">
                <a16:creationId xmlns:a16="http://schemas.microsoft.com/office/drawing/2014/main" id="{642F0D30-DE3F-4B4B-96AD-B66C78E8D9CB}"/>
              </a:ext>
            </a:extLst>
          </p:cNvPr>
          <p:cNvSpPr>
            <a:spLocks xmlns:a="http://schemas.openxmlformats.org/drawingml/2006/main" noGrp="1"/>
          </p:cNvSpPr>
          <p:nvPr/>
        </p:nvSpPr>
        <p:spPr>
          <a:xfrm xmlns:a="http://schemas.openxmlformats.org/drawingml/2006/main">
            <a:off x="5372100" y="3971925"/>
            <a:ext cx="2247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Partition 3</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Partition 4</a:t>
            </a:r>
          </a:p>
        </p:txBody>
      </p:sp>
      <p:sp>
        <p:nvSpPr>
          <p:cNvPr id="19" name="">
            <a:extLst xmlns:a="http://schemas.openxmlformats.org/drawingml/2006/main">
              <a:ext uri="{FF2B5EF4-FFF2-40B4-BE49-F238E27FC236}">
                <a16:creationId xmlns:a16="http://schemas.microsoft.com/office/drawing/2014/main" id="{9DF6923B-C36F-4576-BF70-4E0B29F4D33E}"/>
              </a:ext>
            </a:extLst>
          </p:cNvPr>
          <p:cNvSpPr>
            <a:spLocks xmlns:a="http://schemas.openxmlformats.org/drawingml/2006/main" noGrp="1"/>
          </p:cNvSpPr>
          <p:nvPr/>
        </p:nvSpPr>
        <p:spPr>
          <a:xfrm xmlns:a="http://schemas.openxmlformats.org/drawingml/2006/main">
            <a:off x="8334375" y="2333625"/>
            <a:ext cx="2857500" cy="2000250"/>
          </a:xfrm>
          <a:prstGeom xmlns:a="http://schemas.openxmlformats.org/drawingml/2006/main" prst="roundRect">
            <a:avLst>
              <a:gd name="adj" fmla="val 3810"/>
            </a:avLst>
          </a:prstGeom>
          <a:solidFill xmlns:a="http://schemas.openxmlformats.org/drawingml/2006/main">
            <a:srgbClr val="F3F7FA"/>
          </a:solidFill>
          <a:ln xmlns:a="http://schemas.openxmlformats.org/drawingml/2006/main" w="9525">
            <a:solidFill>
              <a:srgbClr val="D9E1E8"/>
            </a:solidFill>
          </a:ln>
        </p:spPr>
      </p:sp>
      <p:sp>
        <p:nvSpPr>
          <p:cNvPr id="20" name="">
            <a:extLst xmlns:a="http://schemas.openxmlformats.org/drawingml/2006/main">
              <a:ext uri="{FF2B5EF4-FFF2-40B4-BE49-F238E27FC236}">
                <a16:creationId xmlns:a16="http://schemas.microsoft.com/office/drawing/2014/main" id="{4FE5D51A-1AD7-4F1D-9904-6F815D265704}"/>
              </a:ext>
            </a:extLst>
          </p:cNvPr>
          <p:cNvSpPr>
            <a:spLocks xmlns:a="http://schemas.openxmlformats.org/drawingml/2006/main" noGrp="1"/>
          </p:cNvSpPr>
          <p:nvPr/>
        </p:nvSpPr>
        <p:spPr>
          <a:xfrm xmlns:a="http://schemas.openxmlformats.org/drawingml/2006/main">
            <a:off x="8334375" y="2333625"/>
            <a:ext cx="76200" cy="20002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B9C56A2-E4BF-4590-93FE-EBDB6BA81D4C}"/>
              </a:ext>
            </a:extLst>
          </p:cNvPr>
          <p:cNvSpPr>
            <a:spLocks xmlns:a="http://schemas.openxmlformats.org/drawingml/2006/main" noGrp="1"/>
          </p:cNvSpPr>
          <p:nvPr/>
        </p:nvSpPr>
        <p:spPr>
          <a:xfrm xmlns:a="http://schemas.openxmlformats.org/drawingml/2006/main">
            <a:off x="8562975" y="24860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Storage</a:t>
            </a:r>
          </a:p>
        </p:txBody>
      </p:sp>
      <p:sp>
        <p:nvSpPr>
          <p:cNvPr id="22" name="">
            <a:extLst xmlns:a="http://schemas.openxmlformats.org/drawingml/2006/main">
              <a:ext uri="{FF2B5EF4-FFF2-40B4-BE49-F238E27FC236}">
                <a16:creationId xmlns:a16="http://schemas.microsoft.com/office/drawing/2014/main" id="{7F2C0F40-7FAC-46CF-8662-ACC6DDF12E19}"/>
              </a:ext>
            </a:extLst>
          </p:cNvPr>
          <p:cNvSpPr>
            <a:spLocks xmlns:a="http://schemas.openxmlformats.org/drawingml/2006/main" noGrp="1"/>
          </p:cNvSpPr>
          <p:nvPr/>
        </p:nvSpPr>
        <p:spPr>
          <a:xfrm xmlns:a="http://schemas.openxmlformats.org/drawingml/2006/main">
            <a:off x="8562975" y="2828925"/>
            <a:ext cx="24384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Read partitions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Write result files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Commit Delta version</a:t>
            </a:r>
          </a:p>
        </p:txBody>
      </p:sp>
    </p:spTree>
    <p:extLst>
      <p:ext uri="{BB962C8B-B14F-4D97-AF65-F5344CB8AC3E}">
        <p14:creationId xmlns:p14="http://schemas.microsoft.com/office/powerpoint/2010/main" val="14149811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2A41D37-1378-44B5-AF5A-FF6F26C8E4E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0F43FE-4E04-4D13-BC63-20F428A67EF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RDD, DataFrame and SQL</a:t>
            </a:r>
          </a:p>
        </p:txBody>
      </p:sp>
      <p:sp>
        <p:nvSpPr>
          <p:cNvPr id="3" name="">
            <a:extLst xmlns:a="http://schemas.openxmlformats.org/drawingml/2006/main">
              <a:ext uri="{FF2B5EF4-FFF2-40B4-BE49-F238E27FC236}">
                <a16:creationId xmlns:a16="http://schemas.microsoft.com/office/drawing/2014/main" id="{D1F1EA55-13C7-4533-B2C9-8C2F2652ABE5}"/>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Three interfaces, one Spark engine</a:t>
            </a:r>
          </a:p>
        </p:txBody>
      </p:sp>
      <p:sp>
        <p:nvSpPr>
          <p:cNvPr id="4" name="">
            <a:extLst xmlns:a="http://schemas.openxmlformats.org/drawingml/2006/main">
              <a:ext uri="{FF2B5EF4-FFF2-40B4-BE49-F238E27FC236}">
                <a16:creationId xmlns:a16="http://schemas.microsoft.com/office/drawing/2014/main" id="{71167B18-FD82-4773-BF42-0C500871B94D}"/>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865267-1509-4D5D-8ED2-FE54403A1167}"/>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E3338D42-9CE6-4B65-9D37-278DD14B4935}"/>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11</a:t>
            </a:r>
          </a:p>
        </p:txBody>
      </p:sp>
      <p:sp>
        <p:nvSpPr>
          <p:cNvPr id="7" name="">
            <a:extLst xmlns:a="http://schemas.openxmlformats.org/drawingml/2006/main">
              <a:ext uri="{FF2B5EF4-FFF2-40B4-BE49-F238E27FC236}">
                <a16:creationId xmlns:a16="http://schemas.microsoft.com/office/drawing/2014/main" id="{1223F9AD-3285-4743-B924-40EAECBBA54A}"/>
              </a:ext>
            </a:extLst>
          </p:cNvPr>
          <p:cNvSpPr>
            <a:spLocks xmlns:a="http://schemas.openxmlformats.org/drawingml/2006/main" noGrp="1"/>
          </p:cNvSpPr>
          <p:nvPr/>
        </p:nvSpPr>
        <p:spPr>
          <a:xfrm xmlns:a="http://schemas.openxmlformats.org/drawingml/2006/main">
            <a:off x="714375" y="1714500"/>
            <a:ext cx="3143250" cy="2476500"/>
          </a:xfrm>
          <a:prstGeom xmlns:a="http://schemas.openxmlformats.org/drawingml/2006/main" prst="roundRect">
            <a:avLst>
              <a:gd name="adj" fmla="val 3077"/>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7B55FF5B-C117-4616-B76B-B971697952AD}"/>
              </a:ext>
            </a:extLst>
          </p:cNvPr>
          <p:cNvSpPr>
            <a:spLocks xmlns:a="http://schemas.openxmlformats.org/drawingml/2006/main" noGrp="1"/>
          </p:cNvSpPr>
          <p:nvPr/>
        </p:nvSpPr>
        <p:spPr>
          <a:xfrm xmlns:a="http://schemas.openxmlformats.org/drawingml/2006/main">
            <a:off x="714375" y="1714500"/>
            <a:ext cx="76200" cy="2476500"/>
          </a:xfrm>
          <a:prstGeom xmlns:a="http://schemas.openxmlformats.org/drawingml/2006/main" prst="roundRect">
            <a:avLst>
              <a:gd name="adj" fmla="val 50000"/>
            </a:avLst>
          </a:prstGeom>
          <a:solidFill xmlns:a="http://schemas.openxmlformats.org/drawingml/2006/main">
            <a:srgbClr val="5B687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273C3E-9158-44D2-898E-0D6268BFC4FD}"/>
              </a:ext>
            </a:extLst>
          </p:cNvPr>
          <p:cNvSpPr>
            <a:spLocks xmlns:a="http://schemas.openxmlformats.org/drawingml/2006/main" noGrp="1"/>
          </p:cNvSpPr>
          <p:nvPr/>
        </p:nvSpPr>
        <p:spPr>
          <a:xfrm xmlns:a="http://schemas.openxmlformats.org/drawingml/2006/main">
            <a:off x="942975" y="1866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RDD</a:t>
            </a:r>
          </a:p>
        </p:txBody>
      </p:sp>
      <p:sp>
        <p:nvSpPr>
          <p:cNvPr id="10" name="">
            <a:extLst xmlns:a="http://schemas.openxmlformats.org/drawingml/2006/main">
              <a:ext uri="{FF2B5EF4-FFF2-40B4-BE49-F238E27FC236}">
                <a16:creationId xmlns:a16="http://schemas.microsoft.com/office/drawing/2014/main" id="{555C8A90-E6A7-4873-9646-5B457C8486EF}"/>
              </a:ext>
            </a:extLst>
          </p:cNvPr>
          <p:cNvSpPr>
            <a:spLocks xmlns:a="http://schemas.openxmlformats.org/drawingml/2006/main" noGrp="1"/>
          </p:cNvSpPr>
          <p:nvPr/>
        </p:nvSpPr>
        <p:spPr>
          <a:xfrm xmlns:a="http://schemas.openxmlformats.org/drawingml/2006/main">
            <a:off x="942975" y="2209800"/>
            <a:ext cx="27241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Low-level distributed collection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Flexible but fewer structural optimization opportunities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Concept only in this course</a:t>
            </a:r>
          </a:p>
        </p:txBody>
      </p:sp>
      <p:sp>
        <p:nvSpPr>
          <p:cNvPr id="11" name="">
            <a:extLst xmlns:a="http://schemas.openxmlformats.org/drawingml/2006/main">
              <a:ext uri="{FF2B5EF4-FFF2-40B4-BE49-F238E27FC236}">
                <a16:creationId xmlns:a16="http://schemas.microsoft.com/office/drawing/2014/main" id="{FF036061-CA82-49EC-957D-6CF8E005ED39}"/>
              </a:ext>
            </a:extLst>
          </p:cNvPr>
          <p:cNvSpPr>
            <a:spLocks xmlns:a="http://schemas.openxmlformats.org/drawingml/2006/main" noGrp="1"/>
          </p:cNvSpPr>
          <p:nvPr/>
        </p:nvSpPr>
        <p:spPr>
          <a:xfrm xmlns:a="http://schemas.openxmlformats.org/drawingml/2006/main">
            <a:off x="4524375" y="1714500"/>
            <a:ext cx="3143250" cy="2476500"/>
          </a:xfrm>
          <a:prstGeom xmlns:a="http://schemas.openxmlformats.org/drawingml/2006/main" prst="roundRect">
            <a:avLst>
              <a:gd name="adj" fmla="val 3077"/>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2913F832-9990-4C3F-B2A5-762A66665E60}"/>
              </a:ext>
            </a:extLst>
          </p:cNvPr>
          <p:cNvSpPr>
            <a:spLocks xmlns:a="http://schemas.openxmlformats.org/drawingml/2006/main" noGrp="1"/>
          </p:cNvSpPr>
          <p:nvPr/>
        </p:nvSpPr>
        <p:spPr>
          <a:xfrm xmlns:a="http://schemas.openxmlformats.org/drawingml/2006/main">
            <a:off x="4524375" y="1714500"/>
            <a:ext cx="76200" cy="2476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B3D346-1E67-4F6C-A5FD-9D4C4C7911DA}"/>
              </a:ext>
            </a:extLst>
          </p:cNvPr>
          <p:cNvSpPr>
            <a:spLocks xmlns:a="http://schemas.openxmlformats.org/drawingml/2006/main" noGrp="1"/>
          </p:cNvSpPr>
          <p:nvPr/>
        </p:nvSpPr>
        <p:spPr>
          <a:xfrm xmlns:a="http://schemas.openxmlformats.org/drawingml/2006/main">
            <a:off x="4752975" y="1866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DataFrame</a:t>
            </a:r>
          </a:p>
        </p:txBody>
      </p:sp>
      <p:sp>
        <p:nvSpPr>
          <p:cNvPr id="14" name="">
            <a:extLst xmlns:a="http://schemas.openxmlformats.org/drawingml/2006/main">
              <a:ext uri="{FF2B5EF4-FFF2-40B4-BE49-F238E27FC236}">
                <a16:creationId xmlns:a16="http://schemas.microsoft.com/office/drawing/2014/main" id="{A9DC0755-D39A-4E48-807D-A7D48C12FE2F}"/>
              </a:ext>
            </a:extLst>
          </p:cNvPr>
          <p:cNvSpPr>
            <a:spLocks xmlns:a="http://schemas.openxmlformats.org/drawingml/2006/main" noGrp="1"/>
          </p:cNvSpPr>
          <p:nvPr/>
        </p:nvSpPr>
        <p:spPr>
          <a:xfrm xmlns:a="http://schemas.openxmlformats.org/drawingml/2006/main">
            <a:off x="4752975" y="2209800"/>
            <a:ext cx="27241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Named columns and schema</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Optimizable logical plan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Primary PySpark interface</a:t>
            </a:r>
          </a:p>
        </p:txBody>
      </p:sp>
      <p:sp>
        <p:nvSpPr>
          <p:cNvPr id="15" name="">
            <a:extLst xmlns:a="http://schemas.openxmlformats.org/drawingml/2006/main">
              <a:ext uri="{FF2B5EF4-FFF2-40B4-BE49-F238E27FC236}">
                <a16:creationId xmlns:a16="http://schemas.microsoft.com/office/drawing/2014/main" id="{450BF5F7-9C01-479D-A219-A8AB62445699}"/>
              </a:ext>
            </a:extLst>
          </p:cNvPr>
          <p:cNvSpPr>
            <a:spLocks xmlns:a="http://schemas.openxmlformats.org/drawingml/2006/main" noGrp="1"/>
          </p:cNvSpPr>
          <p:nvPr/>
        </p:nvSpPr>
        <p:spPr>
          <a:xfrm xmlns:a="http://schemas.openxmlformats.org/drawingml/2006/main">
            <a:off x="8334375" y="1714500"/>
            <a:ext cx="3143250" cy="2476500"/>
          </a:xfrm>
          <a:prstGeom xmlns:a="http://schemas.openxmlformats.org/drawingml/2006/main" prst="roundRect">
            <a:avLst>
              <a:gd name="adj" fmla="val 3077"/>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334B0F98-F3AF-4EB2-9922-32D0E91546F3}"/>
              </a:ext>
            </a:extLst>
          </p:cNvPr>
          <p:cNvSpPr>
            <a:spLocks xmlns:a="http://schemas.openxmlformats.org/drawingml/2006/main" noGrp="1"/>
          </p:cNvSpPr>
          <p:nvPr/>
        </p:nvSpPr>
        <p:spPr>
          <a:xfrm xmlns:a="http://schemas.openxmlformats.org/drawingml/2006/main">
            <a:off x="8334375" y="1714500"/>
            <a:ext cx="76200" cy="2476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6A4B8CC-1151-4D4C-999E-9F537ACDAE34}"/>
              </a:ext>
            </a:extLst>
          </p:cNvPr>
          <p:cNvSpPr>
            <a:spLocks xmlns:a="http://schemas.openxmlformats.org/drawingml/2006/main" noGrp="1"/>
          </p:cNvSpPr>
          <p:nvPr/>
        </p:nvSpPr>
        <p:spPr>
          <a:xfrm xmlns:a="http://schemas.openxmlformats.org/drawingml/2006/main">
            <a:off x="8562975" y="1866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Spark SQL</a:t>
            </a:r>
          </a:p>
        </p:txBody>
      </p:sp>
      <p:sp>
        <p:nvSpPr>
          <p:cNvPr id="18" name="">
            <a:extLst xmlns:a="http://schemas.openxmlformats.org/drawingml/2006/main">
              <a:ext uri="{FF2B5EF4-FFF2-40B4-BE49-F238E27FC236}">
                <a16:creationId xmlns:a16="http://schemas.microsoft.com/office/drawing/2014/main" id="{1193F75D-11D3-4128-9A8D-8A3F317D279F}"/>
              </a:ext>
            </a:extLst>
          </p:cNvPr>
          <p:cNvSpPr>
            <a:spLocks xmlns:a="http://schemas.openxmlformats.org/drawingml/2006/main" noGrp="1"/>
          </p:cNvSpPr>
          <p:nvPr/>
        </p:nvSpPr>
        <p:spPr>
          <a:xfrm xmlns:a="http://schemas.openxmlformats.org/drawingml/2006/main">
            <a:off x="8562975" y="2209800"/>
            <a:ext cx="27241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Declarative 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Uses the same engine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Ideal for analysts and validation</a:t>
            </a:r>
          </a:p>
        </p:txBody>
      </p:sp>
      <p:sp>
        <p:nvSpPr>
          <p:cNvPr id="19" name="">
            <a:extLst xmlns:a="http://schemas.openxmlformats.org/drawingml/2006/main">
              <a:ext uri="{FF2B5EF4-FFF2-40B4-BE49-F238E27FC236}">
                <a16:creationId xmlns:a16="http://schemas.microsoft.com/office/drawing/2014/main" id="{D51A0A67-DC4C-43AF-B937-C645AF561A63}"/>
              </a:ext>
            </a:extLst>
          </p:cNvPr>
          <p:cNvSpPr>
            <a:spLocks xmlns:a="http://schemas.openxmlformats.org/drawingml/2006/main" noGrp="1"/>
          </p:cNvSpPr>
          <p:nvPr/>
        </p:nvSpPr>
        <p:spPr>
          <a:xfrm xmlns:a="http://schemas.openxmlformats.org/drawingml/2006/main">
            <a:off x="2286000" y="4619625"/>
            <a:ext cx="762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071C2C"/>
                </a:solidFill>
                <a:latin typeface="Bitstream Charter"/>
                <a:ea typeface="Bitstream Charter"/>
                <a:cs typeface="Bitstream Charter"/>
              </a:defRPr>
            </a:pPr>
            <a:r>
              <a:rPr sz="1875" b="1">
                <a:solidFill>
                  <a:srgbClr val="071C2C"/>
                </a:solidFill>
                <a:latin typeface="Bitstream Charter"/>
                <a:ea typeface="Bitstream Charter"/>
                <a:cs typeface="Bitstream Charter"/>
              </a:rPr>
              <a:t>Default choice for structured data: DataFrames and SQL.</a:t>
            </a:r>
          </a:p>
        </p:txBody>
      </p:sp>
    </p:spTree>
    <p:extLst>
      <p:ext uri="{BB962C8B-B14F-4D97-AF65-F5344CB8AC3E}">
        <p14:creationId xmlns:p14="http://schemas.microsoft.com/office/powerpoint/2010/main" val="10336931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CC0CE56-2228-4422-9FC8-2B1CDEE1970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8D2358-7B09-4E71-A88A-DAA2343E693B}"/>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Lazy evaluation</a:t>
            </a:r>
          </a:p>
        </p:txBody>
      </p:sp>
      <p:sp>
        <p:nvSpPr>
          <p:cNvPr id="3" name="">
            <a:extLst xmlns:a="http://schemas.openxmlformats.org/drawingml/2006/main">
              <a:ext uri="{FF2B5EF4-FFF2-40B4-BE49-F238E27FC236}">
                <a16:creationId xmlns:a16="http://schemas.microsoft.com/office/drawing/2014/main" id="{5295D57F-0424-41BB-9D9E-172EC324CF11}"/>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Transformations build a plan; actions request a result</a:t>
            </a:r>
          </a:p>
        </p:txBody>
      </p:sp>
      <p:sp>
        <p:nvSpPr>
          <p:cNvPr id="4" name="">
            <a:extLst xmlns:a="http://schemas.openxmlformats.org/drawingml/2006/main">
              <a:ext uri="{FF2B5EF4-FFF2-40B4-BE49-F238E27FC236}">
                <a16:creationId xmlns:a16="http://schemas.microsoft.com/office/drawing/2014/main" id="{3AD92991-15F1-44C9-AD55-4ADC6AAD6188}"/>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5F1009-C46A-48FB-AC88-B4089969894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6573DA84-FDE4-4580-BFBB-D46E59DF94F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12</a:t>
            </a:r>
          </a:p>
        </p:txBody>
      </p:sp>
      <p:sp>
        <p:nvSpPr>
          <p:cNvPr id="7" name="">
            <a:extLst xmlns:a="http://schemas.openxmlformats.org/drawingml/2006/main">
              <a:ext uri="{FF2B5EF4-FFF2-40B4-BE49-F238E27FC236}">
                <a16:creationId xmlns:a16="http://schemas.microsoft.com/office/drawing/2014/main" id="{287905CC-E265-4213-9047-891577245611}"/>
              </a:ext>
            </a:extLst>
          </p:cNvPr>
          <p:cNvSpPr>
            <a:spLocks xmlns:a="http://schemas.openxmlformats.org/drawingml/2006/main" noGrp="1"/>
          </p:cNvSpPr>
          <p:nvPr/>
        </p:nvSpPr>
        <p:spPr>
          <a:xfrm xmlns:a="http://schemas.openxmlformats.org/drawingml/2006/main">
            <a:off x="762000" y="1714500"/>
            <a:ext cx="18097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412B9A-F675-4FEC-8643-DBE77590625F}"/>
              </a:ext>
            </a:extLst>
          </p:cNvPr>
          <p:cNvSpPr>
            <a:spLocks xmlns:a="http://schemas.openxmlformats.org/drawingml/2006/main" noGrp="1"/>
          </p:cNvSpPr>
          <p:nvPr/>
        </p:nvSpPr>
        <p:spPr>
          <a:xfrm xmlns:a="http://schemas.openxmlformats.org/drawingml/2006/main">
            <a:off x="857250" y="17335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TRANSFORMATIONS</a:t>
            </a:r>
          </a:p>
        </p:txBody>
      </p:sp>
      <p:sp>
        <p:nvSpPr>
          <p:cNvPr id="9" name="">
            <a:extLst xmlns:a="http://schemas.openxmlformats.org/drawingml/2006/main">
              <a:ext uri="{FF2B5EF4-FFF2-40B4-BE49-F238E27FC236}">
                <a16:creationId xmlns:a16="http://schemas.microsoft.com/office/drawing/2014/main" id="{07455531-0B2C-4BF5-81D4-8FCA73C0F819}"/>
              </a:ext>
            </a:extLst>
          </p:cNvPr>
          <p:cNvSpPr>
            <a:spLocks xmlns:a="http://schemas.openxmlformats.org/drawingml/2006/main" noGrp="1"/>
          </p:cNvSpPr>
          <p:nvPr/>
        </p:nvSpPr>
        <p:spPr>
          <a:xfrm xmlns:a="http://schemas.openxmlformats.org/drawingml/2006/main">
            <a:off x="762000" y="21431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DESCRIBE WORK</a:t>
            </a:r>
          </a:p>
        </p:txBody>
      </p:sp>
      <p:sp>
        <p:nvSpPr>
          <p:cNvPr id="10" name="">
            <a:extLst xmlns:a="http://schemas.openxmlformats.org/drawingml/2006/main">
              <a:ext uri="{FF2B5EF4-FFF2-40B4-BE49-F238E27FC236}">
                <a16:creationId xmlns:a16="http://schemas.microsoft.com/office/drawing/2014/main" id="{145D60EE-3041-453F-BC77-F13202747C05}"/>
              </a:ext>
            </a:extLst>
          </p:cNvPr>
          <p:cNvSpPr>
            <a:spLocks xmlns:a="http://schemas.openxmlformats.org/drawingml/2006/main" noGrp="1"/>
          </p:cNvSpPr>
          <p:nvPr/>
        </p:nvSpPr>
        <p:spPr>
          <a:xfrm xmlns:a="http://schemas.openxmlformats.org/drawingml/2006/main">
            <a:off x="762000" y="2371725"/>
            <a:ext cx="2667000" cy="2247900"/>
          </a:xfrm>
          <a:prstGeom xmlns:a="http://schemas.openxmlformats.org/drawingml/2006/main" prst="roundRect">
            <a:avLst>
              <a:gd name="adj" fmla="val 3390"/>
            </a:avLst>
          </a:prstGeom>
          <a:solidFill xmlns:a="http://schemas.openxmlformats.org/drawingml/2006/main">
            <a:srgbClr val="EEF2F6"/>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F067B587-FB7C-4610-B40E-BF9EC1CA609F}"/>
              </a:ext>
            </a:extLst>
          </p:cNvPr>
          <p:cNvSpPr>
            <a:spLocks xmlns:a="http://schemas.openxmlformats.org/drawingml/2006/main" noGrp="1"/>
          </p:cNvSpPr>
          <p:nvPr/>
        </p:nvSpPr>
        <p:spPr>
          <a:xfrm xmlns:a="http://schemas.openxmlformats.org/drawingml/2006/main">
            <a:off x="933450" y="2466975"/>
            <a:ext cx="23241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filter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withColumn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groupBy</a:t>
            </a:r>
          </a:p>
        </p:txBody>
      </p:sp>
      <p:sp>
        <p:nvSpPr>
          <p:cNvPr id="12" name="">
            <a:extLst xmlns:a="http://schemas.openxmlformats.org/drawingml/2006/main">
              <a:ext uri="{FF2B5EF4-FFF2-40B4-BE49-F238E27FC236}">
                <a16:creationId xmlns:a16="http://schemas.microsoft.com/office/drawing/2014/main" id="{DE125180-320C-4750-BD6E-EA9F4C4447DC}"/>
              </a:ext>
            </a:extLst>
          </p:cNvPr>
          <p:cNvSpPr>
            <a:spLocks xmlns:a="http://schemas.openxmlformats.org/drawingml/2006/main" noGrp="1"/>
          </p:cNvSpPr>
          <p:nvPr/>
        </p:nvSpPr>
        <p:spPr>
          <a:xfrm xmlns:a="http://schemas.openxmlformats.org/drawingml/2006/main">
            <a:off x="3667125" y="29051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2E74B5"/>
                </a:solidFill>
                <a:latin typeface="Bitstream Charter"/>
                <a:ea typeface="Bitstream Charter"/>
                <a:cs typeface="Bitstream Charter"/>
              </a:defRPr>
            </a:pPr>
            <a:r>
              <a:rPr sz="3600" b="1">
                <a:solidFill>
                  <a:srgbClr val="2E74B5"/>
                </a:solidFill>
                <a:latin typeface="Bitstream Charter"/>
                <a:ea typeface="Bitstream Charter"/>
                <a:cs typeface="Bitstream Charter"/>
              </a:rPr>
              <a:t>→</a:t>
            </a:r>
          </a:p>
        </p:txBody>
      </p:sp>
      <p:sp>
        <p:nvSpPr>
          <p:cNvPr id="13" name="">
            <a:extLst xmlns:a="http://schemas.openxmlformats.org/drawingml/2006/main">
              <a:ext uri="{FF2B5EF4-FFF2-40B4-BE49-F238E27FC236}">
                <a16:creationId xmlns:a16="http://schemas.microsoft.com/office/drawing/2014/main" id="{50E34FD3-B903-4382-81F1-15F95B5852F6}"/>
              </a:ext>
            </a:extLst>
          </p:cNvPr>
          <p:cNvSpPr>
            <a:spLocks xmlns:a="http://schemas.openxmlformats.org/drawingml/2006/main" noGrp="1"/>
          </p:cNvSpPr>
          <p:nvPr/>
        </p:nvSpPr>
        <p:spPr>
          <a:xfrm xmlns:a="http://schemas.openxmlformats.org/drawingml/2006/main">
            <a:off x="4524375" y="2000250"/>
            <a:ext cx="2952750" cy="2762250"/>
          </a:xfrm>
          <a:prstGeom xmlns:a="http://schemas.openxmlformats.org/drawingml/2006/main" prst="roundRect">
            <a:avLst>
              <a:gd name="adj" fmla="val 2759"/>
            </a:avLst>
          </a:prstGeom>
          <a:solidFill xmlns:a="http://schemas.openxmlformats.org/drawingml/2006/main">
            <a:srgbClr val="071C2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FAA605-9C85-4427-8440-85A37E16DB45}"/>
              </a:ext>
            </a:extLst>
          </p:cNvPr>
          <p:cNvSpPr>
            <a:spLocks xmlns:a="http://schemas.openxmlformats.org/drawingml/2006/main" noGrp="1"/>
          </p:cNvSpPr>
          <p:nvPr/>
        </p:nvSpPr>
        <p:spPr>
          <a:xfrm xmlns:a="http://schemas.openxmlformats.org/drawingml/2006/main">
            <a:off x="4905375" y="2333625"/>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LOGICAL PLAN</a:t>
            </a:r>
          </a:p>
        </p:txBody>
      </p:sp>
      <p:sp>
        <p:nvSpPr>
          <p:cNvPr id="15" name="">
            <a:extLst xmlns:a="http://schemas.openxmlformats.org/drawingml/2006/main">
              <a:ext uri="{FF2B5EF4-FFF2-40B4-BE49-F238E27FC236}">
                <a16:creationId xmlns:a16="http://schemas.microsoft.com/office/drawing/2014/main" id="{A410D583-A409-4F49-8711-3E56DCBEA378}"/>
              </a:ext>
            </a:extLst>
          </p:cNvPr>
          <p:cNvSpPr>
            <a:spLocks xmlns:a="http://schemas.openxmlformats.org/drawingml/2006/main" noGrp="1"/>
          </p:cNvSpPr>
          <p:nvPr/>
        </p:nvSpPr>
        <p:spPr>
          <a:xfrm xmlns:a="http://schemas.openxmlformats.org/drawingml/2006/main">
            <a:off x="5000625" y="3048000"/>
            <a:ext cx="200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D9E5EC"/>
                </a:solidFill>
                <a:latin typeface="Bitstream Charter"/>
                <a:ea typeface="Bitstream Charter"/>
                <a:cs typeface="Bitstream Charter"/>
              </a:defRPr>
            </a:pPr>
            <a:r>
              <a:rPr sz="1350" b="0">
                <a:solidFill>
                  <a:srgbClr val="D9E5EC"/>
                </a:solidFill>
                <a:latin typeface="Bitstream Charter"/>
                <a:ea typeface="Bitstream Charter"/>
                <a:cs typeface="Bitstream Charter"/>
              </a:rPr>
              <a:t>Spark can reorder, prune and optimize operations before execution.</a:t>
            </a:r>
          </a:p>
        </p:txBody>
      </p:sp>
      <p:sp>
        <p:nvSpPr>
          <p:cNvPr id="16" name="">
            <a:extLst xmlns:a="http://schemas.openxmlformats.org/drawingml/2006/main">
              <a:ext uri="{FF2B5EF4-FFF2-40B4-BE49-F238E27FC236}">
                <a16:creationId xmlns:a16="http://schemas.microsoft.com/office/drawing/2014/main" id="{DA6A3CE0-DA45-4766-B08D-72C3FB444D0B}"/>
              </a:ext>
            </a:extLst>
          </p:cNvPr>
          <p:cNvSpPr>
            <a:spLocks xmlns:a="http://schemas.openxmlformats.org/drawingml/2006/main" noGrp="1"/>
          </p:cNvSpPr>
          <p:nvPr/>
        </p:nvSpPr>
        <p:spPr>
          <a:xfrm xmlns:a="http://schemas.openxmlformats.org/drawingml/2006/main">
            <a:off x="7667625" y="29051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600" b="1">
                <a:solidFill>
                  <a:srgbClr val="2E74B5"/>
                </a:solidFill>
                <a:latin typeface="Bitstream Charter"/>
                <a:ea typeface="Bitstream Charter"/>
                <a:cs typeface="Bitstream Charter"/>
              </a:defRPr>
            </a:pPr>
            <a:r>
              <a:rPr sz="3600" b="1">
                <a:solidFill>
                  <a:srgbClr val="2E74B5"/>
                </a:solidFill>
                <a:latin typeface="Bitstream Charter"/>
                <a:ea typeface="Bitstream Charter"/>
                <a:cs typeface="Bitstream Charter"/>
              </a:rPr>
              <a:t>→</a:t>
            </a:r>
          </a:p>
        </p:txBody>
      </p:sp>
      <p:sp>
        <p:nvSpPr>
          <p:cNvPr id="17" name="">
            <a:extLst xmlns:a="http://schemas.openxmlformats.org/drawingml/2006/main">
              <a:ext uri="{FF2B5EF4-FFF2-40B4-BE49-F238E27FC236}">
                <a16:creationId xmlns:a16="http://schemas.microsoft.com/office/drawing/2014/main" id="{698DF7D3-D3C8-4616-B811-9B8586C9D781}"/>
              </a:ext>
            </a:extLst>
          </p:cNvPr>
          <p:cNvSpPr>
            <a:spLocks xmlns:a="http://schemas.openxmlformats.org/drawingml/2006/main" noGrp="1"/>
          </p:cNvSpPr>
          <p:nvPr/>
        </p:nvSpPr>
        <p:spPr>
          <a:xfrm xmlns:a="http://schemas.openxmlformats.org/drawingml/2006/main">
            <a:off x="8572500" y="1714500"/>
            <a:ext cx="1809750" cy="323850"/>
          </a:xfrm>
          <a:prstGeom xmlns:a="http://schemas.openxmlformats.org/drawingml/2006/main" prst="roundRect">
            <a:avLst>
              <a:gd name="adj" fmla="val 23529"/>
            </a:avLst>
          </a:prstGeom>
          <a:solidFill xmlns:a="http://schemas.openxmlformats.org/drawingml/2006/main">
            <a:srgbClr val="2F7D5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939D03E-4BA4-4C0A-B77A-0CA99F55AEAA}"/>
              </a:ext>
            </a:extLst>
          </p:cNvPr>
          <p:cNvSpPr>
            <a:spLocks xmlns:a="http://schemas.openxmlformats.org/drawingml/2006/main" noGrp="1"/>
          </p:cNvSpPr>
          <p:nvPr/>
        </p:nvSpPr>
        <p:spPr>
          <a:xfrm xmlns:a="http://schemas.openxmlformats.org/drawingml/2006/main">
            <a:off x="8667750" y="17335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ACTIONS</a:t>
            </a:r>
          </a:p>
        </p:txBody>
      </p:sp>
      <p:sp>
        <p:nvSpPr>
          <p:cNvPr id="19" name="">
            <a:extLst xmlns:a="http://schemas.openxmlformats.org/drawingml/2006/main">
              <a:ext uri="{FF2B5EF4-FFF2-40B4-BE49-F238E27FC236}">
                <a16:creationId xmlns:a16="http://schemas.microsoft.com/office/drawing/2014/main" id="{36F7904A-34DD-4791-9D7D-79314E6ECA69}"/>
              </a:ext>
            </a:extLst>
          </p:cNvPr>
          <p:cNvSpPr>
            <a:spLocks xmlns:a="http://schemas.openxmlformats.org/drawingml/2006/main" noGrp="1"/>
          </p:cNvSpPr>
          <p:nvPr/>
        </p:nvSpPr>
        <p:spPr>
          <a:xfrm xmlns:a="http://schemas.openxmlformats.org/drawingml/2006/main">
            <a:off x="8572500" y="21431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TRIGGER WORK</a:t>
            </a:r>
          </a:p>
        </p:txBody>
      </p:sp>
      <p:sp>
        <p:nvSpPr>
          <p:cNvPr id="20" name="">
            <a:extLst xmlns:a="http://schemas.openxmlformats.org/drawingml/2006/main">
              <a:ext uri="{FF2B5EF4-FFF2-40B4-BE49-F238E27FC236}">
                <a16:creationId xmlns:a16="http://schemas.microsoft.com/office/drawing/2014/main" id="{48DE80EE-472E-415C-BA55-92C34807063F}"/>
              </a:ext>
            </a:extLst>
          </p:cNvPr>
          <p:cNvSpPr>
            <a:spLocks xmlns:a="http://schemas.openxmlformats.org/drawingml/2006/main" noGrp="1"/>
          </p:cNvSpPr>
          <p:nvPr/>
        </p:nvSpPr>
        <p:spPr>
          <a:xfrm xmlns:a="http://schemas.openxmlformats.org/drawingml/2006/main">
            <a:off x="8572500" y="2371725"/>
            <a:ext cx="2667000" cy="2247900"/>
          </a:xfrm>
          <a:prstGeom xmlns:a="http://schemas.openxmlformats.org/drawingml/2006/main" prst="roundRect">
            <a:avLst>
              <a:gd name="adj" fmla="val 3390"/>
            </a:avLst>
          </a:prstGeom>
          <a:solidFill xmlns:a="http://schemas.openxmlformats.org/drawingml/2006/main">
            <a:srgbClr val="EEF2F6"/>
          </a:solidFill>
          <a:ln xmlns:a="http://schemas.openxmlformats.org/drawingml/2006/main" w="9525">
            <a:solidFill>
              <a:srgbClr val="D9E1E8"/>
            </a:solidFill>
          </a:ln>
        </p:spPr>
      </p:sp>
      <p:sp>
        <p:nvSpPr>
          <p:cNvPr id="21" name="">
            <a:extLst xmlns:a="http://schemas.openxmlformats.org/drawingml/2006/main">
              <a:ext uri="{FF2B5EF4-FFF2-40B4-BE49-F238E27FC236}">
                <a16:creationId xmlns:a16="http://schemas.microsoft.com/office/drawing/2014/main" id="{7A89CB39-95DA-4ACC-BF74-09EDCB45B21D}"/>
              </a:ext>
            </a:extLst>
          </p:cNvPr>
          <p:cNvSpPr>
            <a:spLocks xmlns:a="http://schemas.openxmlformats.org/drawingml/2006/main" noGrp="1"/>
          </p:cNvSpPr>
          <p:nvPr/>
        </p:nvSpPr>
        <p:spPr>
          <a:xfrm xmlns:a="http://schemas.openxmlformats.org/drawingml/2006/main">
            <a:off x="8743950" y="2466975"/>
            <a:ext cx="23241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display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count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collect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write</a:t>
            </a:r>
          </a:p>
        </p:txBody>
      </p:sp>
    </p:spTree>
    <p:extLst>
      <p:ext uri="{BB962C8B-B14F-4D97-AF65-F5344CB8AC3E}">
        <p14:creationId xmlns:p14="http://schemas.microsoft.com/office/powerpoint/2010/main" val="7680121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4450CD7-86EA-4FB7-8C25-97208B05B9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F2B99A-69AA-48E8-964D-35452A7F73A6}"/>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Notebook essentials</a:t>
            </a:r>
          </a:p>
        </p:txBody>
      </p:sp>
      <p:sp>
        <p:nvSpPr>
          <p:cNvPr id="3" name="">
            <a:extLst xmlns:a="http://schemas.openxmlformats.org/drawingml/2006/main">
              <a:ext uri="{FF2B5EF4-FFF2-40B4-BE49-F238E27FC236}">
                <a16:creationId xmlns:a16="http://schemas.microsoft.com/office/drawing/2014/main" id="{22A36B1A-15AA-4DBC-9367-3F40B13897A8}"/>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Create, connect, run and validate in small steps</a:t>
            </a:r>
          </a:p>
        </p:txBody>
      </p:sp>
      <p:sp>
        <p:nvSpPr>
          <p:cNvPr id="4" name="">
            <a:extLst xmlns:a="http://schemas.openxmlformats.org/drawingml/2006/main">
              <a:ext uri="{FF2B5EF4-FFF2-40B4-BE49-F238E27FC236}">
                <a16:creationId xmlns:a16="http://schemas.microsoft.com/office/drawing/2014/main" id="{967DFBD8-7C57-4677-9C1B-151BDDB2B4E4}"/>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806FDC-5BED-49F1-A942-4F00CF4A2092}"/>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783666C-43AC-49F1-9D69-ADA42B945952}"/>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13</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7d0028be74a430c"/>
          <a:stretch xmlns:a="http://schemas.openxmlformats.org/drawingml/2006/main"/>
        </p:blipFill>
        <p:spPr>
          <a:xfrm xmlns:a="http://schemas.openxmlformats.org/drawingml/2006/main">
            <a:off x="666750" y="1930101"/>
            <a:ext cx="10858500" cy="616548"/>
          </a:xfrm>
          <a:prstGeom xmlns:a="http://schemas.openxmlformats.org/drawingml/2006/main" prst="roundRect">
            <a:avLst>
              <a:gd name="adj" fmla="val 10000"/>
            </a:avLst>
          </a:prstGeom>
        </p:spPr>
      </p:pic>
      <p:sp>
        <p:nvSpPr>
          <p:cNvPr id="8" name="">
            <a:extLst xmlns:a="http://schemas.openxmlformats.org/drawingml/2006/main">
              <a:ext uri="{FF2B5EF4-FFF2-40B4-BE49-F238E27FC236}">
                <a16:creationId xmlns:a16="http://schemas.microsoft.com/office/drawing/2014/main" id="{E362D22F-7946-4A46-886E-5030CE023CC9}"/>
              </a:ext>
            </a:extLst>
          </p:cNvPr>
          <p:cNvSpPr>
            <a:spLocks xmlns:a="http://schemas.openxmlformats.org/drawingml/2006/main" noGrp="1"/>
          </p:cNvSpPr>
          <p:nvPr/>
        </p:nvSpPr>
        <p:spPr>
          <a:xfrm xmlns:a="http://schemas.openxmlformats.org/drawingml/2006/main">
            <a:off x="714375" y="3333750"/>
            <a:ext cx="2381250" cy="1524000"/>
          </a:xfrm>
          <a:prstGeom xmlns:a="http://schemas.openxmlformats.org/drawingml/2006/main" prst="roundRect">
            <a:avLst>
              <a:gd name="adj" fmla="val 5000"/>
            </a:avLst>
          </a:prstGeom>
          <a:solidFill xmlns:a="http://schemas.openxmlformats.org/drawingml/2006/main">
            <a:srgbClr val="F3F7FA"/>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CE3C158E-F40D-4B0E-9291-844209E29A83}"/>
              </a:ext>
            </a:extLst>
          </p:cNvPr>
          <p:cNvSpPr>
            <a:spLocks xmlns:a="http://schemas.openxmlformats.org/drawingml/2006/main" noGrp="1"/>
          </p:cNvSpPr>
          <p:nvPr/>
        </p:nvSpPr>
        <p:spPr>
          <a:xfrm xmlns:a="http://schemas.openxmlformats.org/drawingml/2006/main">
            <a:off x="714375" y="3333750"/>
            <a:ext cx="76200" cy="15240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BF8823-66CA-4853-B6D7-C376BCE6C5A1}"/>
              </a:ext>
            </a:extLst>
          </p:cNvPr>
          <p:cNvSpPr>
            <a:spLocks xmlns:a="http://schemas.openxmlformats.org/drawingml/2006/main" noGrp="1"/>
          </p:cNvSpPr>
          <p:nvPr/>
        </p:nvSpPr>
        <p:spPr>
          <a:xfrm xmlns:a="http://schemas.openxmlformats.org/drawingml/2006/main">
            <a:off x="942975" y="34861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1  Create</a:t>
            </a:r>
          </a:p>
        </p:txBody>
      </p:sp>
      <p:sp>
        <p:nvSpPr>
          <p:cNvPr id="11" name="">
            <a:extLst xmlns:a="http://schemas.openxmlformats.org/drawingml/2006/main">
              <a:ext uri="{FF2B5EF4-FFF2-40B4-BE49-F238E27FC236}">
                <a16:creationId xmlns:a16="http://schemas.microsoft.com/office/drawing/2014/main" id="{DA8DE81A-CAD6-4AFF-B379-2C913AD052F3}"/>
              </a:ext>
            </a:extLst>
          </p:cNvPr>
          <p:cNvSpPr>
            <a:spLocks xmlns:a="http://schemas.openxmlformats.org/drawingml/2006/main" noGrp="1"/>
          </p:cNvSpPr>
          <p:nvPr/>
        </p:nvSpPr>
        <p:spPr>
          <a:xfrm xmlns:a="http://schemas.openxmlformats.org/drawingml/2006/main">
            <a:off x="942975" y="3829050"/>
            <a:ext cx="1962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New → Notebook</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Name by purpose</a:t>
            </a:r>
          </a:p>
        </p:txBody>
      </p:sp>
      <p:sp>
        <p:nvSpPr>
          <p:cNvPr id="12" name="">
            <a:extLst xmlns:a="http://schemas.openxmlformats.org/drawingml/2006/main">
              <a:ext uri="{FF2B5EF4-FFF2-40B4-BE49-F238E27FC236}">
                <a16:creationId xmlns:a16="http://schemas.microsoft.com/office/drawing/2014/main" id="{E5F76AFF-5585-4A9C-B25C-C9E05435AA09}"/>
              </a:ext>
            </a:extLst>
          </p:cNvPr>
          <p:cNvSpPr>
            <a:spLocks xmlns:a="http://schemas.openxmlformats.org/drawingml/2006/main" noGrp="1"/>
          </p:cNvSpPr>
          <p:nvPr/>
        </p:nvSpPr>
        <p:spPr>
          <a:xfrm xmlns:a="http://schemas.openxmlformats.org/drawingml/2006/main">
            <a:off x="3476625" y="3333750"/>
            <a:ext cx="2381250" cy="1524000"/>
          </a:xfrm>
          <a:prstGeom xmlns:a="http://schemas.openxmlformats.org/drawingml/2006/main" prst="roundRect">
            <a:avLst>
              <a:gd name="adj" fmla="val 5000"/>
            </a:avLst>
          </a:prstGeom>
          <a:solidFill xmlns:a="http://schemas.openxmlformats.org/drawingml/2006/main">
            <a:srgbClr val="F3F7FA"/>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3013FC28-7ACE-4E7D-8C1C-9E81DF50553F}"/>
              </a:ext>
            </a:extLst>
          </p:cNvPr>
          <p:cNvSpPr>
            <a:spLocks xmlns:a="http://schemas.openxmlformats.org/drawingml/2006/main" noGrp="1"/>
          </p:cNvSpPr>
          <p:nvPr/>
        </p:nvSpPr>
        <p:spPr>
          <a:xfrm xmlns:a="http://schemas.openxmlformats.org/drawingml/2006/main">
            <a:off x="3476625" y="3333750"/>
            <a:ext cx="76200" cy="15240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90670BA-E3A7-475E-9E68-9BBD28379773}"/>
              </a:ext>
            </a:extLst>
          </p:cNvPr>
          <p:cNvSpPr>
            <a:spLocks xmlns:a="http://schemas.openxmlformats.org/drawingml/2006/main" noGrp="1"/>
          </p:cNvSpPr>
          <p:nvPr/>
        </p:nvSpPr>
        <p:spPr>
          <a:xfrm xmlns:a="http://schemas.openxmlformats.org/drawingml/2006/main">
            <a:off x="3705225" y="34861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2  Connect</a:t>
            </a:r>
          </a:p>
        </p:txBody>
      </p:sp>
      <p:sp>
        <p:nvSpPr>
          <p:cNvPr id="15" name="">
            <a:extLst xmlns:a="http://schemas.openxmlformats.org/drawingml/2006/main">
              <a:ext uri="{FF2B5EF4-FFF2-40B4-BE49-F238E27FC236}">
                <a16:creationId xmlns:a16="http://schemas.microsoft.com/office/drawing/2014/main" id="{22568F73-1F04-4D15-B863-8DFA79C2F4D8}"/>
              </a:ext>
            </a:extLst>
          </p:cNvPr>
          <p:cNvSpPr>
            <a:spLocks xmlns:a="http://schemas.openxmlformats.org/drawingml/2006/main" noGrp="1"/>
          </p:cNvSpPr>
          <p:nvPr/>
        </p:nvSpPr>
        <p:spPr>
          <a:xfrm xmlns:a="http://schemas.openxmlformats.org/drawingml/2006/main">
            <a:off x="3705225" y="3829050"/>
            <a:ext cx="1962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permitted</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serverless or classic compute</a:t>
            </a:r>
          </a:p>
        </p:txBody>
      </p:sp>
      <p:sp>
        <p:nvSpPr>
          <p:cNvPr id="16" name="">
            <a:extLst xmlns:a="http://schemas.openxmlformats.org/drawingml/2006/main">
              <a:ext uri="{FF2B5EF4-FFF2-40B4-BE49-F238E27FC236}">
                <a16:creationId xmlns:a16="http://schemas.microsoft.com/office/drawing/2014/main" id="{38D56DD4-1053-4CD9-8EB1-D369C07A1E01}"/>
              </a:ext>
            </a:extLst>
          </p:cNvPr>
          <p:cNvSpPr>
            <a:spLocks xmlns:a="http://schemas.openxmlformats.org/drawingml/2006/main" noGrp="1"/>
          </p:cNvSpPr>
          <p:nvPr/>
        </p:nvSpPr>
        <p:spPr>
          <a:xfrm xmlns:a="http://schemas.openxmlformats.org/drawingml/2006/main">
            <a:off x="6238875" y="3333750"/>
            <a:ext cx="2381250" cy="1524000"/>
          </a:xfrm>
          <a:prstGeom xmlns:a="http://schemas.openxmlformats.org/drawingml/2006/main" prst="roundRect">
            <a:avLst>
              <a:gd name="adj" fmla="val 5000"/>
            </a:avLst>
          </a:prstGeom>
          <a:solidFill xmlns:a="http://schemas.openxmlformats.org/drawingml/2006/main">
            <a:srgbClr val="F3F7FA"/>
          </a:solidFill>
          <a:ln xmlns:a="http://schemas.openxmlformats.org/drawingml/2006/main" w="9525">
            <a:solidFill>
              <a:srgbClr val="D9E1E8"/>
            </a:solidFill>
          </a:ln>
        </p:spPr>
      </p:sp>
      <p:sp>
        <p:nvSpPr>
          <p:cNvPr id="17" name="">
            <a:extLst xmlns:a="http://schemas.openxmlformats.org/drawingml/2006/main">
              <a:ext uri="{FF2B5EF4-FFF2-40B4-BE49-F238E27FC236}">
                <a16:creationId xmlns:a16="http://schemas.microsoft.com/office/drawing/2014/main" id="{38508D72-4B96-452F-A823-2F849E8F5E29}"/>
              </a:ext>
            </a:extLst>
          </p:cNvPr>
          <p:cNvSpPr>
            <a:spLocks xmlns:a="http://schemas.openxmlformats.org/drawingml/2006/main" noGrp="1"/>
          </p:cNvSpPr>
          <p:nvPr/>
        </p:nvSpPr>
        <p:spPr>
          <a:xfrm xmlns:a="http://schemas.openxmlformats.org/drawingml/2006/main">
            <a:off x="6238875" y="3333750"/>
            <a:ext cx="76200" cy="15240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05580B-570E-4517-A2A8-95FD8AFDC552}"/>
              </a:ext>
            </a:extLst>
          </p:cNvPr>
          <p:cNvSpPr>
            <a:spLocks xmlns:a="http://schemas.openxmlformats.org/drawingml/2006/main" noGrp="1"/>
          </p:cNvSpPr>
          <p:nvPr/>
        </p:nvSpPr>
        <p:spPr>
          <a:xfrm xmlns:a="http://schemas.openxmlformats.org/drawingml/2006/main">
            <a:off x="6467475" y="34861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3  Run</a:t>
            </a:r>
          </a:p>
        </p:txBody>
      </p:sp>
      <p:sp>
        <p:nvSpPr>
          <p:cNvPr id="19" name="">
            <a:extLst xmlns:a="http://schemas.openxmlformats.org/drawingml/2006/main">
              <a:ext uri="{FF2B5EF4-FFF2-40B4-BE49-F238E27FC236}">
                <a16:creationId xmlns:a16="http://schemas.microsoft.com/office/drawing/2014/main" id="{C56632C0-9D01-41CB-873B-ED6742DE54B8}"/>
              </a:ext>
            </a:extLst>
          </p:cNvPr>
          <p:cNvSpPr>
            <a:spLocks xmlns:a="http://schemas.openxmlformats.org/drawingml/2006/main" noGrp="1"/>
          </p:cNvSpPr>
          <p:nvPr/>
        </p:nvSpPr>
        <p:spPr>
          <a:xfrm xmlns:a="http://schemas.openxmlformats.org/drawingml/2006/main">
            <a:off x="6467475" y="3829050"/>
            <a:ext cx="1962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Execute one safe cell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then Run all</a:t>
            </a:r>
          </a:p>
        </p:txBody>
      </p:sp>
      <p:sp>
        <p:nvSpPr>
          <p:cNvPr id="20" name="">
            <a:extLst xmlns:a="http://schemas.openxmlformats.org/drawingml/2006/main">
              <a:ext uri="{FF2B5EF4-FFF2-40B4-BE49-F238E27FC236}">
                <a16:creationId xmlns:a16="http://schemas.microsoft.com/office/drawing/2014/main" id="{70351EF4-DF49-4A19-9861-85A5F6DA1867}"/>
              </a:ext>
            </a:extLst>
          </p:cNvPr>
          <p:cNvSpPr>
            <a:spLocks xmlns:a="http://schemas.openxmlformats.org/drawingml/2006/main" noGrp="1"/>
          </p:cNvSpPr>
          <p:nvPr/>
        </p:nvSpPr>
        <p:spPr>
          <a:xfrm xmlns:a="http://schemas.openxmlformats.org/drawingml/2006/main">
            <a:off x="9001125" y="3333750"/>
            <a:ext cx="2381250" cy="1524000"/>
          </a:xfrm>
          <a:prstGeom xmlns:a="http://schemas.openxmlformats.org/drawingml/2006/main" prst="roundRect">
            <a:avLst>
              <a:gd name="adj" fmla="val 5000"/>
            </a:avLst>
          </a:prstGeom>
          <a:solidFill xmlns:a="http://schemas.openxmlformats.org/drawingml/2006/main">
            <a:srgbClr val="F3F7FA"/>
          </a:solidFill>
          <a:ln xmlns:a="http://schemas.openxmlformats.org/drawingml/2006/main" w="9525">
            <a:solidFill>
              <a:srgbClr val="D9E1E8"/>
            </a:solidFill>
          </a:ln>
        </p:spPr>
      </p:sp>
      <p:sp>
        <p:nvSpPr>
          <p:cNvPr id="21" name="">
            <a:extLst xmlns:a="http://schemas.openxmlformats.org/drawingml/2006/main">
              <a:ext uri="{FF2B5EF4-FFF2-40B4-BE49-F238E27FC236}">
                <a16:creationId xmlns:a16="http://schemas.microsoft.com/office/drawing/2014/main" id="{DEB72079-769B-4FAA-B702-22C022653B23}"/>
              </a:ext>
            </a:extLst>
          </p:cNvPr>
          <p:cNvSpPr>
            <a:spLocks xmlns:a="http://schemas.openxmlformats.org/drawingml/2006/main" noGrp="1"/>
          </p:cNvSpPr>
          <p:nvPr/>
        </p:nvSpPr>
        <p:spPr>
          <a:xfrm xmlns:a="http://schemas.openxmlformats.org/drawingml/2006/main">
            <a:off x="9001125" y="3333750"/>
            <a:ext cx="76200" cy="15240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EB69B8D-1D6F-4E2A-A9A9-9BEC826E6687}"/>
              </a:ext>
            </a:extLst>
          </p:cNvPr>
          <p:cNvSpPr>
            <a:spLocks xmlns:a="http://schemas.openxmlformats.org/drawingml/2006/main" noGrp="1"/>
          </p:cNvSpPr>
          <p:nvPr/>
        </p:nvSpPr>
        <p:spPr>
          <a:xfrm xmlns:a="http://schemas.openxmlformats.org/drawingml/2006/main">
            <a:off x="9229725" y="34861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4  Validate</a:t>
            </a:r>
          </a:p>
        </p:txBody>
      </p:sp>
      <p:sp>
        <p:nvSpPr>
          <p:cNvPr id="23" name="">
            <a:extLst xmlns:a="http://schemas.openxmlformats.org/drawingml/2006/main">
              <a:ext uri="{FF2B5EF4-FFF2-40B4-BE49-F238E27FC236}">
                <a16:creationId xmlns:a16="http://schemas.microsoft.com/office/drawing/2014/main" id="{411B7279-BC42-4CC0-8FE1-6F78614A7105}"/>
              </a:ext>
            </a:extLst>
          </p:cNvPr>
          <p:cNvSpPr>
            <a:spLocks xmlns:a="http://schemas.openxmlformats.org/drawingml/2006/main" noGrp="1"/>
          </p:cNvSpPr>
          <p:nvPr/>
        </p:nvSpPr>
        <p:spPr>
          <a:xfrm xmlns:a="http://schemas.openxmlformats.org/drawingml/2006/main">
            <a:off x="9229725" y="3829050"/>
            <a:ext cx="1962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Inspect schema</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rows and errors</a:t>
            </a:r>
          </a:p>
        </p:txBody>
      </p:sp>
    </p:spTree>
    <p:extLst>
      <p:ext uri="{BB962C8B-B14F-4D97-AF65-F5344CB8AC3E}">
        <p14:creationId xmlns:p14="http://schemas.microsoft.com/office/powerpoint/2010/main" val="3718410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8220CB7-F938-4384-9280-FA3D6C5B7A4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306495-99FD-4633-9539-969F2EDE79BD}"/>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Notebook languages and cell design</a:t>
            </a:r>
          </a:p>
        </p:txBody>
      </p:sp>
      <p:sp>
        <p:nvSpPr>
          <p:cNvPr id="3" name="">
            <a:extLst xmlns:a="http://schemas.openxmlformats.org/drawingml/2006/main">
              <a:ext uri="{FF2B5EF4-FFF2-40B4-BE49-F238E27FC236}">
                <a16:creationId xmlns:a16="http://schemas.microsoft.com/office/drawing/2014/main" id="{4816E98A-5903-4196-ACEF-96628BB39B04}"/>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Keep setup, transformation, validation and publishing separate</a:t>
            </a:r>
          </a:p>
        </p:txBody>
      </p:sp>
      <p:sp>
        <p:nvSpPr>
          <p:cNvPr id="4" name="">
            <a:extLst xmlns:a="http://schemas.openxmlformats.org/drawingml/2006/main">
              <a:ext uri="{FF2B5EF4-FFF2-40B4-BE49-F238E27FC236}">
                <a16:creationId xmlns:a16="http://schemas.microsoft.com/office/drawing/2014/main" id="{A346C927-2AA2-4663-95C5-6611B902213F}"/>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C54F6D-3CA7-40F7-BFB2-065B94E8E67E}"/>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EAAAD1B6-6144-4054-A0F5-D01753BB278C}"/>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14</a:t>
            </a:r>
          </a:p>
        </p:txBody>
      </p:sp>
      <p:sp>
        <p:nvSpPr>
          <p:cNvPr id="7" name="">
            <a:extLst xmlns:a="http://schemas.openxmlformats.org/drawingml/2006/main">
              <a:ext uri="{FF2B5EF4-FFF2-40B4-BE49-F238E27FC236}">
                <a16:creationId xmlns:a16="http://schemas.microsoft.com/office/drawing/2014/main" id="{C6881D16-B49A-4705-90B7-F4AD348272DD}"/>
              </a:ext>
            </a:extLst>
          </p:cNvPr>
          <p:cNvSpPr>
            <a:spLocks xmlns:a="http://schemas.openxmlformats.org/drawingml/2006/main" noGrp="1"/>
          </p:cNvSpPr>
          <p:nvPr/>
        </p:nvSpPr>
        <p:spPr>
          <a:xfrm xmlns:a="http://schemas.openxmlformats.org/drawingml/2006/main">
            <a:off x="714375" y="1714500"/>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8582136C-0B60-4816-9DA2-9FB0CA12C95E}"/>
              </a:ext>
            </a:extLst>
          </p:cNvPr>
          <p:cNvSpPr>
            <a:spLocks xmlns:a="http://schemas.openxmlformats.org/drawingml/2006/main" noGrp="1"/>
          </p:cNvSpPr>
          <p:nvPr/>
        </p:nvSpPr>
        <p:spPr>
          <a:xfrm xmlns:a="http://schemas.openxmlformats.org/drawingml/2006/main">
            <a:off x="714375" y="1943100"/>
            <a:ext cx="5048250" cy="1485900"/>
          </a:xfrm>
          <a:prstGeom xmlns:a="http://schemas.openxmlformats.org/drawingml/2006/main" prst="roundRect">
            <a:avLst>
              <a:gd name="adj" fmla="val 5128"/>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85021E9C-37B6-4CD3-9CE8-491FFEC6243B}"/>
              </a:ext>
            </a:extLst>
          </p:cNvPr>
          <p:cNvSpPr>
            <a:spLocks xmlns:a="http://schemas.openxmlformats.org/drawingml/2006/main" noGrp="1"/>
          </p:cNvSpPr>
          <p:nvPr/>
        </p:nvSpPr>
        <p:spPr>
          <a:xfrm xmlns:a="http://schemas.openxmlformats.org/drawingml/2006/main">
            <a:off x="885825" y="2038350"/>
            <a:ext cx="47053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pyspark.sql import functions as F</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orders_df = spark.createDataFrame(data, schema)</a:t>
            </a:r>
          </a:p>
        </p:txBody>
      </p:sp>
      <p:sp>
        <p:nvSpPr>
          <p:cNvPr id="10" name="">
            <a:extLst xmlns:a="http://schemas.openxmlformats.org/drawingml/2006/main">
              <a:ext uri="{FF2B5EF4-FFF2-40B4-BE49-F238E27FC236}">
                <a16:creationId xmlns:a16="http://schemas.microsoft.com/office/drawing/2014/main" id="{85156944-69FE-4A48-8472-7E6E276A7FD8}"/>
              </a:ext>
            </a:extLst>
          </p:cNvPr>
          <p:cNvSpPr>
            <a:spLocks xmlns:a="http://schemas.openxmlformats.org/drawingml/2006/main" noGrp="1"/>
          </p:cNvSpPr>
          <p:nvPr/>
        </p:nvSpPr>
        <p:spPr>
          <a:xfrm xmlns:a="http://schemas.openxmlformats.org/drawingml/2006/main">
            <a:off x="6429375" y="1714500"/>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SQL</a:t>
            </a:r>
          </a:p>
        </p:txBody>
      </p:sp>
      <p:sp>
        <p:nvSpPr>
          <p:cNvPr id="11" name="">
            <a:extLst xmlns:a="http://schemas.openxmlformats.org/drawingml/2006/main">
              <a:ext uri="{FF2B5EF4-FFF2-40B4-BE49-F238E27FC236}">
                <a16:creationId xmlns:a16="http://schemas.microsoft.com/office/drawing/2014/main" id="{55A9AB56-B376-4556-996D-C28E555EA593}"/>
              </a:ext>
            </a:extLst>
          </p:cNvPr>
          <p:cNvSpPr>
            <a:spLocks xmlns:a="http://schemas.openxmlformats.org/drawingml/2006/main" noGrp="1"/>
          </p:cNvSpPr>
          <p:nvPr/>
        </p:nvSpPr>
        <p:spPr>
          <a:xfrm xmlns:a="http://schemas.openxmlformats.org/drawingml/2006/main">
            <a:off x="6429375" y="1943100"/>
            <a:ext cx="5048250" cy="1485900"/>
          </a:xfrm>
          <a:prstGeom xmlns:a="http://schemas.openxmlformats.org/drawingml/2006/main" prst="roundRect">
            <a:avLst>
              <a:gd name="adj" fmla="val 5128"/>
            </a:avLst>
          </a:prstGeom>
          <a:solidFill xmlns:a="http://schemas.openxmlformats.org/drawingml/2006/main">
            <a:srgbClr val="EEF2F6"/>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C630DB80-7736-4F94-95D7-5BC818E7E90A}"/>
              </a:ext>
            </a:extLst>
          </p:cNvPr>
          <p:cNvSpPr>
            <a:spLocks xmlns:a="http://schemas.openxmlformats.org/drawingml/2006/main" noGrp="1"/>
          </p:cNvSpPr>
          <p:nvPr/>
        </p:nvSpPr>
        <p:spPr>
          <a:xfrm xmlns:a="http://schemas.openxmlformats.org/drawingml/2006/main">
            <a:off x="6600825" y="2038350"/>
            <a:ext cx="47053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product, SUM(order_total)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orders_work</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GROUP BY product</a:t>
            </a:r>
          </a:p>
        </p:txBody>
      </p:sp>
      <p:sp>
        <p:nvSpPr>
          <p:cNvPr id="13" name="">
            <a:extLst xmlns:a="http://schemas.openxmlformats.org/drawingml/2006/main">
              <a:ext uri="{FF2B5EF4-FFF2-40B4-BE49-F238E27FC236}">
                <a16:creationId xmlns:a16="http://schemas.microsoft.com/office/drawing/2014/main" id="{25083563-4A5D-4027-9997-F089AD960E98}"/>
              </a:ext>
            </a:extLst>
          </p:cNvPr>
          <p:cNvSpPr>
            <a:spLocks xmlns:a="http://schemas.openxmlformats.org/drawingml/2006/main" noGrp="1"/>
          </p:cNvSpPr>
          <p:nvPr/>
        </p:nvSpPr>
        <p:spPr>
          <a:xfrm xmlns:a="http://schemas.openxmlformats.org/drawingml/2006/main">
            <a:off x="714375" y="3905250"/>
            <a:ext cx="3333750" cy="1143000"/>
          </a:xfrm>
          <a:prstGeom xmlns:a="http://schemas.openxmlformats.org/drawingml/2006/main" prst="roundRect">
            <a:avLst>
              <a:gd name="adj" fmla="val 6667"/>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AAA232D6-8AFA-46BB-8007-237C4C7A997A}"/>
              </a:ext>
            </a:extLst>
          </p:cNvPr>
          <p:cNvSpPr>
            <a:spLocks xmlns:a="http://schemas.openxmlformats.org/drawingml/2006/main" noGrp="1"/>
          </p:cNvSpPr>
          <p:nvPr/>
        </p:nvSpPr>
        <p:spPr>
          <a:xfrm xmlns:a="http://schemas.openxmlformats.org/drawingml/2006/main">
            <a:off x="714375" y="3905250"/>
            <a:ext cx="76200" cy="11430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30F599-DB1C-4FEB-B646-E19518842DD4}"/>
              </a:ext>
            </a:extLst>
          </p:cNvPr>
          <p:cNvSpPr>
            <a:spLocks xmlns:a="http://schemas.openxmlformats.org/drawingml/2006/main" noGrp="1"/>
          </p:cNvSpPr>
          <p:nvPr/>
        </p:nvSpPr>
        <p:spPr>
          <a:xfrm xmlns:a="http://schemas.openxmlformats.org/drawingml/2006/main">
            <a:off x="942975" y="4057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Setup</a:t>
            </a:r>
          </a:p>
        </p:txBody>
      </p:sp>
      <p:sp>
        <p:nvSpPr>
          <p:cNvPr id="16" name="">
            <a:extLst xmlns:a="http://schemas.openxmlformats.org/drawingml/2006/main">
              <a:ext uri="{FF2B5EF4-FFF2-40B4-BE49-F238E27FC236}">
                <a16:creationId xmlns:a16="http://schemas.microsoft.com/office/drawing/2014/main" id="{542E0131-2722-44A9-B42D-10563939E99A}"/>
              </a:ext>
            </a:extLst>
          </p:cNvPr>
          <p:cNvSpPr>
            <a:spLocks xmlns:a="http://schemas.openxmlformats.org/drawingml/2006/main" noGrp="1"/>
          </p:cNvSpPr>
          <p:nvPr/>
        </p:nvSpPr>
        <p:spPr>
          <a:xfrm xmlns:a="http://schemas.openxmlformats.org/drawingml/2006/main">
            <a:off x="942975" y="4400550"/>
            <a:ext cx="2914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Imports, parameters and source paths</a:t>
            </a:r>
          </a:p>
        </p:txBody>
      </p:sp>
      <p:sp>
        <p:nvSpPr>
          <p:cNvPr id="17" name="">
            <a:extLst xmlns:a="http://schemas.openxmlformats.org/drawingml/2006/main">
              <a:ext uri="{FF2B5EF4-FFF2-40B4-BE49-F238E27FC236}">
                <a16:creationId xmlns:a16="http://schemas.microsoft.com/office/drawing/2014/main" id="{145B0886-7279-4E3D-86E7-FA889232E6F6}"/>
              </a:ext>
            </a:extLst>
          </p:cNvPr>
          <p:cNvSpPr>
            <a:spLocks xmlns:a="http://schemas.openxmlformats.org/drawingml/2006/main" noGrp="1"/>
          </p:cNvSpPr>
          <p:nvPr/>
        </p:nvSpPr>
        <p:spPr>
          <a:xfrm xmlns:a="http://schemas.openxmlformats.org/drawingml/2006/main">
            <a:off x="4429125" y="3905250"/>
            <a:ext cx="3333750" cy="1143000"/>
          </a:xfrm>
          <a:prstGeom xmlns:a="http://schemas.openxmlformats.org/drawingml/2006/main" prst="roundRect">
            <a:avLst>
              <a:gd name="adj" fmla="val 6667"/>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D3CF0D0C-6979-492F-AE00-DBDA74766DD5}"/>
              </a:ext>
            </a:extLst>
          </p:cNvPr>
          <p:cNvSpPr>
            <a:spLocks xmlns:a="http://schemas.openxmlformats.org/drawingml/2006/main" noGrp="1"/>
          </p:cNvSpPr>
          <p:nvPr/>
        </p:nvSpPr>
        <p:spPr>
          <a:xfrm xmlns:a="http://schemas.openxmlformats.org/drawingml/2006/main">
            <a:off x="4429125" y="3905250"/>
            <a:ext cx="76200" cy="11430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89DC94A-C13C-4CCA-8CDA-F501479F6A42}"/>
              </a:ext>
            </a:extLst>
          </p:cNvPr>
          <p:cNvSpPr>
            <a:spLocks xmlns:a="http://schemas.openxmlformats.org/drawingml/2006/main" noGrp="1"/>
          </p:cNvSpPr>
          <p:nvPr/>
        </p:nvSpPr>
        <p:spPr>
          <a:xfrm xmlns:a="http://schemas.openxmlformats.org/drawingml/2006/main">
            <a:off x="4657725" y="4057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Transform</a:t>
            </a:r>
          </a:p>
        </p:txBody>
      </p:sp>
      <p:sp>
        <p:nvSpPr>
          <p:cNvPr id="20" name="">
            <a:extLst xmlns:a="http://schemas.openxmlformats.org/drawingml/2006/main">
              <a:ext uri="{FF2B5EF4-FFF2-40B4-BE49-F238E27FC236}">
                <a16:creationId xmlns:a16="http://schemas.microsoft.com/office/drawing/2014/main" id="{2ED3A4E5-6426-46B9-9D69-A3FA1E7ECA76}"/>
              </a:ext>
            </a:extLst>
          </p:cNvPr>
          <p:cNvSpPr>
            <a:spLocks xmlns:a="http://schemas.openxmlformats.org/drawingml/2006/main" noGrp="1"/>
          </p:cNvSpPr>
          <p:nvPr/>
        </p:nvSpPr>
        <p:spPr>
          <a:xfrm xmlns:a="http://schemas.openxmlformats.org/drawingml/2006/main">
            <a:off x="4657725" y="4400550"/>
            <a:ext cx="2914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Clean, derive and aggregate</a:t>
            </a:r>
          </a:p>
        </p:txBody>
      </p:sp>
      <p:sp>
        <p:nvSpPr>
          <p:cNvPr id="21" name="">
            <a:extLst xmlns:a="http://schemas.openxmlformats.org/drawingml/2006/main">
              <a:ext uri="{FF2B5EF4-FFF2-40B4-BE49-F238E27FC236}">
                <a16:creationId xmlns:a16="http://schemas.microsoft.com/office/drawing/2014/main" id="{A7203CD6-72B0-494F-821B-B63C0D1FA747}"/>
              </a:ext>
            </a:extLst>
          </p:cNvPr>
          <p:cNvSpPr>
            <a:spLocks xmlns:a="http://schemas.openxmlformats.org/drawingml/2006/main" noGrp="1"/>
          </p:cNvSpPr>
          <p:nvPr/>
        </p:nvSpPr>
        <p:spPr>
          <a:xfrm xmlns:a="http://schemas.openxmlformats.org/drawingml/2006/main">
            <a:off x="8143875" y="3905250"/>
            <a:ext cx="3333750" cy="1143000"/>
          </a:xfrm>
          <a:prstGeom xmlns:a="http://schemas.openxmlformats.org/drawingml/2006/main" prst="roundRect">
            <a:avLst>
              <a:gd name="adj" fmla="val 6667"/>
            </a:avLst>
          </a:prstGeom>
          <a:solidFill xmlns:a="http://schemas.openxmlformats.org/drawingml/2006/main">
            <a:srgbClr val="F3F7FA"/>
          </a:solidFill>
          <a:ln xmlns:a="http://schemas.openxmlformats.org/drawingml/2006/main" w="9525">
            <a:solidFill>
              <a:srgbClr val="D9E1E8"/>
            </a:solidFill>
          </a:ln>
        </p:spPr>
      </p:sp>
      <p:sp>
        <p:nvSpPr>
          <p:cNvPr id="22" name="">
            <a:extLst xmlns:a="http://schemas.openxmlformats.org/drawingml/2006/main">
              <a:ext uri="{FF2B5EF4-FFF2-40B4-BE49-F238E27FC236}">
                <a16:creationId xmlns:a16="http://schemas.microsoft.com/office/drawing/2014/main" id="{D340D9CB-7D67-4AE6-861D-4E7B3FB07BD4}"/>
              </a:ext>
            </a:extLst>
          </p:cNvPr>
          <p:cNvSpPr>
            <a:spLocks xmlns:a="http://schemas.openxmlformats.org/drawingml/2006/main" noGrp="1"/>
          </p:cNvSpPr>
          <p:nvPr/>
        </p:nvSpPr>
        <p:spPr>
          <a:xfrm xmlns:a="http://schemas.openxmlformats.org/drawingml/2006/main">
            <a:off x="8143875" y="3905250"/>
            <a:ext cx="76200" cy="11430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C599A7-7463-4146-B050-D824A38F6587}"/>
              </a:ext>
            </a:extLst>
          </p:cNvPr>
          <p:cNvSpPr>
            <a:spLocks xmlns:a="http://schemas.openxmlformats.org/drawingml/2006/main" noGrp="1"/>
          </p:cNvSpPr>
          <p:nvPr/>
        </p:nvSpPr>
        <p:spPr>
          <a:xfrm xmlns:a="http://schemas.openxmlformats.org/drawingml/2006/main">
            <a:off x="8372475" y="4057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Publish</a:t>
            </a:r>
          </a:p>
        </p:txBody>
      </p:sp>
      <p:sp>
        <p:nvSpPr>
          <p:cNvPr id="24" name="">
            <a:extLst xmlns:a="http://schemas.openxmlformats.org/drawingml/2006/main">
              <a:ext uri="{FF2B5EF4-FFF2-40B4-BE49-F238E27FC236}">
                <a16:creationId xmlns:a16="http://schemas.microsoft.com/office/drawing/2014/main" id="{663FAB48-C588-43AB-B54E-A3404035EB93}"/>
              </a:ext>
            </a:extLst>
          </p:cNvPr>
          <p:cNvSpPr>
            <a:spLocks xmlns:a="http://schemas.openxmlformats.org/drawingml/2006/main" noGrp="1"/>
          </p:cNvSpPr>
          <p:nvPr/>
        </p:nvSpPr>
        <p:spPr>
          <a:xfrm xmlns:a="http://schemas.openxmlformats.org/drawingml/2006/main">
            <a:off x="8372475" y="4400550"/>
            <a:ext cx="2914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Write, validate and record evidence</a:t>
            </a:r>
          </a:p>
        </p:txBody>
      </p:sp>
    </p:spTree>
    <p:extLst>
      <p:ext uri="{BB962C8B-B14F-4D97-AF65-F5344CB8AC3E}">
        <p14:creationId xmlns:p14="http://schemas.microsoft.com/office/powerpoint/2010/main" val="4847980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B333B24-6AC0-4A25-B9D5-CC1CCCC59E8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A05C0C-80ED-4B0D-8095-E24AC1DE2291}"/>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Choosing classic compute safely</a:t>
            </a:r>
          </a:p>
        </p:txBody>
      </p:sp>
      <p:sp>
        <p:nvSpPr>
          <p:cNvPr id="3" name="">
            <a:extLst xmlns:a="http://schemas.openxmlformats.org/drawingml/2006/main">
              <a:ext uri="{FF2B5EF4-FFF2-40B4-BE49-F238E27FC236}">
                <a16:creationId xmlns:a16="http://schemas.microsoft.com/office/drawing/2014/main" id="{C579278A-3A83-42B2-B073-8BAF74FA9B3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Use the simplest policy-compliant configuration</a:t>
            </a:r>
          </a:p>
        </p:txBody>
      </p:sp>
      <p:sp>
        <p:nvSpPr>
          <p:cNvPr id="4" name="">
            <a:extLst xmlns:a="http://schemas.openxmlformats.org/drawingml/2006/main">
              <a:ext uri="{FF2B5EF4-FFF2-40B4-BE49-F238E27FC236}">
                <a16:creationId xmlns:a16="http://schemas.microsoft.com/office/drawing/2014/main" id="{0D34171E-7C15-4381-9E6B-2B5CDF032825}"/>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C689A1-A468-4BDE-A00F-4E0693900127}"/>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4B775018-635D-459D-9368-9375306A8DCB}"/>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15</a:t>
            </a:r>
          </a:p>
        </p:txBody>
      </p:sp>
      <p:sp>
        <p:nvSpPr>
          <p:cNvPr id="7" name="">
            <a:extLst xmlns:a="http://schemas.openxmlformats.org/drawingml/2006/main">
              <a:ext uri="{FF2B5EF4-FFF2-40B4-BE49-F238E27FC236}">
                <a16:creationId xmlns:a16="http://schemas.microsoft.com/office/drawing/2014/main" id="{AC2A9462-36C5-4E78-B751-EE413F6420BE}"/>
              </a:ext>
            </a:extLst>
          </p:cNvPr>
          <p:cNvSpPr>
            <a:spLocks xmlns:a="http://schemas.openxmlformats.org/drawingml/2006/main" noGrp="1"/>
          </p:cNvSpPr>
          <p:nvPr/>
        </p:nvSpPr>
        <p:spPr>
          <a:xfrm xmlns:a="http://schemas.openxmlformats.org/drawingml/2006/main">
            <a:off x="714375" y="1619250"/>
            <a:ext cx="18097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BE510B-8476-463C-A42C-A6BA91C181D2}"/>
              </a:ext>
            </a:extLst>
          </p:cNvPr>
          <p:cNvSpPr>
            <a:spLocks xmlns:a="http://schemas.openxmlformats.org/drawingml/2006/main" noGrp="1"/>
          </p:cNvSpPr>
          <p:nvPr/>
        </p:nvSpPr>
        <p:spPr>
          <a:xfrm xmlns:a="http://schemas.openxmlformats.org/drawingml/2006/main">
            <a:off x="809625" y="16383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Policy</a:t>
            </a:r>
          </a:p>
        </p:txBody>
      </p:sp>
      <p:sp>
        <p:nvSpPr>
          <p:cNvPr id="9" name="">
            <a:extLst xmlns:a="http://schemas.openxmlformats.org/drawingml/2006/main">
              <a:ext uri="{FF2B5EF4-FFF2-40B4-BE49-F238E27FC236}">
                <a16:creationId xmlns:a16="http://schemas.microsoft.com/office/drawing/2014/main" id="{EF39AA58-F4A2-4ABA-85BA-575EEDB070E3}"/>
              </a:ext>
            </a:extLst>
          </p:cNvPr>
          <p:cNvSpPr>
            <a:spLocks xmlns:a="http://schemas.openxmlformats.org/drawingml/2006/main" noGrp="1"/>
          </p:cNvSpPr>
          <p:nvPr/>
        </p:nvSpPr>
        <p:spPr>
          <a:xfrm xmlns:a="http://schemas.openxmlformats.org/drawingml/2006/main">
            <a:off x="2809875" y="16192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02A"/>
                </a:solidFill>
                <a:latin typeface="Bitstream Charter"/>
                <a:ea typeface="Bitstream Charter"/>
                <a:cs typeface="Bitstream Charter"/>
              </a:defRPr>
            </a:pPr>
            <a:r>
              <a:rPr sz="1500" b="0">
                <a:solidFill>
                  <a:srgbClr val="17202A"/>
                </a:solidFill>
                <a:latin typeface="Bitstream Charter"/>
                <a:ea typeface="Bitstream Charter"/>
                <a:cs typeface="Bitstream Charter"/>
              </a:rPr>
              <a:t>Trainer-approved limits</a:t>
            </a:r>
          </a:p>
        </p:txBody>
      </p:sp>
      <p:sp>
        <p:nvSpPr>
          <p:cNvPr id="10" name="">
            <a:extLst xmlns:a="http://schemas.openxmlformats.org/drawingml/2006/main">
              <a:ext uri="{FF2B5EF4-FFF2-40B4-BE49-F238E27FC236}">
                <a16:creationId xmlns:a16="http://schemas.microsoft.com/office/drawing/2014/main" id="{CC110FBD-059A-445F-B8B3-3E60C7D4148B}"/>
              </a:ext>
            </a:extLst>
          </p:cNvPr>
          <p:cNvSpPr>
            <a:spLocks xmlns:a="http://schemas.openxmlformats.org/drawingml/2006/main" noGrp="1"/>
          </p:cNvSpPr>
          <p:nvPr/>
        </p:nvSpPr>
        <p:spPr>
          <a:xfrm xmlns:a="http://schemas.openxmlformats.org/drawingml/2006/main">
            <a:off x="714375" y="2362200"/>
            <a:ext cx="18097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2D57E4B-1B53-4577-A6AB-3D7B662E8569}"/>
              </a:ext>
            </a:extLst>
          </p:cNvPr>
          <p:cNvSpPr>
            <a:spLocks xmlns:a="http://schemas.openxmlformats.org/drawingml/2006/main" noGrp="1"/>
          </p:cNvSpPr>
          <p:nvPr/>
        </p:nvSpPr>
        <p:spPr>
          <a:xfrm xmlns:a="http://schemas.openxmlformats.org/drawingml/2006/main">
            <a:off x="809625" y="23812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Runtime</a:t>
            </a:r>
          </a:p>
        </p:txBody>
      </p:sp>
      <p:sp>
        <p:nvSpPr>
          <p:cNvPr id="12" name="">
            <a:extLst xmlns:a="http://schemas.openxmlformats.org/drawingml/2006/main">
              <a:ext uri="{FF2B5EF4-FFF2-40B4-BE49-F238E27FC236}">
                <a16:creationId xmlns:a16="http://schemas.microsoft.com/office/drawing/2014/main" id="{5D23A02A-FD4F-43B0-BFC8-C4C880A4A52A}"/>
              </a:ext>
            </a:extLst>
          </p:cNvPr>
          <p:cNvSpPr>
            <a:spLocks xmlns:a="http://schemas.openxmlformats.org/drawingml/2006/main" noGrp="1"/>
          </p:cNvSpPr>
          <p:nvPr/>
        </p:nvSpPr>
        <p:spPr>
          <a:xfrm xmlns:a="http://schemas.openxmlformats.org/drawingml/2006/main">
            <a:off x="2809875" y="23622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02A"/>
                </a:solidFill>
                <a:latin typeface="Bitstream Charter"/>
                <a:ea typeface="Bitstream Charter"/>
                <a:cs typeface="Bitstream Charter"/>
              </a:defRPr>
            </a:pPr>
            <a:r>
              <a:rPr sz="1500" b="0">
                <a:solidFill>
                  <a:srgbClr val="17202A"/>
                </a:solidFill>
                <a:latin typeface="Bitstream Charter"/>
                <a:ea typeface="Bitstream Charter"/>
                <a:cs typeface="Bitstream Charter"/>
              </a:rPr>
              <a:t>Current supported or approved LTS</a:t>
            </a:r>
          </a:p>
        </p:txBody>
      </p:sp>
      <p:sp>
        <p:nvSpPr>
          <p:cNvPr id="13" name="">
            <a:extLst xmlns:a="http://schemas.openxmlformats.org/drawingml/2006/main">
              <a:ext uri="{FF2B5EF4-FFF2-40B4-BE49-F238E27FC236}">
                <a16:creationId xmlns:a16="http://schemas.microsoft.com/office/drawing/2014/main" id="{CB68685C-F344-447D-B536-519A139B6518}"/>
              </a:ext>
            </a:extLst>
          </p:cNvPr>
          <p:cNvSpPr>
            <a:spLocks xmlns:a="http://schemas.openxmlformats.org/drawingml/2006/main" noGrp="1"/>
          </p:cNvSpPr>
          <p:nvPr/>
        </p:nvSpPr>
        <p:spPr>
          <a:xfrm xmlns:a="http://schemas.openxmlformats.org/drawingml/2006/main">
            <a:off x="714375" y="3105150"/>
            <a:ext cx="18097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6A325D3-232A-4418-B78B-C250B566B43E}"/>
              </a:ext>
            </a:extLst>
          </p:cNvPr>
          <p:cNvSpPr>
            <a:spLocks xmlns:a="http://schemas.openxmlformats.org/drawingml/2006/main" noGrp="1"/>
          </p:cNvSpPr>
          <p:nvPr/>
        </p:nvSpPr>
        <p:spPr>
          <a:xfrm xmlns:a="http://schemas.openxmlformats.org/drawingml/2006/main">
            <a:off x="809625" y="31242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Access mode</a:t>
            </a:r>
          </a:p>
        </p:txBody>
      </p:sp>
      <p:sp>
        <p:nvSpPr>
          <p:cNvPr id="15" name="">
            <a:extLst xmlns:a="http://schemas.openxmlformats.org/drawingml/2006/main">
              <a:ext uri="{FF2B5EF4-FFF2-40B4-BE49-F238E27FC236}">
                <a16:creationId xmlns:a16="http://schemas.microsoft.com/office/drawing/2014/main" id="{F91010E3-5251-4663-B64B-AB0675E72273}"/>
              </a:ext>
            </a:extLst>
          </p:cNvPr>
          <p:cNvSpPr>
            <a:spLocks xmlns:a="http://schemas.openxmlformats.org/drawingml/2006/main" noGrp="1"/>
          </p:cNvSpPr>
          <p:nvPr/>
        </p:nvSpPr>
        <p:spPr>
          <a:xfrm xmlns:a="http://schemas.openxmlformats.org/drawingml/2006/main">
            <a:off x="2809875" y="31051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02A"/>
                </a:solidFill>
                <a:latin typeface="Bitstream Charter"/>
                <a:ea typeface="Bitstream Charter"/>
                <a:cs typeface="Bitstream Charter"/>
              </a:defRPr>
            </a:pPr>
            <a:r>
              <a:rPr sz="1500" b="0">
                <a:solidFill>
                  <a:srgbClr val="17202A"/>
                </a:solidFill>
                <a:latin typeface="Bitstream Charter"/>
                <a:ea typeface="Bitstream Charter"/>
                <a:cs typeface="Bitstream Charter"/>
              </a:rPr>
              <a:t>Standard for Unity Catalog</a:t>
            </a:r>
          </a:p>
        </p:txBody>
      </p:sp>
      <p:sp>
        <p:nvSpPr>
          <p:cNvPr id="16" name="">
            <a:extLst xmlns:a="http://schemas.openxmlformats.org/drawingml/2006/main">
              <a:ext uri="{FF2B5EF4-FFF2-40B4-BE49-F238E27FC236}">
                <a16:creationId xmlns:a16="http://schemas.microsoft.com/office/drawing/2014/main" id="{91072E94-DA1B-4449-879A-2FBCD7F5EDC9}"/>
              </a:ext>
            </a:extLst>
          </p:cNvPr>
          <p:cNvSpPr>
            <a:spLocks xmlns:a="http://schemas.openxmlformats.org/drawingml/2006/main" noGrp="1"/>
          </p:cNvSpPr>
          <p:nvPr/>
        </p:nvSpPr>
        <p:spPr>
          <a:xfrm xmlns:a="http://schemas.openxmlformats.org/drawingml/2006/main">
            <a:off x="714375" y="3848100"/>
            <a:ext cx="18097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3993B85-6BB1-485C-B789-6027F2A6D7C6}"/>
              </a:ext>
            </a:extLst>
          </p:cNvPr>
          <p:cNvSpPr>
            <a:spLocks xmlns:a="http://schemas.openxmlformats.org/drawingml/2006/main" noGrp="1"/>
          </p:cNvSpPr>
          <p:nvPr/>
        </p:nvSpPr>
        <p:spPr>
          <a:xfrm xmlns:a="http://schemas.openxmlformats.org/drawingml/2006/main">
            <a:off x="809625" y="38671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Autoscaling</a:t>
            </a:r>
          </a:p>
        </p:txBody>
      </p:sp>
      <p:sp>
        <p:nvSpPr>
          <p:cNvPr id="18" name="">
            <a:extLst xmlns:a="http://schemas.openxmlformats.org/drawingml/2006/main">
              <a:ext uri="{FF2B5EF4-FFF2-40B4-BE49-F238E27FC236}">
                <a16:creationId xmlns:a16="http://schemas.microsoft.com/office/drawing/2014/main" id="{9CE748C2-571A-4C33-9A1B-48E18B8D5BA5}"/>
              </a:ext>
            </a:extLst>
          </p:cNvPr>
          <p:cNvSpPr>
            <a:spLocks xmlns:a="http://schemas.openxmlformats.org/drawingml/2006/main" noGrp="1"/>
          </p:cNvSpPr>
          <p:nvPr/>
        </p:nvSpPr>
        <p:spPr>
          <a:xfrm xmlns:a="http://schemas.openxmlformats.org/drawingml/2006/main">
            <a:off x="2809875" y="384810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02A"/>
                </a:solidFill>
                <a:latin typeface="Bitstream Charter"/>
                <a:ea typeface="Bitstream Charter"/>
                <a:cs typeface="Bitstream Charter"/>
              </a:defRPr>
            </a:pPr>
            <a:r>
              <a:rPr sz="1500" b="0">
                <a:solidFill>
                  <a:srgbClr val="17202A"/>
                </a:solidFill>
                <a:latin typeface="Bitstream Charter"/>
                <a:ea typeface="Bitstream Charter"/>
                <a:cs typeface="Bitstream Charter"/>
              </a:rPr>
              <a:t>Small minimum and maximum</a:t>
            </a:r>
          </a:p>
        </p:txBody>
      </p:sp>
      <p:sp>
        <p:nvSpPr>
          <p:cNvPr id="19" name="">
            <a:extLst xmlns:a="http://schemas.openxmlformats.org/drawingml/2006/main">
              <a:ext uri="{FF2B5EF4-FFF2-40B4-BE49-F238E27FC236}">
                <a16:creationId xmlns:a16="http://schemas.microsoft.com/office/drawing/2014/main" id="{460F7DC4-4B11-4681-8FE9-75FB1409D170}"/>
              </a:ext>
            </a:extLst>
          </p:cNvPr>
          <p:cNvSpPr>
            <a:spLocks xmlns:a="http://schemas.openxmlformats.org/drawingml/2006/main" noGrp="1"/>
          </p:cNvSpPr>
          <p:nvPr/>
        </p:nvSpPr>
        <p:spPr>
          <a:xfrm xmlns:a="http://schemas.openxmlformats.org/drawingml/2006/main">
            <a:off x="714375" y="4591050"/>
            <a:ext cx="1809750" cy="323850"/>
          </a:xfrm>
          <a:prstGeom xmlns:a="http://schemas.openxmlformats.org/drawingml/2006/main" prst="roundRect">
            <a:avLst>
              <a:gd name="adj" fmla="val 23529"/>
            </a:avLst>
          </a:prstGeom>
          <a:solidFill xmlns:a="http://schemas.openxmlformats.org/drawingml/2006/main">
            <a:srgbClr val="F4B9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6D4C9EC-0CC1-41D6-8063-8E1905B8D82B}"/>
              </a:ext>
            </a:extLst>
          </p:cNvPr>
          <p:cNvSpPr>
            <a:spLocks xmlns:a="http://schemas.openxmlformats.org/drawingml/2006/main" noGrp="1"/>
          </p:cNvSpPr>
          <p:nvPr/>
        </p:nvSpPr>
        <p:spPr>
          <a:xfrm xmlns:a="http://schemas.openxmlformats.org/drawingml/2006/main">
            <a:off x="809625" y="4610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Auto termination</a:t>
            </a:r>
          </a:p>
        </p:txBody>
      </p:sp>
      <p:sp>
        <p:nvSpPr>
          <p:cNvPr id="21" name="">
            <a:extLst xmlns:a="http://schemas.openxmlformats.org/drawingml/2006/main">
              <a:ext uri="{FF2B5EF4-FFF2-40B4-BE49-F238E27FC236}">
                <a16:creationId xmlns:a16="http://schemas.microsoft.com/office/drawing/2014/main" id="{845CB860-CAEF-4D58-8FD4-1075E92568B0}"/>
              </a:ext>
            </a:extLst>
          </p:cNvPr>
          <p:cNvSpPr>
            <a:spLocks xmlns:a="http://schemas.openxmlformats.org/drawingml/2006/main" noGrp="1"/>
          </p:cNvSpPr>
          <p:nvPr/>
        </p:nvSpPr>
        <p:spPr>
          <a:xfrm xmlns:a="http://schemas.openxmlformats.org/drawingml/2006/main">
            <a:off x="2809875" y="45910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02A"/>
                </a:solidFill>
                <a:latin typeface="Bitstream Charter"/>
                <a:ea typeface="Bitstream Charter"/>
                <a:cs typeface="Bitstream Charter"/>
              </a:defRPr>
            </a:pPr>
            <a:r>
              <a:rPr sz="1500" b="1">
                <a:solidFill>
                  <a:srgbClr val="17202A"/>
                </a:solidFill>
                <a:latin typeface="Bitstream Charter"/>
                <a:ea typeface="Bitstream Charter"/>
                <a:cs typeface="Bitstream Charter"/>
              </a:rPr>
              <a:t>Mandatory for interactive labs</a:t>
            </a:r>
          </a:p>
        </p:txBody>
      </p:sp>
      <p:sp>
        <p:nvSpPr>
          <p:cNvPr id="22" name="">
            <a:extLst xmlns:a="http://schemas.openxmlformats.org/drawingml/2006/main">
              <a:ext uri="{FF2B5EF4-FFF2-40B4-BE49-F238E27FC236}">
                <a16:creationId xmlns:a16="http://schemas.microsoft.com/office/drawing/2014/main" id="{C225EC1D-3D63-425A-A0FC-089F360B2BD7}"/>
              </a:ext>
            </a:extLst>
          </p:cNvPr>
          <p:cNvSpPr>
            <a:spLocks xmlns:a="http://schemas.openxmlformats.org/drawingml/2006/main" noGrp="1"/>
          </p:cNvSpPr>
          <p:nvPr/>
        </p:nvSpPr>
        <p:spPr>
          <a:xfrm xmlns:a="http://schemas.openxmlformats.org/drawingml/2006/main">
            <a:off x="714375" y="5476875"/>
            <a:ext cx="10001250" cy="28575"/>
          </a:xfrm>
          <a:prstGeom xmlns:a="http://schemas.openxmlformats.org/drawingml/2006/main" prst="rect">
            <a:avLst/>
          </a:prstGeom>
          <a:solidFill xmlns:a="http://schemas.openxmlformats.org/drawingml/2006/main">
            <a:srgbClr val="D9E1E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F0C97ED-FA8B-40C3-BA9C-332BD1A218B3}"/>
              </a:ext>
            </a:extLst>
          </p:cNvPr>
          <p:cNvSpPr>
            <a:spLocks xmlns:a="http://schemas.openxmlformats.org/drawingml/2006/main" noGrp="1"/>
          </p:cNvSpPr>
          <p:nvPr/>
        </p:nvSpPr>
        <p:spPr>
          <a:xfrm xmlns:a="http://schemas.openxmlformats.org/drawingml/2006/main">
            <a:off x="1571625" y="566737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Use serverless instead when enabled, approved and suitable.</a:t>
            </a:r>
          </a:p>
        </p:txBody>
      </p:sp>
    </p:spTree>
    <p:extLst>
      <p:ext uri="{BB962C8B-B14F-4D97-AF65-F5344CB8AC3E}">
        <p14:creationId xmlns:p14="http://schemas.microsoft.com/office/powerpoint/2010/main" val="10075121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68580E9-87BF-4F10-A527-DAC96C22ED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C07D51-AB81-4FCA-B950-01CA7FE409AC}"/>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Recent compute configuration UI</a:t>
            </a:r>
          </a:p>
        </p:txBody>
      </p:sp>
      <p:sp>
        <p:nvSpPr>
          <p:cNvPr id="3" name="">
            <a:extLst xmlns:a="http://schemas.openxmlformats.org/drawingml/2006/main">
              <a:ext uri="{FF2B5EF4-FFF2-40B4-BE49-F238E27FC236}">
                <a16:creationId xmlns:a16="http://schemas.microsoft.com/office/drawing/2014/main" id="{94A70E9C-399E-408A-A244-38D8BFBAF262}"/>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Fields vary by policy and workspace capability</a:t>
            </a:r>
          </a:p>
        </p:txBody>
      </p:sp>
      <p:sp>
        <p:nvSpPr>
          <p:cNvPr id="4" name="">
            <a:extLst xmlns:a="http://schemas.openxmlformats.org/drawingml/2006/main">
              <a:ext uri="{FF2B5EF4-FFF2-40B4-BE49-F238E27FC236}">
                <a16:creationId xmlns:a16="http://schemas.microsoft.com/office/drawing/2014/main" id="{737F8054-6338-4EB3-9D6A-42505C1C5EA9}"/>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0780C8-63F1-46E6-9185-23C39BA3AFB7}"/>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A323CFD-A7A2-4FE5-B762-AB43C95AD0AE}"/>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16</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26fb96355da4e71"/>
          <a:stretch xmlns:a="http://schemas.openxmlformats.org/drawingml/2006/main"/>
        </p:blipFill>
        <p:spPr>
          <a:xfrm xmlns:a="http://schemas.openxmlformats.org/drawingml/2006/main">
            <a:off x="1128993" y="1571625"/>
            <a:ext cx="5266765" cy="4476750"/>
          </a:xfrm>
          <a:prstGeom xmlns:a="http://schemas.openxmlformats.org/drawingml/2006/main" prst="roundRect">
            <a:avLst>
              <a:gd name="adj" fmla="val 2553"/>
            </a:avLst>
          </a:prstGeom>
        </p:spPr>
      </p:pic>
      <p:sp>
        <p:nvSpPr>
          <p:cNvPr id="8" name="">
            <a:extLst xmlns:a="http://schemas.openxmlformats.org/drawingml/2006/main">
              <a:ext uri="{FF2B5EF4-FFF2-40B4-BE49-F238E27FC236}">
                <a16:creationId xmlns:a16="http://schemas.microsoft.com/office/drawing/2014/main" id="{C28087C5-DE79-46D3-A26C-4321D56F6900}"/>
              </a:ext>
            </a:extLst>
          </p:cNvPr>
          <p:cNvSpPr>
            <a:spLocks xmlns:a="http://schemas.openxmlformats.org/drawingml/2006/main" noGrp="1"/>
          </p:cNvSpPr>
          <p:nvPr/>
        </p:nvSpPr>
        <p:spPr>
          <a:xfrm xmlns:a="http://schemas.openxmlformats.org/drawingml/2006/main">
            <a:off x="7239000" y="1762125"/>
            <a:ext cx="4000500" cy="1047750"/>
          </a:xfrm>
          <a:prstGeom xmlns:a="http://schemas.openxmlformats.org/drawingml/2006/main" prst="roundRect">
            <a:avLst>
              <a:gd name="adj" fmla="val 7273"/>
            </a:avLst>
          </a:prstGeom>
          <a:solidFill xmlns:a="http://schemas.openxmlformats.org/drawingml/2006/main">
            <a:srgbClr val="F3F7FA"/>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97C3C258-5635-4DAA-BCE2-2DAE68E79BCE}"/>
              </a:ext>
            </a:extLst>
          </p:cNvPr>
          <p:cNvSpPr>
            <a:spLocks xmlns:a="http://schemas.openxmlformats.org/drawingml/2006/main" noGrp="1"/>
          </p:cNvSpPr>
          <p:nvPr/>
        </p:nvSpPr>
        <p:spPr>
          <a:xfrm xmlns:a="http://schemas.openxmlformats.org/drawingml/2006/main">
            <a:off x="7239000" y="1762125"/>
            <a:ext cx="76200" cy="10477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8159D5-F46F-4729-88FE-2261F4562BFA}"/>
              </a:ext>
            </a:extLst>
          </p:cNvPr>
          <p:cNvSpPr>
            <a:spLocks xmlns:a="http://schemas.openxmlformats.org/drawingml/2006/main" noGrp="1"/>
          </p:cNvSpPr>
          <p:nvPr/>
        </p:nvSpPr>
        <p:spPr>
          <a:xfrm xmlns:a="http://schemas.openxmlformats.org/drawingml/2006/main">
            <a:off x="7467600" y="191452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Check policy</a:t>
            </a:r>
          </a:p>
        </p:txBody>
      </p:sp>
      <p:sp>
        <p:nvSpPr>
          <p:cNvPr id="11" name="">
            <a:extLst xmlns:a="http://schemas.openxmlformats.org/drawingml/2006/main">
              <a:ext uri="{FF2B5EF4-FFF2-40B4-BE49-F238E27FC236}">
                <a16:creationId xmlns:a16="http://schemas.microsoft.com/office/drawing/2014/main" id="{E886462E-C4FF-4DB7-AECB-27DEF6A74AF9}"/>
              </a:ext>
            </a:extLst>
          </p:cNvPr>
          <p:cNvSpPr>
            <a:spLocks xmlns:a="http://schemas.openxmlformats.org/drawingml/2006/main" noGrp="1"/>
          </p:cNvSpPr>
          <p:nvPr/>
        </p:nvSpPr>
        <p:spPr>
          <a:xfrm xmlns:a="http://schemas.openxmlformats.org/drawingml/2006/main">
            <a:off x="7467600" y="2257425"/>
            <a:ext cx="3581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9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The policy controls permitted runtimes, sizes and limits.</a:t>
            </a:r>
          </a:p>
        </p:txBody>
      </p:sp>
      <p:sp>
        <p:nvSpPr>
          <p:cNvPr id="12" name="">
            <a:extLst xmlns:a="http://schemas.openxmlformats.org/drawingml/2006/main">
              <a:ext uri="{FF2B5EF4-FFF2-40B4-BE49-F238E27FC236}">
                <a16:creationId xmlns:a16="http://schemas.microsoft.com/office/drawing/2014/main" id="{E93D0000-E865-43D6-8635-AF9E6A46EB49}"/>
              </a:ext>
            </a:extLst>
          </p:cNvPr>
          <p:cNvSpPr>
            <a:spLocks xmlns:a="http://schemas.openxmlformats.org/drawingml/2006/main" noGrp="1"/>
          </p:cNvSpPr>
          <p:nvPr/>
        </p:nvSpPr>
        <p:spPr>
          <a:xfrm xmlns:a="http://schemas.openxmlformats.org/drawingml/2006/main">
            <a:off x="7239000" y="3048000"/>
            <a:ext cx="4000500" cy="1047750"/>
          </a:xfrm>
          <a:prstGeom xmlns:a="http://schemas.openxmlformats.org/drawingml/2006/main" prst="roundRect">
            <a:avLst>
              <a:gd name="adj" fmla="val 7273"/>
            </a:avLst>
          </a:prstGeom>
          <a:solidFill xmlns:a="http://schemas.openxmlformats.org/drawingml/2006/main">
            <a:srgbClr val="F3F7FA"/>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2043A94B-F4C7-4BB0-A3E3-EE8E48131878}"/>
              </a:ext>
            </a:extLst>
          </p:cNvPr>
          <p:cNvSpPr>
            <a:spLocks xmlns:a="http://schemas.openxmlformats.org/drawingml/2006/main" noGrp="1"/>
          </p:cNvSpPr>
          <p:nvPr/>
        </p:nvSpPr>
        <p:spPr>
          <a:xfrm xmlns:a="http://schemas.openxmlformats.org/drawingml/2006/main">
            <a:off x="7239000" y="3048000"/>
            <a:ext cx="76200" cy="1047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7A12559-43BD-4907-90D4-0209C5D75926}"/>
              </a:ext>
            </a:extLst>
          </p:cNvPr>
          <p:cNvSpPr>
            <a:spLocks xmlns:a="http://schemas.openxmlformats.org/drawingml/2006/main" noGrp="1"/>
          </p:cNvSpPr>
          <p:nvPr/>
        </p:nvSpPr>
        <p:spPr>
          <a:xfrm xmlns:a="http://schemas.openxmlformats.org/drawingml/2006/main">
            <a:off x="7467600" y="3200400"/>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Check access mode</a:t>
            </a:r>
          </a:p>
        </p:txBody>
      </p:sp>
      <p:sp>
        <p:nvSpPr>
          <p:cNvPr id="15" name="">
            <a:extLst xmlns:a="http://schemas.openxmlformats.org/drawingml/2006/main">
              <a:ext uri="{FF2B5EF4-FFF2-40B4-BE49-F238E27FC236}">
                <a16:creationId xmlns:a16="http://schemas.microsoft.com/office/drawing/2014/main" id="{03CC5596-D87D-4C25-84D4-30D522C85E9F}"/>
              </a:ext>
            </a:extLst>
          </p:cNvPr>
          <p:cNvSpPr>
            <a:spLocks xmlns:a="http://schemas.openxmlformats.org/drawingml/2006/main" noGrp="1"/>
          </p:cNvSpPr>
          <p:nvPr/>
        </p:nvSpPr>
        <p:spPr>
          <a:xfrm xmlns:a="http://schemas.openxmlformats.org/drawingml/2006/main">
            <a:off x="7467600" y="3543300"/>
            <a:ext cx="3581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556"/>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 a Unity Catalog-compatible mode approved for the class.</a:t>
            </a:r>
          </a:p>
        </p:txBody>
      </p:sp>
      <p:sp>
        <p:nvSpPr>
          <p:cNvPr id="16" name="">
            <a:extLst xmlns:a="http://schemas.openxmlformats.org/drawingml/2006/main">
              <a:ext uri="{FF2B5EF4-FFF2-40B4-BE49-F238E27FC236}">
                <a16:creationId xmlns:a16="http://schemas.microsoft.com/office/drawing/2014/main" id="{B43A630F-CA44-4063-8F7C-D339BDA27281}"/>
              </a:ext>
            </a:extLst>
          </p:cNvPr>
          <p:cNvSpPr>
            <a:spLocks xmlns:a="http://schemas.openxmlformats.org/drawingml/2006/main" noGrp="1"/>
          </p:cNvSpPr>
          <p:nvPr/>
        </p:nvSpPr>
        <p:spPr>
          <a:xfrm xmlns:a="http://schemas.openxmlformats.org/drawingml/2006/main">
            <a:off x="7239000" y="4333875"/>
            <a:ext cx="4000500" cy="1047750"/>
          </a:xfrm>
          <a:prstGeom xmlns:a="http://schemas.openxmlformats.org/drawingml/2006/main" prst="roundRect">
            <a:avLst>
              <a:gd name="adj" fmla="val 7273"/>
            </a:avLst>
          </a:prstGeom>
          <a:solidFill xmlns:a="http://schemas.openxmlformats.org/drawingml/2006/main">
            <a:srgbClr val="F3F7FA"/>
          </a:solidFill>
          <a:ln xmlns:a="http://schemas.openxmlformats.org/drawingml/2006/main" w="9525">
            <a:solidFill>
              <a:srgbClr val="D9E1E8"/>
            </a:solidFill>
          </a:ln>
        </p:spPr>
      </p:sp>
      <p:sp>
        <p:nvSpPr>
          <p:cNvPr id="17" name="">
            <a:extLst xmlns:a="http://schemas.openxmlformats.org/drawingml/2006/main">
              <a:ext uri="{FF2B5EF4-FFF2-40B4-BE49-F238E27FC236}">
                <a16:creationId xmlns:a16="http://schemas.microsoft.com/office/drawing/2014/main" id="{5F15CA74-41BD-40F0-AADB-13B5735A239A}"/>
              </a:ext>
            </a:extLst>
          </p:cNvPr>
          <p:cNvSpPr>
            <a:spLocks xmlns:a="http://schemas.openxmlformats.org/drawingml/2006/main" noGrp="1"/>
          </p:cNvSpPr>
          <p:nvPr/>
        </p:nvSpPr>
        <p:spPr>
          <a:xfrm xmlns:a="http://schemas.openxmlformats.org/drawingml/2006/main">
            <a:off x="7239000" y="4333875"/>
            <a:ext cx="76200" cy="10477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7B59998-5868-4C2C-A8E7-16764209EBAF}"/>
              </a:ext>
            </a:extLst>
          </p:cNvPr>
          <p:cNvSpPr>
            <a:spLocks xmlns:a="http://schemas.openxmlformats.org/drawingml/2006/main" noGrp="1"/>
          </p:cNvSpPr>
          <p:nvPr/>
        </p:nvSpPr>
        <p:spPr>
          <a:xfrm xmlns:a="http://schemas.openxmlformats.org/drawingml/2006/main">
            <a:off x="7467600" y="448627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Check cost controls</a:t>
            </a:r>
          </a:p>
        </p:txBody>
      </p:sp>
      <p:sp>
        <p:nvSpPr>
          <p:cNvPr id="19" name="">
            <a:extLst xmlns:a="http://schemas.openxmlformats.org/drawingml/2006/main">
              <a:ext uri="{FF2B5EF4-FFF2-40B4-BE49-F238E27FC236}">
                <a16:creationId xmlns:a16="http://schemas.microsoft.com/office/drawing/2014/main" id="{438DDA14-8EAC-4A17-BDE9-47F6E29D0FE2}"/>
              </a:ext>
            </a:extLst>
          </p:cNvPr>
          <p:cNvSpPr>
            <a:spLocks xmlns:a="http://schemas.openxmlformats.org/drawingml/2006/main" noGrp="1"/>
          </p:cNvSpPr>
          <p:nvPr/>
        </p:nvSpPr>
        <p:spPr>
          <a:xfrm xmlns:a="http://schemas.openxmlformats.org/drawingml/2006/main">
            <a:off x="7467600" y="4829175"/>
            <a:ext cx="3581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Small limits and auto termination reduce idle spend.</a:t>
            </a:r>
          </a:p>
        </p:txBody>
      </p:sp>
    </p:spTree>
    <p:extLst>
      <p:ext uri="{BB962C8B-B14F-4D97-AF65-F5344CB8AC3E}">
        <p14:creationId xmlns:p14="http://schemas.microsoft.com/office/powerpoint/2010/main" val="4610355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2602A48-F8CC-416C-9116-26F040FC3DA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FE1B8C-30CE-4849-B034-DDE17980D976}"/>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Lesson 1 demonstration flow</a:t>
            </a:r>
          </a:p>
        </p:txBody>
      </p:sp>
      <p:sp>
        <p:nvSpPr>
          <p:cNvPr id="3" name="">
            <a:extLst xmlns:a="http://schemas.openxmlformats.org/drawingml/2006/main">
              <a:ext uri="{FF2B5EF4-FFF2-40B4-BE49-F238E27FC236}">
                <a16:creationId xmlns:a16="http://schemas.microsoft.com/office/drawing/2014/main" id="{08D0061D-1E31-41C1-B4D2-3E295F1E5FA4}"/>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Create the notebook, build the DataFrame, then query it</a:t>
            </a:r>
          </a:p>
        </p:txBody>
      </p:sp>
      <p:sp>
        <p:nvSpPr>
          <p:cNvPr id="4" name="">
            <a:extLst xmlns:a="http://schemas.openxmlformats.org/drawingml/2006/main">
              <a:ext uri="{FF2B5EF4-FFF2-40B4-BE49-F238E27FC236}">
                <a16:creationId xmlns:a16="http://schemas.microsoft.com/office/drawing/2014/main" id="{F69091B6-2640-4963-A9BC-8242CD032B85}"/>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08BB7C-4869-4160-9D87-7EE72F4922EE}"/>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9098274A-AE2E-4AC4-BC96-2738BF2E2D0B}"/>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17</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166f4996c2a4ee0"/>
          <a:stretch xmlns:a="http://schemas.openxmlformats.org/drawingml/2006/main"/>
        </p:blipFill>
        <p:spPr>
          <a:xfrm xmlns:a="http://schemas.openxmlformats.org/drawingml/2006/main">
            <a:off x="619125" y="2487288"/>
            <a:ext cx="5905500" cy="1883423"/>
          </a:xfrm>
          <a:prstGeom xmlns:a="http://schemas.openxmlformats.org/drawingml/2006/main" prst="roundRect">
            <a:avLst>
              <a:gd name="adj" fmla="val 3077"/>
            </a:avLst>
          </a:prstGeom>
        </p:spPr>
      </p:pic>
      <p:sp>
        <p:nvSpPr>
          <p:cNvPr id="8" name="">
            <a:extLst xmlns:a="http://schemas.openxmlformats.org/drawingml/2006/main">
              <a:ext uri="{FF2B5EF4-FFF2-40B4-BE49-F238E27FC236}">
                <a16:creationId xmlns:a16="http://schemas.microsoft.com/office/drawing/2014/main" id="{0DED0F52-19AC-4B60-8025-C030A0504033}"/>
              </a:ext>
            </a:extLst>
          </p:cNvPr>
          <p:cNvSpPr>
            <a:spLocks xmlns:a="http://schemas.openxmlformats.org/drawingml/2006/main" noGrp="1"/>
          </p:cNvSpPr>
          <p:nvPr/>
        </p:nvSpPr>
        <p:spPr>
          <a:xfrm xmlns:a="http://schemas.openxmlformats.org/drawingml/2006/main">
            <a:off x="6905625" y="1571625"/>
            <a:ext cx="4476750" cy="647700"/>
          </a:xfrm>
          <a:prstGeom xmlns:a="http://schemas.openxmlformats.org/drawingml/2006/main" prst="roundRect">
            <a:avLst>
              <a:gd name="adj" fmla="val 11765"/>
            </a:avLst>
          </a:prstGeom>
          <a:solidFill xmlns:a="http://schemas.openxmlformats.org/drawingml/2006/main">
            <a:srgbClr val="F3F7FA"/>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395320A2-F437-46C1-A70F-ABAA26354559}"/>
              </a:ext>
            </a:extLst>
          </p:cNvPr>
          <p:cNvSpPr>
            <a:spLocks xmlns:a="http://schemas.openxmlformats.org/drawingml/2006/main" noGrp="1"/>
          </p:cNvSpPr>
          <p:nvPr/>
        </p:nvSpPr>
        <p:spPr>
          <a:xfrm xmlns:a="http://schemas.openxmlformats.org/drawingml/2006/main">
            <a:off x="6905625" y="1571625"/>
            <a:ext cx="76200" cy="6477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F9F342-3D20-4329-A893-2D01871AC19D}"/>
              </a:ext>
            </a:extLst>
          </p:cNvPr>
          <p:cNvSpPr>
            <a:spLocks xmlns:a="http://schemas.openxmlformats.org/drawingml/2006/main" noGrp="1"/>
          </p:cNvSpPr>
          <p:nvPr/>
        </p:nvSpPr>
        <p:spPr>
          <a:xfrm xmlns:a="http://schemas.openxmlformats.org/drawingml/2006/main">
            <a:off x="7134225" y="17240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01  Create 01 Foundations Orders</a:t>
            </a:r>
          </a:p>
        </p:txBody>
      </p:sp>
      <p:sp>
        <p:nvSpPr>
          <p:cNvPr id="11" name="">
            <a:extLst xmlns:a="http://schemas.openxmlformats.org/drawingml/2006/main">
              <a:ext uri="{FF2B5EF4-FFF2-40B4-BE49-F238E27FC236}">
                <a16:creationId xmlns:a16="http://schemas.microsoft.com/office/drawing/2014/main" id="{3DD51051-78EB-4CEC-9865-5CE5FAE3120E}"/>
              </a:ext>
            </a:extLst>
          </p:cNvPr>
          <p:cNvSpPr>
            <a:spLocks xmlns:a="http://schemas.openxmlformats.org/drawingml/2006/main" noGrp="1"/>
          </p:cNvSpPr>
          <p:nvPr/>
        </p:nvSpPr>
        <p:spPr>
          <a:xfrm xmlns:a="http://schemas.openxmlformats.org/drawingml/2006/main">
            <a:off x="7134225" y="2066925"/>
            <a:ext cx="40576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239F0B46-5465-4898-9A85-2BF68467C81A}"/>
              </a:ext>
            </a:extLst>
          </p:cNvPr>
          <p:cNvSpPr>
            <a:spLocks xmlns:a="http://schemas.openxmlformats.org/drawingml/2006/main" noGrp="1"/>
          </p:cNvSpPr>
          <p:nvPr/>
        </p:nvSpPr>
        <p:spPr>
          <a:xfrm xmlns:a="http://schemas.openxmlformats.org/drawingml/2006/main">
            <a:off x="6905625" y="2352675"/>
            <a:ext cx="4476750" cy="647700"/>
          </a:xfrm>
          <a:prstGeom xmlns:a="http://schemas.openxmlformats.org/drawingml/2006/main" prst="roundRect">
            <a:avLst>
              <a:gd name="adj" fmla="val 11765"/>
            </a:avLst>
          </a:prstGeom>
          <a:solidFill xmlns:a="http://schemas.openxmlformats.org/drawingml/2006/main">
            <a:srgbClr val="F3F7FA"/>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62B1FB2F-CE93-4FDB-8DBE-626D6CF68165}"/>
              </a:ext>
            </a:extLst>
          </p:cNvPr>
          <p:cNvSpPr>
            <a:spLocks xmlns:a="http://schemas.openxmlformats.org/drawingml/2006/main" noGrp="1"/>
          </p:cNvSpPr>
          <p:nvPr/>
        </p:nvSpPr>
        <p:spPr>
          <a:xfrm xmlns:a="http://schemas.openxmlformats.org/drawingml/2006/main">
            <a:off x="6905625" y="2352675"/>
            <a:ext cx="76200" cy="6477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22AFEE-49EB-44D1-AEC4-37812534C699}"/>
              </a:ext>
            </a:extLst>
          </p:cNvPr>
          <p:cNvSpPr>
            <a:spLocks xmlns:a="http://schemas.openxmlformats.org/drawingml/2006/main" noGrp="1"/>
          </p:cNvSpPr>
          <p:nvPr/>
        </p:nvSpPr>
        <p:spPr>
          <a:xfrm xmlns:a="http://schemas.openxmlformats.org/drawingml/2006/main">
            <a:off x="7134225" y="25050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02  Verify compute with spark.range(5)</a:t>
            </a:r>
          </a:p>
        </p:txBody>
      </p:sp>
      <p:sp>
        <p:nvSpPr>
          <p:cNvPr id="15" name="">
            <a:extLst xmlns:a="http://schemas.openxmlformats.org/drawingml/2006/main">
              <a:ext uri="{FF2B5EF4-FFF2-40B4-BE49-F238E27FC236}">
                <a16:creationId xmlns:a16="http://schemas.microsoft.com/office/drawing/2014/main" id="{A580EFDF-A9AC-42D1-AC94-404AEA93FC71}"/>
              </a:ext>
            </a:extLst>
          </p:cNvPr>
          <p:cNvSpPr>
            <a:spLocks xmlns:a="http://schemas.openxmlformats.org/drawingml/2006/main" noGrp="1"/>
          </p:cNvSpPr>
          <p:nvPr/>
        </p:nvSpPr>
        <p:spPr>
          <a:xfrm xmlns:a="http://schemas.openxmlformats.org/drawingml/2006/main">
            <a:off x="7134225" y="2847975"/>
            <a:ext cx="40576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0684E28C-A410-47DF-80B0-9BEF2975BD6C}"/>
              </a:ext>
            </a:extLst>
          </p:cNvPr>
          <p:cNvSpPr>
            <a:spLocks xmlns:a="http://schemas.openxmlformats.org/drawingml/2006/main" noGrp="1"/>
          </p:cNvSpPr>
          <p:nvPr/>
        </p:nvSpPr>
        <p:spPr>
          <a:xfrm xmlns:a="http://schemas.openxmlformats.org/drawingml/2006/main">
            <a:off x="6905625" y="3133725"/>
            <a:ext cx="4476750" cy="647700"/>
          </a:xfrm>
          <a:prstGeom xmlns:a="http://schemas.openxmlformats.org/drawingml/2006/main" prst="roundRect">
            <a:avLst>
              <a:gd name="adj" fmla="val 11765"/>
            </a:avLst>
          </a:prstGeom>
          <a:solidFill xmlns:a="http://schemas.openxmlformats.org/drawingml/2006/main">
            <a:srgbClr val="F3F7FA"/>
          </a:solidFill>
          <a:ln xmlns:a="http://schemas.openxmlformats.org/drawingml/2006/main" w="9525">
            <a:solidFill>
              <a:srgbClr val="D9E1E8"/>
            </a:solidFill>
          </a:ln>
        </p:spPr>
      </p:sp>
      <p:sp>
        <p:nvSpPr>
          <p:cNvPr id="17" name="">
            <a:extLst xmlns:a="http://schemas.openxmlformats.org/drawingml/2006/main">
              <a:ext uri="{FF2B5EF4-FFF2-40B4-BE49-F238E27FC236}">
                <a16:creationId xmlns:a16="http://schemas.microsoft.com/office/drawing/2014/main" id="{EE53BED7-632E-403A-9397-6C71A9B54555}"/>
              </a:ext>
            </a:extLst>
          </p:cNvPr>
          <p:cNvSpPr>
            <a:spLocks xmlns:a="http://schemas.openxmlformats.org/drawingml/2006/main" noGrp="1"/>
          </p:cNvSpPr>
          <p:nvPr/>
        </p:nvSpPr>
        <p:spPr>
          <a:xfrm xmlns:a="http://schemas.openxmlformats.org/drawingml/2006/main">
            <a:off x="6905625" y="3133725"/>
            <a:ext cx="76200" cy="6477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B5B7939-EAA2-4777-AC88-8F84BCE6A534}"/>
              </a:ext>
            </a:extLst>
          </p:cNvPr>
          <p:cNvSpPr>
            <a:spLocks xmlns:a="http://schemas.openxmlformats.org/drawingml/2006/main" noGrp="1"/>
          </p:cNvSpPr>
          <p:nvPr/>
        </p:nvSpPr>
        <p:spPr>
          <a:xfrm xmlns:a="http://schemas.openxmlformats.org/drawingml/2006/main">
            <a:off x="7134225" y="32861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03  Create orders_df and printSchema</a:t>
            </a:r>
          </a:p>
        </p:txBody>
      </p:sp>
      <p:sp>
        <p:nvSpPr>
          <p:cNvPr id="19" name="">
            <a:extLst xmlns:a="http://schemas.openxmlformats.org/drawingml/2006/main">
              <a:ext uri="{FF2B5EF4-FFF2-40B4-BE49-F238E27FC236}">
                <a16:creationId xmlns:a16="http://schemas.microsoft.com/office/drawing/2014/main" id="{5FD74547-3078-44B7-87A0-2A2397C8FCD9}"/>
              </a:ext>
            </a:extLst>
          </p:cNvPr>
          <p:cNvSpPr>
            <a:spLocks xmlns:a="http://schemas.openxmlformats.org/drawingml/2006/main" noGrp="1"/>
          </p:cNvSpPr>
          <p:nvPr/>
        </p:nvSpPr>
        <p:spPr>
          <a:xfrm xmlns:a="http://schemas.openxmlformats.org/drawingml/2006/main">
            <a:off x="7134225" y="3629025"/>
            <a:ext cx="40576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663E7ADA-9927-4BB5-B7D4-44EC3C8D225D}"/>
              </a:ext>
            </a:extLst>
          </p:cNvPr>
          <p:cNvSpPr>
            <a:spLocks xmlns:a="http://schemas.openxmlformats.org/drawingml/2006/main" noGrp="1"/>
          </p:cNvSpPr>
          <p:nvPr/>
        </p:nvSpPr>
        <p:spPr>
          <a:xfrm xmlns:a="http://schemas.openxmlformats.org/drawingml/2006/main">
            <a:off x="6905625" y="3914775"/>
            <a:ext cx="4476750" cy="647700"/>
          </a:xfrm>
          <a:prstGeom xmlns:a="http://schemas.openxmlformats.org/drawingml/2006/main" prst="roundRect">
            <a:avLst>
              <a:gd name="adj" fmla="val 11765"/>
            </a:avLst>
          </a:prstGeom>
          <a:solidFill xmlns:a="http://schemas.openxmlformats.org/drawingml/2006/main">
            <a:srgbClr val="F3F7FA"/>
          </a:solidFill>
          <a:ln xmlns:a="http://schemas.openxmlformats.org/drawingml/2006/main" w="9525">
            <a:solidFill>
              <a:srgbClr val="D9E1E8"/>
            </a:solidFill>
          </a:ln>
        </p:spPr>
      </p:sp>
      <p:sp>
        <p:nvSpPr>
          <p:cNvPr id="21" name="">
            <a:extLst xmlns:a="http://schemas.openxmlformats.org/drawingml/2006/main">
              <a:ext uri="{FF2B5EF4-FFF2-40B4-BE49-F238E27FC236}">
                <a16:creationId xmlns:a16="http://schemas.microsoft.com/office/drawing/2014/main" id="{F06B4249-7053-43F7-88A9-79C163E027C8}"/>
              </a:ext>
            </a:extLst>
          </p:cNvPr>
          <p:cNvSpPr>
            <a:spLocks xmlns:a="http://schemas.openxmlformats.org/drawingml/2006/main" noGrp="1"/>
          </p:cNvSpPr>
          <p:nvPr/>
        </p:nvSpPr>
        <p:spPr>
          <a:xfrm xmlns:a="http://schemas.openxmlformats.org/drawingml/2006/main">
            <a:off x="6905625" y="3914775"/>
            <a:ext cx="76200" cy="6477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840CF66-3D81-4402-B496-49B781FC25D0}"/>
              </a:ext>
            </a:extLst>
          </p:cNvPr>
          <p:cNvSpPr>
            <a:spLocks xmlns:a="http://schemas.openxmlformats.org/drawingml/2006/main" noGrp="1"/>
          </p:cNvSpPr>
          <p:nvPr/>
        </p:nvSpPr>
        <p:spPr>
          <a:xfrm xmlns:a="http://schemas.openxmlformats.org/drawingml/2006/main">
            <a:off x="7134225" y="40671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04  Derive order_total and display</a:t>
            </a:r>
          </a:p>
        </p:txBody>
      </p:sp>
      <p:sp>
        <p:nvSpPr>
          <p:cNvPr id="23" name="">
            <a:extLst xmlns:a="http://schemas.openxmlformats.org/drawingml/2006/main">
              <a:ext uri="{FF2B5EF4-FFF2-40B4-BE49-F238E27FC236}">
                <a16:creationId xmlns:a16="http://schemas.microsoft.com/office/drawing/2014/main" id="{B92727B3-477E-420C-84A7-009B43B4E874}"/>
              </a:ext>
            </a:extLst>
          </p:cNvPr>
          <p:cNvSpPr>
            <a:spLocks xmlns:a="http://schemas.openxmlformats.org/drawingml/2006/main" noGrp="1"/>
          </p:cNvSpPr>
          <p:nvPr/>
        </p:nvSpPr>
        <p:spPr>
          <a:xfrm xmlns:a="http://schemas.openxmlformats.org/drawingml/2006/main">
            <a:off x="7134225" y="4410075"/>
            <a:ext cx="40576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4DE8F05D-20E6-452F-BF17-E03B89914182}"/>
              </a:ext>
            </a:extLst>
          </p:cNvPr>
          <p:cNvSpPr>
            <a:spLocks xmlns:a="http://schemas.openxmlformats.org/drawingml/2006/main" noGrp="1"/>
          </p:cNvSpPr>
          <p:nvPr/>
        </p:nvSpPr>
        <p:spPr>
          <a:xfrm xmlns:a="http://schemas.openxmlformats.org/drawingml/2006/main">
            <a:off x="6905625" y="4695825"/>
            <a:ext cx="4476750" cy="647700"/>
          </a:xfrm>
          <a:prstGeom xmlns:a="http://schemas.openxmlformats.org/drawingml/2006/main" prst="roundRect">
            <a:avLst>
              <a:gd name="adj" fmla="val 11765"/>
            </a:avLst>
          </a:prstGeom>
          <a:solidFill xmlns:a="http://schemas.openxmlformats.org/drawingml/2006/main">
            <a:srgbClr val="F3F7FA"/>
          </a:solidFill>
          <a:ln xmlns:a="http://schemas.openxmlformats.org/drawingml/2006/main" w="9525">
            <a:solidFill>
              <a:srgbClr val="D9E1E8"/>
            </a:solidFill>
          </a:ln>
        </p:spPr>
      </p:sp>
      <p:sp>
        <p:nvSpPr>
          <p:cNvPr id="25" name="">
            <a:extLst xmlns:a="http://schemas.openxmlformats.org/drawingml/2006/main">
              <a:ext uri="{FF2B5EF4-FFF2-40B4-BE49-F238E27FC236}">
                <a16:creationId xmlns:a16="http://schemas.microsoft.com/office/drawing/2014/main" id="{F60EB816-E80F-46C3-8255-1B92CFD8E5AF}"/>
              </a:ext>
            </a:extLst>
          </p:cNvPr>
          <p:cNvSpPr>
            <a:spLocks xmlns:a="http://schemas.openxmlformats.org/drawingml/2006/main" noGrp="1"/>
          </p:cNvSpPr>
          <p:nvPr/>
        </p:nvSpPr>
        <p:spPr>
          <a:xfrm xmlns:a="http://schemas.openxmlformats.org/drawingml/2006/main">
            <a:off x="6905625" y="4695825"/>
            <a:ext cx="76200" cy="6477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FD8BCE0-79D2-42B6-85DF-64470D4352C4}"/>
              </a:ext>
            </a:extLst>
          </p:cNvPr>
          <p:cNvSpPr>
            <a:spLocks xmlns:a="http://schemas.openxmlformats.org/drawingml/2006/main" noGrp="1"/>
          </p:cNvSpPr>
          <p:nvPr/>
        </p:nvSpPr>
        <p:spPr>
          <a:xfrm xmlns:a="http://schemas.openxmlformats.org/drawingml/2006/main">
            <a:off x="7134225" y="48482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05  Register orders_work and run SQL</a:t>
            </a:r>
          </a:p>
        </p:txBody>
      </p:sp>
      <p:sp>
        <p:nvSpPr>
          <p:cNvPr id="27" name="">
            <a:extLst xmlns:a="http://schemas.openxmlformats.org/drawingml/2006/main">
              <a:ext uri="{FF2B5EF4-FFF2-40B4-BE49-F238E27FC236}">
                <a16:creationId xmlns:a16="http://schemas.microsoft.com/office/drawing/2014/main" id="{93FA25C2-75A6-4A7B-97D5-4FB95084D9F2}"/>
              </a:ext>
            </a:extLst>
          </p:cNvPr>
          <p:cNvSpPr>
            <a:spLocks xmlns:a="http://schemas.openxmlformats.org/drawingml/2006/main" noGrp="1"/>
          </p:cNvSpPr>
          <p:nvPr/>
        </p:nvSpPr>
        <p:spPr>
          <a:xfrm xmlns:a="http://schemas.openxmlformats.org/drawingml/2006/main">
            <a:off x="7134225" y="5191125"/>
            <a:ext cx="40576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Tree>
    <p:extLst>
      <p:ext uri="{BB962C8B-B14F-4D97-AF65-F5344CB8AC3E}">
        <p14:creationId xmlns:p14="http://schemas.microsoft.com/office/powerpoint/2010/main" val="53819483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BE2B0DB-0C69-4567-B3EA-696ABD5140E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87EF17-DD5A-439A-9561-2C98F27AEABC}"/>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CSV, JSON, Parquet and Delta</a:t>
            </a:r>
          </a:p>
        </p:txBody>
      </p:sp>
      <p:sp>
        <p:nvSpPr>
          <p:cNvPr id="3" name="">
            <a:extLst xmlns:a="http://schemas.openxmlformats.org/drawingml/2006/main">
              <a:ext uri="{FF2B5EF4-FFF2-40B4-BE49-F238E27FC236}">
                <a16:creationId xmlns:a16="http://schemas.microsoft.com/office/drawing/2014/main" id="{931B8DFE-BCD1-4852-BBD9-4D5E421BACE9}"/>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Choose a format based on structure and reliability needs</a:t>
            </a:r>
          </a:p>
        </p:txBody>
      </p:sp>
      <p:sp>
        <p:nvSpPr>
          <p:cNvPr id="4" name="">
            <a:extLst xmlns:a="http://schemas.openxmlformats.org/drawingml/2006/main">
              <a:ext uri="{FF2B5EF4-FFF2-40B4-BE49-F238E27FC236}">
                <a16:creationId xmlns:a16="http://schemas.microsoft.com/office/drawing/2014/main" id="{BA682544-24E2-414F-84A1-B875DF009DE4}"/>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B52850-794D-44E4-8066-7AB2BF1B6EA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19C0756-02E3-40BD-9838-E5A85AF1A377}"/>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18</a:t>
            </a:r>
          </a:p>
        </p:txBody>
      </p:sp>
      <p:sp>
        <p:nvSpPr>
          <p:cNvPr id="7" name="">
            <a:extLst xmlns:a="http://schemas.openxmlformats.org/drawingml/2006/main">
              <a:ext uri="{FF2B5EF4-FFF2-40B4-BE49-F238E27FC236}">
                <a16:creationId xmlns:a16="http://schemas.microsoft.com/office/drawing/2014/main" id="{4A898147-86F1-4D96-A5F6-51D3B3B0742A}"/>
              </a:ext>
            </a:extLst>
          </p:cNvPr>
          <p:cNvSpPr>
            <a:spLocks xmlns:a="http://schemas.openxmlformats.org/drawingml/2006/main" noGrp="1"/>
          </p:cNvSpPr>
          <p:nvPr/>
        </p:nvSpPr>
        <p:spPr>
          <a:xfrm xmlns:a="http://schemas.openxmlformats.org/drawingml/2006/main">
            <a:off x="619125" y="1809750"/>
            <a:ext cx="2571750" cy="2571750"/>
          </a:xfrm>
          <a:prstGeom xmlns:a="http://schemas.openxmlformats.org/drawingml/2006/main" prst="roundRect">
            <a:avLst>
              <a:gd name="adj" fmla="val 2963"/>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1EC08647-55EE-430C-BAD7-CAA6D90D4E4D}"/>
              </a:ext>
            </a:extLst>
          </p:cNvPr>
          <p:cNvSpPr>
            <a:spLocks xmlns:a="http://schemas.openxmlformats.org/drawingml/2006/main" noGrp="1"/>
          </p:cNvSpPr>
          <p:nvPr/>
        </p:nvSpPr>
        <p:spPr>
          <a:xfrm xmlns:a="http://schemas.openxmlformats.org/drawingml/2006/main">
            <a:off x="619125" y="1809750"/>
            <a:ext cx="2571750" cy="114300"/>
          </a:xfrm>
          <a:prstGeom xmlns:a="http://schemas.openxmlformats.org/drawingml/2006/main" prst="roundRect">
            <a:avLst>
              <a:gd name="adj" fmla="val 50000"/>
            </a:avLst>
          </a:prstGeom>
          <a:solidFill xmlns:a="http://schemas.openxmlformats.org/drawingml/2006/main">
            <a:srgbClr val="5B687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D306DC-DE0C-4B5E-9F83-6FC536099811}"/>
              </a:ext>
            </a:extLst>
          </p:cNvPr>
          <p:cNvSpPr>
            <a:spLocks xmlns:a="http://schemas.openxmlformats.org/drawingml/2006/main" noGrp="1"/>
          </p:cNvSpPr>
          <p:nvPr/>
        </p:nvSpPr>
        <p:spPr>
          <a:xfrm xmlns:a="http://schemas.openxmlformats.org/drawingml/2006/main">
            <a:off x="828675" y="2143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71C2C"/>
                </a:solidFill>
                <a:latin typeface="Bitstream Charter"/>
                <a:ea typeface="Bitstream Charter"/>
                <a:cs typeface="Bitstream Charter"/>
              </a:defRPr>
            </a:pPr>
            <a:r>
              <a:rPr sz="2250" b="1">
                <a:solidFill>
                  <a:srgbClr val="071C2C"/>
                </a:solidFill>
                <a:latin typeface="Bitstream Charter"/>
                <a:ea typeface="Bitstream Charter"/>
                <a:cs typeface="Bitstream Charter"/>
              </a:rPr>
              <a:t>CSV</a:t>
            </a:r>
          </a:p>
        </p:txBody>
      </p:sp>
      <p:sp>
        <p:nvSpPr>
          <p:cNvPr id="10" name="">
            <a:extLst xmlns:a="http://schemas.openxmlformats.org/drawingml/2006/main">
              <a:ext uri="{FF2B5EF4-FFF2-40B4-BE49-F238E27FC236}">
                <a16:creationId xmlns:a16="http://schemas.microsoft.com/office/drawing/2014/main" id="{563C23C2-852E-4AEE-A229-4E4D436754ED}"/>
              </a:ext>
            </a:extLst>
          </p:cNvPr>
          <p:cNvSpPr>
            <a:spLocks xmlns:a="http://schemas.openxmlformats.org/drawingml/2006/main" noGrp="1"/>
          </p:cNvSpPr>
          <p:nvPr/>
        </p:nvSpPr>
        <p:spPr>
          <a:xfrm xmlns:a="http://schemas.openxmlformats.org/drawingml/2006/main">
            <a:off x="828675" y="28098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E74B5"/>
                </a:solidFill>
                <a:latin typeface="Bitstream Charter"/>
                <a:ea typeface="Bitstream Charter"/>
                <a:cs typeface="Bitstream Charter"/>
              </a:defRPr>
            </a:pPr>
            <a:r>
              <a:rPr sz="1200" b="1">
                <a:solidFill>
                  <a:srgbClr val="2E74B5"/>
                </a:solidFill>
                <a:latin typeface="Bitstream Charter"/>
                <a:ea typeface="Bitstream Charter"/>
                <a:cs typeface="Bitstream Charter"/>
              </a:rPr>
              <a:t>Exchange</a:t>
            </a:r>
          </a:p>
        </p:txBody>
      </p:sp>
      <p:sp>
        <p:nvSpPr>
          <p:cNvPr id="11" name="">
            <a:extLst xmlns:a="http://schemas.openxmlformats.org/drawingml/2006/main">
              <a:ext uri="{FF2B5EF4-FFF2-40B4-BE49-F238E27FC236}">
                <a16:creationId xmlns:a16="http://schemas.microsoft.com/office/drawing/2014/main" id="{9D29AF1D-38B6-456D-A113-A2745A4B9E3A}"/>
              </a:ext>
            </a:extLst>
          </p:cNvPr>
          <p:cNvSpPr>
            <a:spLocks xmlns:a="http://schemas.openxmlformats.org/drawingml/2006/main" noGrp="1"/>
          </p:cNvSpPr>
          <p:nvPr/>
        </p:nvSpPr>
        <p:spPr>
          <a:xfrm xmlns:a="http://schemas.openxmlformats.org/drawingml/2006/main">
            <a:off x="828675" y="3333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Simple, no embedded types</a:t>
            </a:r>
          </a:p>
        </p:txBody>
      </p:sp>
      <p:sp>
        <p:nvSpPr>
          <p:cNvPr id="12" name="">
            <a:extLst xmlns:a="http://schemas.openxmlformats.org/drawingml/2006/main">
              <a:ext uri="{FF2B5EF4-FFF2-40B4-BE49-F238E27FC236}">
                <a16:creationId xmlns:a16="http://schemas.microsoft.com/office/drawing/2014/main" id="{616B30C2-F49D-4575-BCC6-B714E16BE2CF}"/>
              </a:ext>
            </a:extLst>
          </p:cNvPr>
          <p:cNvSpPr>
            <a:spLocks xmlns:a="http://schemas.openxmlformats.org/drawingml/2006/main" noGrp="1"/>
          </p:cNvSpPr>
          <p:nvPr/>
        </p:nvSpPr>
        <p:spPr>
          <a:xfrm xmlns:a="http://schemas.openxmlformats.org/drawingml/2006/main">
            <a:off x="3476625" y="1809750"/>
            <a:ext cx="2571750" cy="2571750"/>
          </a:xfrm>
          <a:prstGeom xmlns:a="http://schemas.openxmlformats.org/drawingml/2006/main" prst="roundRect">
            <a:avLst>
              <a:gd name="adj" fmla="val 2963"/>
            </a:avLst>
          </a:prstGeom>
          <a:solidFill xmlns:a="http://schemas.openxmlformats.org/drawingml/2006/main">
            <a:srgbClr val="F3F7FA"/>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6C2735CE-F3A2-4339-BAF7-E2E1399C2C15}"/>
              </a:ext>
            </a:extLst>
          </p:cNvPr>
          <p:cNvSpPr>
            <a:spLocks xmlns:a="http://schemas.openxmlformats.org/drawingml/2006/main" noGrp="1"/>
          </p:cNvSpPr>
          <p:nvPr/>
        </p:nvSpPr>
        <p:spPr>
          <a:xfrm xmlns:a="http://schemas.openxmlformats.org/drawingml/2006/main">
            <a:off x="3476625" y="1809750"/>
            <a:ext cx="2571750" cy="1143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F0C448-F52F-4977-844E-15B83AA83387}"/>
              </a:ext>
            </a:extLst>
          </p:cNvPr>
          <p:cNvSpPr>
            <a:spLocks xmlns:a="http://schemas.openxmlformats.org/drawingml/2006/main" noGrp="1"/>
          </p:cNvSpPr>
          <p:nvPr/>
        </p:nvSpPr>
        <p:spPr>
          <a:xfrm xmlns:a="http://schemas.openxmlformats.org/drawingml/2006/main">
            <a:off x="3686175" y="2143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71C2C"/>
                </a:solidFill>
                <a:latin typeface="Bitstream Charter"/>
                <a:ea typeface="Bitstream Charter"/>
                <a:cs typeface="Bitstream Charter"/>
              </a:defRPr>
            </a:pPr>
            <a:r>
              <a:rPr sz="2250" b="1">
                <a:solidFill>
                  <a:srgbClr val="071C2C"/>
                </a:solidFill>
                <a:latin typeface="Bitstream Charter"/>
                <a:ea typeface="Bitstream Charter"/>
                <a:cs typeface="Bitstream Charter"/>
              </a:rPr>
              <a:t>JSON</a:t>
            </a:r>
          </a:p>
        </p:txBody>
      </p:sp>
      <p:sp>
        <p:nvSpPr>
          <p:cNvPr id="15" name="">
            <a:extLst xmlns:a="http://schemas.openxmlformats.org/drawingml/2006/main">
              <a:ext uri="{FF2B5EF4-FFF2-40B4-BE49-F238E27FC236}">
                <a16:creationId xmlns:a16="http://schemas.microsoft.com/office/drawing/2014/main" id="{532BBDA6-EF95-4409-B656-96E60241F026}"/>
              </a:ext>
            </a:extLst>
          </p:cNvPr>
          <p:cNvSpPr>
            <a:spLocks xmlns:a="http://schemas.openxmlformats.org/drawingml/2006/main" noGrp="1"/>
          </p:cNvSpPr>
          <p:nvPr/>
        </p:nvSpPr>
        <p:spPr>
          <a:xfrm xmlns:a="http://schemas.openxmlformats.org/drawingml/2006/main">
            <a:off x="3686175" y="28098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E74B5"/>
                </a:solidFill>
                <a:latin typeface="Bitstream Charter"/>
                <a:ea typeface="Bitstream Charter"/>
                <a:cs typeface="Bitstream Charter"/>
              </a:defRPr>
            </a:pPr>
            <a:r>
              <a:rPr sz="1200" b="1">
                <a:solidFill>
                  <a:srgbClr val="2E74B5"/>
                </a:solidFill>
                <a:latin typeface="Bitstream Charter"/>
                <a:ea typeface="Bitstream Charter"/>
                <a:cs typeface="Bitstream Charter"/>
              </a:rPr>
              <a:t>Events</a:t>
            </a:r>
          </a:p>
        </p:txBody>
      </p:sp>
      <p:sp>
        <p:nvSpPr>
          <p:cNvPr id="16" name="">
            <a:extLst xmlns:a="http://schemas.openxmlformats.org/drawingml/2006/main">
              <a:ext uri="{FF2B5EF4-FFF2-40B4-BE49-F238E27FC236}">
                <a16:creationId xmlns:a16="http://schemas.microsoft.com/office/drawing/2014/main" id="{7BCB08AC-8E27-445A-BA79-3997B36C3DC5}"/>
              </a:ext>
            </a:extLst>
          </p:cNvPr>
          <p:cNvSpPr>
            <a:spLocks xmlns:a="http://schemas.openxmlformats.org/drawingml/2006/main" noGrp="1"/>
          </p:cNvSpPr>
          <p:nvPr/>
        </p:nvSpPr>
        <p:spPr>
          <a:xfrm xmlns:a="http://schemas.openxmlformats.org/drawingml/2006/main">
            <a:off x="3686175" y="3333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Nested but verbose</a:t>
            </a:r>
          </a:p>
        </p:txBody>
      </p:sp>
      <p:sp>
        <p:nvSpPr>
          <p:cNvPr id="17" name="">
            <a:extLst xmlns:a="http://schemas.openxmlformats.org/drawingml/2006/main">
              <a:ext uri="{FF2B5EF4-FFF2-40B4-BE49-F238E27FC236}">
                <a16:creationId xmlns:a16="http://schemas.microsoft.com/office/drawing/2014/main" id="{E875CF63-6BA1-42FC-BE96-E26E77A87C33}"/>
              </a:ext>
            </a:extLst>
          </p:cNvPr>
          <p:cNvSpPr>
            <a:spLocks xmlns:a="http://schemas.openxmlformats.org/drawingml/2006/main" noGrp="1"/>
          </p:cNvSpPr>
          <p:nvPr/>
        </p:nvSpPr>
        <p:spPr>
          <a:xfrm xmlns:a="http://schemas.openxmlformats.org/drawingml/2006/main">
            <a:off x="6334125" y="1809750"/>
            <a:ext cx="2571750" cy="2571750"/>
          </a:xfrm>
          <a:prstGeom xmlns:a="http://schemas.openxmlformats.org/drawingml/2006/main" prst="roundRect">
            <a:avLst>
              <a:gd name="adj" fmla="val 2963"/>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0DDBC85D-FF0A-431E-ACAA-7DDB1282439A}"/>
              </a:ext>
            </a:extLst>
          </p:cNvPr>
          <p:cNvSpPr>
            <a:spLocks xmlns:a="http://schemas.openxmlformats.org/drawingml/2006/main" noGrp="1"/>
          </p:cNvSpPr>
          <p:nvPr/>
        </p:nvSpPr>
        <p:spPr>
          <a:xfrm xmlns:a="http://schemas.openxmlformats.org/drawingml/2006/main">
            <a:off x="6334125" y="1809750"/>
            <a:ext cx="2571750" cy="1143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13DA67-C817-4C5C-9CD2-F2E7E1DE9502}"/>
              </a:ext>
            </a:extLst>
          </p:cNvPr>
          <p:cNvSpPr>
            <a:spLocks xmlns:a="http://schemas.openxmlformats.org/drawingml/2006/main" noGrp="1"/>
          </p:cNvSpPr>
          <p:nvPr/>
        </p:nvSpPr>
        <p:spPr>
          <a:xfrm xmlns:a="http://schemas.openxmlformats.org/drawingml/2006/main">
            <a:off x="6543675" y="2143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71C2C"/>
                </a:solidFill>
                <a:latin typeface="Bitstream Charter"/>
                <a:ea typeface="Bitstream Charter"/>
                <a:cs typeface="Bitstream Charter"/>
              </a:defRPr>
            </a:pPr>
            <a:r>
              <a:rPr sz="2250" b="1">
                <a:solidFill>
                  <a:srgbClr val="071C2C"/>
                </a:solidFill>
                <a:latin typeface="Bitstream Charter"/>
                <a:ea typeface="Bitstream Charter"/>
                <a:cs typeface="Bitstream Charter"/>
              </a:rPr>
              <a:t>Parquet</a:t>
            </a:r>
          </a:p>
        </p:txBody>
      </p:sp>
      <p:sp>
        <p:nvSpPr>
          <p:cNvPr id="20" name="">
            <a:extLst xmlns:a="http://schemas.openxmlformats.org/drawingml/2006/main">
              <a:ext uri="{FF2B5EF4-FFF2-40B4-BE49-F238E27FC236}">
                <a16:creationId xmlns:a16="http://schemas.microsoft.com/office/drawing/2014/main" id="{10540755-D1B8-4E9F-8606-DD62DD6FE325}"/>
              </a:ext>
            </a:extLst>
          </p:cNvPr>
          <p:cNvSpPr>
            <a:spLocks xmlns:a="http://schemas.openxmlformats.org/drawingml/2006/main" noGrp="1"/>
          </p:cNvSpPr>
          <p:nvPr/>
        </p:nvSpPr>
        <p:spPr>
          <a:xfrm xmlns:a="http://schemas.openxmlformats.org/drawingml/2006/main">
            <a:off x="6543675" y="28098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E74B5"/>
                </a:solidFill>
                <a:latin typeface="Bitstream Charter"/>
                <a:ea typeface="Bitstream Charter"/>
                <a:cs typeface="Bitstream Charter"/>
              </a:defRPr>
            </a:pPr>
            <a:r>
              <a:rPr sz="1200" b="1">
                <a:solidFill>
                  <a:srgbClr val="2E74B5"/>
                </a:solidFill>
                <a:latin typeface="Bitstream Charter"/>
                <a:ea typeface="Bitstream Charter"/>
                <a:cs typeface="Bitstream Charter"/>
              </a:rPr>
              <a:t>Analytics</a:t>
            </a:r>
          </a:p>
        </p:txBody>
      </p:sp>
      <p:sp>
        <p:nvSpPr>
          <p:cNvPr id="21" name="">
            <a:extLst xmlns:a="http://schemas.openxmlformats.org/drawingml/2006/main">
              <a:ext uri="{FF2B5EF4-FFF2-40B4-BE49-F238E27FC236}">
                <a16:creationId xmlns:a16="http://schemas.microsoft.com/office/drawing/2014/main" id="{FD2C2345-4094-46E2-98E2-BBA5E72F0AA7}"/>
              </a:ext>
            </a:extLst>
          </p:cNvPr>
          <p:cNvSpPr>
            <a:spLocks xmlns:a="http://schemas.openxmlformats.org/drawingml/2006/main" noGrp="1"/>
          </p:cNvSpPr>
          <p:nvPr/>
        </p:nvSpPr>
        <p:spPr>
          <a:xfrm xmlns:a="http://schemas.openxmlformats.org/drawingml/2006/main">
            <a:off x="6543675" y="3333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Columnar and compressed</a:t>
            </a:r>
          </a:p>
        </p:txBody>
      </p:sp>
      <p:sp>
        <p:nvSpPr>
          <p:cNvPr id="22" name="">
            <a:extLst xmlns:a="http://schemas.openxmlformats.org/drawingml/2006/main">
              <a:ext uri="{FF2B5EF4-FFF2-40B4-BE49-F238E27FC236}">
                <a16:creationId xmlns:a16="http://schemas.microsoft.com/office/drawing/2014/main" id="{569106A5-D70C-44BE-A4FC-55DA9281C175}"/>
              </a:ext>
            </a:extLst>
          </p:cNvPr>
          <p:cNvSpPr>
            <a:spLocks xmlns:a="http://schemas.openxmlformats.org/drawingml/2006/main" noGrp="1"/>
          </p:cNvSpPr>
          <p:nvPr/>
        </p:nvSpPr>
        <p:spPr>
          <a:xfrm xmlns:a="http://schemas.openxmlformats.org/drawingml/2006/main">
            <a:off x="9191625" y="1809750"/>
            <a:ext cx="2571750" cy="2571750"/>
          </a:xfrm>
          <a:prstGeom xmlns:a="http://schemas.openxmlformats.org/drawingml/2006/main" prst="roundRect">
            <a:avLst>
              <a:gd name="adj" fmla="val 2963"/>
            </a:avLst>
          </a:prstGeom>
          <a:solidFill xmlns:a="http://schemas.openxmlformats.org/drawingml/2006/main">
            <a:srgbClr val="F3F7FA"/>
          </a:solidFill>
          <a:ln xmlns:a="http://schemas.openxmlformats.org/drawingml/2006/main" w="9525">
            <a:solidFill>
              <a:srgbClr val="D9E1E8"/>
            </a:solidFill>
          </a:ln>
        </p:spPr>
      </p:sp>
      <p:sp>
        <p:nvSpPr>
          <p:cNvPr id="23" name="">
            <a:extLst xmlns:a="http://schemas.openxmlformats.org/drawingml/2006/main">
              <a:ext uri="{FF2B5EF4-FFF2-40B4-BE49-F238E27FC236}">
                <a16:creationId xmlns:a16="http://schemas.microsoft.com/office/drawing/2014/main" id="{6794EEDD-87AE-42B2-BF9F-A0F7845E1A1F}"/>
              </a:ext>
            </a:extLst>
          </p:cNvPr>
          <p:cNvSpPr>
            <a:spLocks xmlns:a="http://schemas.openxmlformats.org/drawingml/2006/main" noGrp="1"/>
          </p:cNvSpPr>
          <p:nvPr/>
        </p:nvSpPr>
        <p:spPr>
          <a:xfrm xmlns:a="http://schemas.openxmlformats.org/drawingml/2006/main">
            <a:off x="9191625" y="1809750"/>
            <a:ext cx="2571750" cy="1143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DFC904E-8554-423B-8F43-5DE82ECDE344}"/>
              </a:ext>
            </a:extLst>
          </p:cNvPr>
          <p:cNvSpPr>
            <a:spLocks xmlns:a="http://schemas.openxmlformats.org/drawingml/2006/main" noGrp="1"/>
          </p:cNvSpPr>
          <p:nvPr/>
        </p:nvSpPr>
        <p:spPr>
          <a:xfrm xmlns:a="http://schemas.openxmlformats.org/drawingml/2006/main">
            <a:off x="9401175" y="2143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71C2C"/>
                </a:solidFill>
                <a:latin typeface="Bitstream Charter"/>
                <a:ea typeface="Bitstream Charter"/>
                <a:cs typeface="Bitstream Charter"/>
              </a:defRPr>
            </a:pPr>
            <a:r>
              <a:rPr sz="2250" b="1">
                <a:solidFill>
                  <a:srgbClr val="071C2C"/>
                </a:solidFill>
                <a:latin typeface="Bitstream Charter"/>
                <a:ea typeface="Bitstream Charter"/>
                <a:cs typeface="Bitstream Charter"/>
              </a:rPr>
              <a:t>Delta</a:t>
            </a:r>
          </a:p>
        </p:txBody>
      </p:sp>
      <p:sp>
        <p:nvSpPr>
          <p:cNvPr id="25" name="">
            <a:extLst xmlns:a="http://schemas.openxmlformats.org/drawingml/2006/main">
              <a:ext uri="{FF2B5EF4-FFF2-40B4-BE49-F238E27FC236}">
                <a16:creationId xmlns:a16="http://schemas.microsoft.com/office/drawing/2014/main" id="{10F76E05-5405-429C-8C28-22458154BE77}"/>
              </a:ext>
            </a:extLst>
          </p:cNvPr>
          <p:cNvSpPr>
            <a:spLocks xmlns:a="http://schemas.openxmlformats.org/drawingml/2006/main" noGrp="1"/>
          </p:cNvSpPr>
          <p:nvPr/>
        </p:nvSpPr>
        <p:spPr>
          <a:xfrm xmlns:a="http://schemas.openxmlformats.org/drawingml/2006/main">
            <a:off x="9401175" y="28098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E74B5"/>
                </a:solidFill>
                <a:latin typeface="Bitstream Charter"/>
                <a:ea typeface="Bitstream Charter"/>
                <a:cs typeface="Bitstream Charter"/>
              </a:defRPr>
            </a:pPr>
            <a:r>
              <a:rPr sz="1200" b="1">
                <a:solidFill>
                  <a:srgbClr val="2E74B5"/>
                </a:solidFill>
                <a:latin typeface="Bitstream Charter"/>
                <a:ea typeface="Bitstream Charter"/>
                <a:cs typeface="Bitstream Charter"/>
              </a:rPr>
              <a:t>Trusted tables</a:t>
            </a:r>
          </a:p>
        </p:txBody>
      </p:sp>
      <p:sp>
        <p:nvSpPr>
          <p:cNvPr id="26" name="">
            <a:extLst xmlns:a="http://schemas.openxmlformats.org/drawingml/2006/main">
              <a:ext uri="{FF2B5EF4-FFF2-40B4-BE49-F238E27FC236}">
                <a16:creationId xmlns:a16="http://schemas.microsoft.com/office/drawing/2014/main" id="{23C2AFC1-9A02-4976-9B1D-E25F6F7356F0}"/>
              </a:ext>
            </a:extLst>
          </p:cNvPr>
          <p:cNvSpPr>
            <a:spLocks xmlns:a="http://schemas.openxmlformats.org/drawingml/2006/main" noGrp="1"/>
          </p:cNvSpPr>
          <p:nvPr/>
        </p:nvSpPr>
        <p:spPr>
          <a:xfrm xmlns:a="http://schemas.openxmlformats.org/drawingml/2006/main">
            <a:off x="9401175" y="33337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Parquet + transaction log</a:t>
            </a:r>
          </a:p>
        </p:txBody>
      </p:sp>
      <p:sp>
        <p:nvSpPr>
          <p:cNvPr id="27" name="">
            <a:extLst xmlns:a="http://schemas.openxmlformats.org/drawingml/2006/main">
              <a:ext uri="{FF2B5EF4-FFF2-40B4-BE49-F238E27FC236}">
                <a16:creationId xmlns:a16="http://schemas.microsoft.com/office/drawing/2014/main" id="{DBB21146-3371-4FF9-A7C7-94590ED7917A}"/>
              </a:ext>
            </a:extLst>
          </p:cNvPr>
          <p:cNvSpPr>
            <a:spLocks xmlns:a="http://schemas.openxmlformats.org/drawingml/2006/main" noGrp="1"/>
          </p:cNvSpPr>
          <p:nvPr/>
        </p:nvSpPr>
        <p:spPr>
          <a:xfrm xmlns:a="http://schemas.openxmlformats.org/drawingml/2006/main">
            <a:off x="1190625" y="4762500"/>
            <a:ext cx="981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071C2C"/>
                </a:solidFill>
                <a:latin typeface="Bitstream Charter"/>
                <a:ea typeface="Bitstream Charter"/>
                <a:cs typeface="Bitstream Charter"/>
              </a:defRPr>
            </a:pPr>
            <a:r>
              <a:rPr sz="1650" b="1">
                <a:solidFill>
                  <a:srgbClr val="071C2C"/>
                </a:solidFill>
                <a:latin typeface="Bitstream Charter"/>
                <a:ea typeface="Bitstream Charter"/>
                <a:cs typeface="Bitstream Charter"/>
              </a:rPr>
              <a:t>Parquet is columnar—but transactions, history and time travel come from Delta.</a:t>
            </a:r>
          </a:p>
        </p:txBody>
      </p:sp>
    </p:spTree>
    <p:extLst>
      <p:ext uri="{BB962C8B-B14F-4D97-AF65-F5344CB8AC3E}">
        <p14:creationId xmlns:p14="http://schemas.microsoft.com/office/powerpoint/2010/main" val="34552687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1DDFE52-4329-4570-ACD8-394AB962EB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421A00-E46F-4883-85C1-10A228725A7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Build the orders DataFrame</a:t>
            </a:r>
          </a:p>
        </p:txBody>
      </p:sp>
      <p:sp>
        <p:nvSpPr>
          <p:cNvPr id="3" name="">
            <a:extLst xmlns:a="http://schemas.openxmlformats.org/drawingml/2006/main">
              <a:ext uri="{FF2B5EF4-FFF2-40B4-BE49-F238E27FC236}">
                <a16:creationId xmlns:a16="http://schemas.microsoft.com/office/drawing/2014/main" id="{A7461EF8-8DA7-4278-BF34-D1E53E6DBA58}"/>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 tiny input teaches the same API used at larger scale</a:t>
            </a:r>
          </a:p>
        </p:txBody>
      </p:sp>
      <p:sp>
        <p:nvSpPr>
          <p:cNvPr id="4" name="">
            <a:extLst xmlns:a="http://schemas.openxmlformats.org/drawingml/2006/main">
              <a:ext uri="{FF2B5EF4-FFF2-40B4-BE49-F238E27FC236}">
                <a16:creationId xmlns:a16="http://schemas.microsoft.com/office/drawing/2014/main" id="{E02962DF-C18A-4623-9DB7-4DBE7567EEF6}"/>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8AD0EB-5B8F-4796-A985-D7C4D81565A8}"/>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5774FB2-2185-417F-A016-7E0DCFBC79E7}"/>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19</a:t>
            </a:r>
          </a:p>
        </p:txBody>
      </p:sp>
      <p:sp>
        <p:nvSpPr>
          <p:cNvPr id="7" name="">
            <a:extLst xmlns:a="http://schemas.openxmlformats.org/drawingml/2006/main">
              <a:ext uri="{FF2B5EF4-FFF2-40B4-BE49-F238E27FC236}">
                <a16:creationId xmlns:a16="http://schemas.microsoft.com/office/drawing/2014/main" id="{29B8F0A1-E3D5-4ECB-9688-38410271A8CF}"/>
              </a:ext>
            </a:extLst>
          </p:cNvPr>
          <p:cNvSpPr>
            <a:spLocks xmlns:a="http://schemas.openxmlformats.org/drawingml/2006/main" noGrp="1"/>
          </p:cNvSpPr>
          <p:nvPr/>
        </p:nvSpPr>
        <p:spPr>
          <a:xfrm xmlns:a="http://schemas.openxmlformats.org/drawingml/2006/main">
            <a:off x="666750" y="1619250"/>
            <a:ext cx="657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75E77FE4-FBC7-41B1-8DA0-7114FAFAC348}"/>
              </a:ext>
            </a:extLst>
          </p:cNvPr>
          <p:cNvSpPr>
            <a:spLocks xmlns:a="http://schemas.openxmlformats.org/drawingml/2006/main" noGrp="1"/>
          </p:cNvSpPr>
          <p:nvPr/>
        </p:nvSpPr>
        <p:spPr>
          <a:xfrm xmlns:a="http://schemas.openxmlformats.org/drawingml/2006/main">
            <a:off x="666750" y="1847850"/>
            <a:ext cx="6572250" cy="3295650"/>
          </a:xfrm>
          <a:prstGeom xmlns:a="http://schemas.openxmlformats.org/drawingml/2006/main" prst="roundRect">
            <a:avLst>
              <a:gd name="adj" fmla="val 2312"/>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CE564CB0-E8A5-4819-95CF-7D6FD0513ED6}"/>
              </a:ext>
            </a:extLst>
          </p:cNvPr>
          <p:cNvSpPr>
            <a:spLocks xmlns:a="http://schemas.openxmlformats.org/drawingml/2006/main" noGrp="1"/>
          </p:cNvSpPr>
          <p:nvPr/>
        </p:nvSpPr>
        <p:spPr>
          <a:xfrm xmlns:a="http://schemas.openxmlformats.org/drawingml/2006/main">
            <a:off x="838200" y="1943100"/>
            <a:ext cx="6229350" cy="3105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orders_df = spark.createDataFrame([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(1001, 'Keyboard', 2, 45.00),</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(1002, 'Mouse', 1, 25.00),</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(1003, 'Monitor', 2, 220.00)</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['order_id','product','quantity','unit_price'])</a:t>
            </a:r>
          </a:p>
        </p:txBody>
      </p:sp>
      <p:sp>
        <p:nvSpPr>
          <p:cNvPr id="10" name="">
            <a:extLst xmlns:a="http://schemas.openxmlformats.org/drawingml/2006/main">
              <a:ext uri="{FF2B5EF4-FFF2-40B4-BE49-F238E27FC236}">
                <a16:creationId xmlns:a16="http://schemas.microsoft.com/office/drawing/2014/main" id="{3184742C-696D-4A02-87A5-E14928498860}"/>
              </a:ext>
            </a:extLst>
          </p:cNvPr>
          <p:cNvSpPr>
            <a:spLocks xmlns:a="http://schemas.openxmlformats.org/drawingml/2006/main" noGrp="1"/>
          </p:cNvSpPr>
          <p:nvPr/>
        </p:nvSpPr>
        <p:spPr>
          <a:xfrm xmlns:a="http://schemas.openxmlformats.org/drawingml/2006/main">
            <a:off x="7715250" y="1666875"/>
            <a:ext cx="352425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6DD552B0-FFCC-40D4-91AF-7EEF802B74FE}"/>
              </a:ext>
            </a:extLst>
          </p:cNvPr>
          <p:cNvSpPr>
            <a:spLocks xmlns:a="http://schemas.openxmlformats.org/drawingml/2006/main" noGrp="1"/>
          </p:cNvSpPr>
          <p:nvPr/>
        </p:nvSpPr>
        <p:spPr>
          <a:xfrm xmlns:a="http://schemas.openxmlformats.org/drawingml/2006/main">
            <a:off x="7715250" y="1666875"/>
            <a:ext cx="76200" cy="1000125"/>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2E878A5-3787-44F7-B028-D300036359D9}"/>
              </a:ext>
            </a:extLst>
          </p:cNvPr>
          <p:cNvSpPr>
            <a:spLocks xmlns:a="http://schemas.openxmlformats.org/drawingml/2006/main" noGrp="1"/>
          </p:cNvSpPr>
          <p:nvPr/>
        </p:nvSpPr>
        <p:spPr>
          <a:xfrm xmlns:a="http://schemas.openxmlformats.org/drawingml/2006/main">
            <a:off x="7943850" y="181927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Schema</a:t>
            </a:r>
          </a:p>
        </p:txBody>
      </p:sp>
      <p:sp>
        <p:nvSpPr>
          <p:cNvPr id="13" name="">
            <a:extLst xmlns:a="http://schemas.openxmlformats.org/drawingml/2006/main">
              <a:ext uri="{FF2B5EF4-FFF2-40B4-BE49-F238E27FC236}">
                <a16:creationId xmlns:a16="http://schemas.microsoft.com/office/drawing/2014/main" id="{B1DCD3BD-309B-404A-A564-52C4151147BC}"/>
              </a:ext>
            </a:extLst>
          </p:cNvPr>
          <p:cNvSpPr>
            <a:spLocks xmlns:a="http://schemas.openxmlformats.org/drawingml/2006/main" noGrp="1"/>
          </p:cNvSpPr>
          <p:nvPr/>
        </p:nvSpPr>
        <p:spPr>
          <a:xfrm xmlns:a="http://schemas.openxmlformats.org/drawingml/2006/main">
            <a:off x="7943850" y="2162175"/>
            <a:ext cx="3105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Named columns let Spark plan expressions.</a:t>
            </a:r>
          </a:p>
        </p:txBody>
      </p:sp>
      <p:sp>
        <p:nvSpPr>
          <p:cNvPr id="14" name="">
            <a:extLst xmlns:a="http://schemas.openxmlformats.org/drawingml/2006/main">
              <a:ext uri="{FF2B5EF4-FFF2-40B4-BE49-F238E27FC236}">
                <a16:creationId xmlns:a16="http://schemas.microsoft.com/office/drawing/2014/main" id="{58C38787-5DED-40CA-B301-8E7058D90678}"/>
              </a:ext>
            </a:extLst>
          </p:cNvPr>
          <p:cNvSpPr>
            <a:spLocks xmlns:a="http://schemas.openxmlformats.org/drawingml/2006/main" noGrp="1"/>
          </p:cNvSpPr>
          <p:nvPr/>
        </p:nvSpPr>
        <p:spPr>
          <a:xfrm xmlns:a="http://schemas.openxmlformats.org/drawingml/2006/main">
            <a:off x="7715250" y="2905125"/>
            <a:ext cx="352425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15" name="">
            <a:extLst xmlns:a="http://schemas.openxmlformats.org/drawingml/2006/main">
              <a:ext uri="{FF2B5EF4-FFF2-40B4-BE49-F238E27FC236}">
                <a16:creationId xmlns:a16="http://schemas.microsoft.com/office/drawing/2014/main" id="{E465B15B-3354-43CC-95C4-33D9F038EED2}"/>
              </a:ext>
            </a:extLst>
          </p:cNvPr>
          <p:cNvSpPr>
            <a:spLocks xmlns:a="http://schemas.openxmlformats.org/drawingml/2006/main" noGrp="1"/>
          </p:cNvSpPr>
          <p:nvPr/>
        </p:nvSpPr>
        <p:spPr>
          <a:xfrm xmlns:a="http://schemas.openxmlformats.org/drawingml/2006/main">
            <a:off x="7715250" y="2905125"/>
            <a:ext cx="76200" cy="1000125"/>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32D645-76D1-4941-9BE5-9D8566178C04}"/>
              </a:ext>
            </a:extLst>
          </p:cNvPr>
          <p:cNvSpPr>
            <a:spLocks xmlns:a="http://schemas.openxmlformats.org/drawingml/2006/main" noGrp="1"/>
          </p:cNvSpPr>
          <p:nvPr/>
        </p:nvSpPr>
        <p:spPr>
          <a:xfrm xmlns:a="http://schemas.openxmlformats.org/drawingml/2006/main">
            <a:off x="7943850" y="30575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Partitions</a:t>
            </a:r>
          </a:p>
        </p:txBody>
      </p:sp>
      <p:sp>
        <p:nvSpPr>
          <p:cNvPr id="17" name="">
            <a:extLst xmlns:a="http://schemas.openxmlformats.org/drawingml/2006/main">
              <a:ext uri="{FF2B5EF4-FFF2-40B4-BE49-F238E27FC236}">
                <a16:creationId xmlns:a16="http://schemas.microsoft.com/office/drawing/2014/main" id="{E0DA440A-91A1-4274-A455-82B7DACEDB90}"/>
              </a:ext>
            </a:extLst>
          </p:cNvPr>
          <p:cNvSpPr>
            <a:spLocks xmlns:a="http://schemas.openxmlformats.org/drawingml/2006/main" noGrp="1"/>
          </p:cNvSpPr>
          <p:nvPr/>
        </p:nvSpPr>
        <p:spPr>
          <a:xfrm xmlns:a="http://schemas.openxmlformats.org/drawingml/2006/main">
            <a:off x="7943850" y="3400425"/>
            <a:ext cx="3105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Rows can be processed across executor tasks.</a:t>
            </a:r>
          </a:p>
        </p:txBody>
      </p:sp>
      <p:sp>
        <p:nvSpPr>
          <p:cNvPr id="18" name="">
            <a:extLst xmlns:a="http://schemas.openxmlformats.org/drawingml/2006/main">
              <a:ext uri="{FF2B5EF4-FFF2-40B4-BE49-F238E27FC236}">
                <a16:creationId xmlns:a16="http://schemas.microsoft.com/office/drawing/2014/main" id="{FEB353A3-AD61-42A4-A00F-443E60655F0D}"/>
              </a:ext>
            </a:extLst>
          </p:cNvPr>
          <p:cNvSpPr>
            <a:spLocks xmlns:a="http://schemas.openxmlformats.org/drawingml/2006/main" noGrp="1"/>
          </p:cNvSpPr>
          <p:nvPr/>
        </p:nvSpPr>
        <p:spPr>
          <a:xfrm xmlns:a="http://schemas.openxmlformats.org/drawingml/2006/main">
            <a:off x="7715250" y="4143375"/>
            <a:ext cx="352425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19" name="">
            <a:extLst xmlns:a="http://schemas.openxmlformats.org/drawingml/2006/main">
              <a:ext uri="{FF2B5EF4-FFF2-40B4-BE49-F238E27FC236}">
                <a16:creationId xmlns:a16="http://schemas.microsoft.com/office/drawing/2014/main" id="{496E302C-F6B1-4858-8AC9-4EC49EBB441E}"/>
              </a:ext>
            </a:extLst>
          </p:cNvPr>
          <p:cNvSpPr>
            <a:spLocks xmlns:a="http://schemas.openxmlformats.org/drawingml/2006/main" noGrp="1"/>
          </p:cNvSpPr>
          <p:nvPr/>
        </p:nvSpPr>
        <p:spPr>
          <a:xfrm xmlns:a="http://schemas.openxmlformats.org/drawingml/2006/main">
            <a:off x="7715250" y="4143375"/>
            <a:ext cx="76200" cy="1000125"/>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514CC4F-000E-4CB1-8E72-E17D2A297F98}"/>
              </a:ext>
            </a:extLst>
          </p:cNvPr>
          <p:cNvSpPr>
            <a:spLocks xmlns:a="http://schemas.openxmlformats.org/drawingml/2006/main" noGrp="1"/>
          </p:cNvSpPr>
          <p:nvPr/>
        </p:nvSpPr>
        <p:spPr>
          <a:xfrm xmlns:a="http://schemas.openxmlformats.org/drawingml/2006/main">
            <a:off x="7943850" y="429577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Same API</a:t>
            </a:r>
          </a:p>
        </p:txBody>
      </p:sp>
      <p:sp>
        <p:nvSpPr>
          <p:cNvPr id="21" name="">
            <a:extLst xmlns:a="http://schemas.openxmlformats.org/drawingml/2006/main">
              <a:ext uri="{FF2B5EF4-FFF2-40B4-BE49-F238E27FC236}">
                <a16:creationId xmlns:a16="http://schemas.microsoft.com/office/drawing/2014/main" id="{46857E45-C3AE-4591-B4CF-52DF035D133D}"/>
              </a:ext>
            </a:extLst>
          </p:cNvPr>
          <p:cNvSpPr>
            <a:spLocks xmlns:a="http://schemas.openxmlformats.org/drawingml/2006/main" noGrp="1"/>
          </p:cNvSpPr>
          <p:nvPr/>
        </p:nvSpPr>
        <p:spPr>
          <a:xfrm xmlns:a="http://schemas.openxmlformats.org/drawingml/2006/main">
            <a:off x="7943850" y="4638675"/>
            <a:ext cx="3105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63"/>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The sample is small; the DataFrame model scales.</a:t>
            </a:r>
          </a:p>
        </p:txBody>
      </p:sp>
    </p:spTree>
    <p:extLst>
      <p:ext uri="{BB962C8B-B14F-4D97-AF65-F5344CB8AC3E}">
        <p14:creationId xmlns:p14="http://schemas.microsoft.com/office/powerpoint/2010/main" val="4960574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30BB29C-794F-4DD8-B2D1-01AD298E94C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790EDD-C723-4A74-859D-C45FE645EC6B}"/>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Transformations and actions in code</a:t>
            </a:r>
          </a:p>
        </p:txBody>
      </p:sp>
      <p:sp>
        <p:nvSpPr>
          <p:cNvPr id="3" name="">
            <a:extLst xmlns:a="http://schemas.openxmlformats.org/drawingml/2006/main">
              <a:ext uri="{FF2B5EF4-FFF2-40B4-BE49-F238E27FC236}">
                <a16:creationId xmlns:a16="http://schemas.microsoft.com/office/drawing/2014/main" id="{F6665449-C984-4ADE-A8CA-FE523F1CF37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Name what is lazy and what triggers execution</a:t>
            </a:r>
          </a:p>
        </p:txBody>
      </p:sp>
      <p:sp>
        <p:nvSpPr>
          <p:cNvPr id="4" name="">
            <a:extLst xmlns:a="http://schemas.openxmlformats.org/drawingml/2006/main">
              <a:ext uri="{FF2B5EF4-FFF2-40B4-BE49-F238E27FC236}">
                <a16:creationId xmlns:a16="http://schemas.microsoft.com/office/drawing/2014/main" id="{2D4DC3AF-4A8A-43C1-A5AE-50AEAA5CBE6C}"/>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A79D37-0B59-492C-B4A7-17840C6E01C0}"/>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DCCDC9C-DE59-4E1B-9AB9-DDF4B9BAC296}"/>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20</a:t>
            </a:r>
          </a:p>
        </p:txBody>
      </p:sp>
      <p:sp>
        <p:nvSpPr>
          <p:cNvPr id="7" name="">
            <a:extLst xmlns:a="http://schemas.openxmlformats.org/drawingml/2006/main">
              <a:ext uri="{FF2B5EF4-FFF2-40B4-BE49-F238E27FC236}">
                <a16:creationId xmlns:a16="http://schemas.microsoft.com/office/drawing/2014/main" id="{65D0B786-C178-4BE9-B576-EA635802EB2D}"/>
              </a:ext>
            </a:extLst>
          </p:cNvPr>
          <p:cNvSpPr>
            <a:spLocks xmlns:a="http://schemas.openxmlformats.org/drawingml/2006/main" noGrp="1"/>
          </p:cNvSpPr>
          <p:nvPr/>
        </p:nvSpPr>
        <p:spPr>
          <a:xfrm xmlns:a="http://schemas.openxmlformats.org/drawingml/2006/main">
            <a:off x="666750" y="1571625"/>
            <a:ext cx="723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DA12DCE6-B0C7-4862-A415-48465A6D6F93}"/>
              </a:ext>
            </a:extLst>
          </p:cNvPr>
          <p:cNvSpPr>
            <a:spLocks xmlns:a="http://schemas.openxmlformats.org/drawingml/2006/main" noGrp="1"/>
          </p:cNvSpPr>
          <p:nvPr/>
        </p:nvSpPr>
        <p:spPr>
          <a:xfrm xmlns:a="http://schemas.openxmlformats.org/drawingml/2006/main">
            <a:off x="666750" y="1800225"/>
            <a:ext cx="7239000" cy="3581400"/>
          </a:xfrm>
          <a:prstGeom xmlns:a="http://schemas.openxmlformats.org/drawingml/2006/main" prst="roundRect">
            <a:avLst>
              <a:gd name="adj" fmla="val 2128"/>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4B4C3B5B-1A66-47D4-96BF-CAB7E5911FAB}"/>
              </a:ext>
            </a:extLst>
          </p:cNvPr>
          <p:cNvSpPr>
            <a:spLocks xmlns:a="http://schemas.openxmlformats.org/drawingml/2006/main" noGrp="1"/>
          </p:cNvSpPr>
          <p:nvPr/>
        </p:nvSpPr>
        <p:spPr>
          <a:xfrm xmlns:a="http://schemas.openxmlformats.org/drawingml/2006/main">
            <a:off x="838200" y="1895475"/>
            <a:ext cx="68961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result_df = (orders_df</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.filter(F.col('quantity') &gt; 0)</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.withColumn('order_total',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F.round(F.col('quantity') * F.col('unit_price'), 2))</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.select('order_id','product','quantity','unit_price','order_total'))</a:t>
            </a:r>
          </a:p>
          <a:p xmlns:a="http://schemas.openxmlformats.org/drawingml/2006/main">
            <a:r>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display(result_df)</a:t>
            </a:r>
          </a:p>
        </p:txBody>
      </p:sp>
      <p:sp>
        <p:nvSpPr>
          <p:cNvPr id="10" name="">
            <a:extLst xmlns:a="http://schemas.openxmlformats.org/drawingml/2006/main">
              <a:ext uri="{FF2B5EF4-FFF2-40B4-BE49-F238E27FC236}">
                <a16:creationId xmlns:a16="http://schemas.microsoft.com/office/drawing/2014/main" id="{27DA8538-C4E1-4F91-96B1-F800B466B5BE}"/>
              </a:ext>
            </a:extLst>
          </p:cNvPr>
          <p:cNvSpPr>
            <a:spLocks xmlns:a="http://schemas.openxmlformats.org/drawingml/2006/main" noGrp="1"/>
          </p:cNvSpPr>
          <p:nvPr/>
        </p:nvSpPr>
        <p:spPr>
          <a:xfrm xmlns:a="http://schemas.openxmlformats.org/drawingml/2006/main">
            <a:off x="8334375" y="1762125"/>
            <a:ext cx="2857500" cy="1143000"/>
          </a:xfrm>
          <a:prstGeom xmlns:a="http://schemas.openxmlformats.org/drawingml/2006/main" prst="roundRect">
            <a:avLst>
              <a:gd name="adj" fmla="val 6667"/>
            </a:avLst>
          </a:prstGeom>
          <a:solidFill xmlns:a="http://schemas.openxmlformats.org/drawingml/2006/main">
            <a:srgbClr val="F3F7FA"/>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E399D6CC-A3E4-44D2-8916-81DC63263AD4}"/>
              </a:ext>
            </a:extLst>
          </p:cNvPr>
          <p:cNvSpPr>
            <a:spLocks xmlns:a="http://schemas.openxmlformats.org/drawingml/2006/main" noGrp="1"/>
          </p:cNvSpPr>
          <p:nvPr/>
        </p:nvSpPr>
        <p:spPr>
          <a:xfrm xmlns:a="http://schemas.openxmlformats.org/drawingml/2006/main">
            <a:off x="8334375" y="1762125"/>
            <a:ext cx="76200" cy="11430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D8284E-D011-410E-866E-4D4202986322}"/>
              </a:ext>
            </a:extLst>
          </p:cNvPr>
          <p:cNvSpPr>
            <a:spLocks xmlns:a="http://schemas.openxmlformats.org/drawingml/2006/main" noGrp="1"/>
          </p:cNvSpPr>
          <p:nvPr/>
        </p:nvSpPr>
        <p:spPr>
          <a:xfrm xmlns:a="http://schemas.openxmlformats.org/drawingml/2006/main">
            <a:off x="8562975" y="19145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Transformations</a:t>
            </a:r>
          </a:p>
        </p:txBody>
      </p:sp>
      <p:sp>
        <p:nvSpPr>
          <p:cNvPr id="13" name="">
            <a:extLst xmlns:a="http://schemas.openxmlformats.org/drawingml/2006/main">
              <a:ext uri="{FF2B5EF4-FFF2-40B4-BE49-F238E27FC236}">
                <a16:creationId xmlns:a16="http://schemas.microsoft.com/office/drawing/2014/main" id="{50ED927D-4998-484B-9503-B9431235A375}"/>
              </a:ext>
            </a:extLst>
          </p:cNvPr>
          <p:cNvSpPr>
            <a:spLocks xmlns:a="http://schemas.openxmlformats.org/drawingml/2006/main" noGrp="1"/>
          </p:cNvSpPr>
          <p:nvPr/>
        </p:nvSpPr>
        <p:spPr>
          <a:xfrm xmlns:a="http://schemas.openxmlformats.org/drawingml/2006/main">
            <a:off x="8562975" y="2257425"/>
            <a:ext cx="243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222"/>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filter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withColumn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a:t>
            </a:r>
          </a:p>
        </p:txBody>
      </p:sp>
      <p:sp>
        <p:nvSpPr>
          <p:cNvPr id="14" name="">
            <a:extLst xmlns:a="http://schemas.openxmlformats.org/drawingml/2006/main">
              <a:ext uri="{FF2B5EF4-FFF2-40B4-BE49-F238E27FC236}">
                <a16:creationId xmlns:a16="http://schemas.microsoft.com/office/drawing/2014/main" id="{7AE0DD76-A6B3-41E9-8F40-1CFCF4DF4306}"/>
              </a:ext>
            </a:extLst>
          </p:cNvPr>
          <p:cNvSpPr>
            <a:spLocks xmlns:a="http://schemas.openxmlformats.org/drawingml/2006/main" noGrp="1"/>
          </p:cNvSpPr>
          <p:nvPr/>
        </p:nvSpPr>
        <p:spPr>
          <a:xfrm xmlns:a="http://schemas.openxmlformats.org/drawingml/2006/main">
            <a:off x="8334375" y="3286125"/>
            <a:ext cx="2857500" cy="1143000"/>
          </a:xfrm>
          <a:prstGeom xmlns:a="http://schemas.openxmlformats.org/drawingml/2006/main" prst="roundRect">
            <a:avLst>
              <a:gd name="adj" fmla="val 6667"/>
            </a:avLst>
          </a:prstGeom>
          <a:solidFill xmlns:a="http://schemas.openxmlformats.org/drawingml/2006/main">
            <a:srgbClr val="F3F7FA"/>
          </a:solidFill>
          <a:ln xmlns:a="http://schemas.openxmlformats.org/drawingml/2006/main" w="9525">
            <a:solidFill>
              <a:srgbClr val="D9E1E8"/>
            </a:solidFill>
          </a:ln>
        </p:spPr>
      </p:sp>
      <p:sp>
        <p:nvSpPr>
          <p:cNvPr id="15" name="">
            <a:extLst xmlns:a="http://schemas.openxmlformats.org/drawingml/2006/main">
              <a:ext uri="{FF2B5EF4-FFF2-40B4-BE49-F238E27FC236}">
                <a16:creationId xmlns:a16="http://schemas.microsoft.com/office/drawing/2014/main" id="{1B00C62B-1B3D-466D-82E5-D7871A002D60}"/>
              </a:ext>
            </a:extLst>
          </p:cNvPr>
          <p:cNvSpPr>
            <a:spLocks xmlns:a="http://schemas.openxmlformats.org/drawingml/2006/main" noGrp="1"/>
          </p:cNvSpPr>
          <p:nvPr/>
        </p:nvSpPr>
        <p:spPr>
          <a:xfrm xmlns:a="http://schemas.openxmlformats.org/drawingml/2006/main">
            <a:off x="8334375" y="3286125"/>
            <a:ext cx="76200" cy="11430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A0D3B4D-F8F9-4E81-A8B9-69D206980D2B}"/>
              </a:ext>
            </a:extLst>
          </p:cNvPr>
          <p:cNvSpPr>
            <a:spLocks xmlns:a="http://schemas.openxmlformats.org/drawingml/2006/main" noGrp="1"/>
          </p:cNvSpPr>
          <p:nvPr/>
        </p:nvSpPr>
        <p:spPr>
          <a:xfrm xmlns:a="http://schemas.openxmlformats.org/drawingml/2006/main">
            <a:off x="8562975" y="34385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Action</a:t>
            </a:r>
          </a:p>
        </p:txBody>
      </p:sp>
      <p:sp>
        <p:nvSpPr>
          <p:cNvPr id="17" name="">
            <a:extLst xmlns:a="http://schemas.openxmlformats.org/drawingml/2006/main">
              <a:ext uri="{FF2B5EF4-FFF2-40B4-BE49-F238E27FC236}">
                <a16:creationId xmlns:a16="http://schemas.microsoft.com/office/drawing/2014/main" id="{EC8201F5-F767-4EDE-AEBD-6FFBFD5D65E8}"/>
              </a:ext>
            </a:extLst>
          </p:cNvPr>
          <p:cNvSpPr>
            <a:spLocks xmlns:a="http://schemas.openxmlformats.org/drawingml/2006/main" noGrp="1"/>
          </p:cNvSpPr>
          <p:nvPr/>
        </p:nvSpPr>
        <p:spPr>
          <a:xfrm xmlns:a="http://schemas.openxmlformats.org/drawingml/2006/main">
            <a:off x="8562975" y="3781425"/>
            <a:ext cx="243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display</a:t>
            </a:r>
          </a:p>
        </p:txBody>
      </p:sp>
      <p:sp>
        <p:nvSpPr>
          <p:cNvPr id="18" name="">
            <a:extLst xmlns:a="http://schemas.openxmlformats.org/drawingml/2006/main">
              <a:ext uri="{FF2B5EF4-FFF2-40B4-BE49-F238E27FC236}">
                <a16:creationId xmlns:a16="http://schemas.microsoft.com/office/drawing/2014/main" id="{7C946118-CC96-43B3-B88F-F00F80D19E1B}"/>
              </a:ext>
            </a:extLst>
          </p:cNvPr>
          <p:cNvSpPr>
            <a:spLocks xmlns:a="http://schemas.openxmlformats.org/drawingml/2006/main" noGrp="1"/>
          </p:cNvSpPr>
          <p:nvPr/>
        </p:nvSpPr>
        <p:spPr>
          <a:xfrm xmlns:a="http://schemas.openxmlformats.org/drawingml/2006/main">
            <a:off x="8001000" y="49053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659"/>
          </a:bodyPr>
          <a:lstStyle xmlns:a="http://schemas.openxmlformats.org/drawingml/2006/main"/>
          <a:p xmlns:a="http://schemas.openxmlformats.org/drawingml/2006/main">
            <a:pPr algn="ctr">
              <a:defRPr sz="1575" b="1">
                <a:solidFill>
                  <a:srgbClr val="071C2C"/>
                </a:solidFill>
                <a:latin typeface="Bitstream Charter"/>
                <a:ea typeface="Bitstream Charter"/>
                <a:cs typeface="Bitstream Charter"/>
              </a:defRPr>
            </a:pPr>
            <a:r>
              <a:rPr sz="1575" b="1">
                <a:solidFill>
                  <a:srgbClr val="071C2C"/>
                </a:solidFill>
                <a:latin typeface="Bitstream Charter"/>
                <a:ea typeface="Bitstream Charter"/>
                <a:cs typeface="Bitstream Charter"/>
              </a:rPr>
              <a:t>Predict first. Run second. Validate third.</a:t>
            </a:r>
          </a:p>
        </p:txBody>
      </p:sp>
    </p:spTree>
    <p:extLst>
      <p:ext uri="{BB962C8B-B14F-4D97-AF65-F5344CB8AC3E}">
        <p14:creationId xmlns:p14="http://schemas.microsoft.com/office/powerpoint/2010/main" val="3556344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15025B-84E7-4613-BE08-8D25601F85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850F05-CA8E-4F13-B50E-F8AE59D54CBA}"/>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Spark SQL uses the same engine</a:t>
            </a:r>
          </a:p>
        </p:txBody>
      </p:sp>
      <p:sp>
        <p:nvSpPr>
          <p:cNvPr id="3" name="">
            <a:extLst xmlns:a="http://schemas.openxmlformats.org/drawingml/2006/main">
              <a:ext uri="{FF2B5EF4-FFF2-40B4-BE49-F238E27FC236}">
                <a16:creationId xmlns:a16="http://schemas.microsoft.com/office/drawing/2014/main" id="{380D7E0B-C929-4142-8F50-3B034974E66C}"/>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 temporary view bridges DataFrame code and SQL</a:t>
            </a:r>
          </a:p>
        </p:txBody>
      </p:sp>
      <p:sp>
        <p:nvSpPr>
          <p:cNvPr id="4" name="">
            <a:extLst xmlns:a="http://schemas.openxmlformats.org/drawingml/2006/main">
              <a:ext uri="{FF2B5EF4-FFF2-40B4-BE49-F238E27FC236}">
                <a16:creationId xmlns:a16="http://schemas.microsoft.com/office/drawing/2014/main" id="{6DD8E5DA-8A96-4747-9AC9-37BDC74DE436}"/>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FF7920-DD1A-48BE-ABBC-90E23180464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F66D88AC-6D8F-4CDA-96E2-ABCE42B8E708}"/>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21</a:t>
            </a:r>
          </a:p>
        </p:txBody>
      </p:sp>
      <p:sp>
        <p:nvSpPr>
          <p:cNvPr id="7" name="">
            <a:extLst xmlns:a="http://schemas.openxmlformats.org/drawingml/2006/main">
              <a:ext uri="{FF2B5EF4-FFF2-40B4-BE49-F238E27FC236}">
                <a16:creationId xmlns:a16="http://schemas.microsoft.com/office/drawing/2014/main" id="{2A2D7A99-0743-4870-9DDF-5FC612FB78A9}"/>
              </a:ext>
            </a:extLst>
          </p:cNvPr>
          <p:cNvSpPr>
            <a:spLocks xmlns:a="http://schemas.openxmlformats.org/drawingml/2006/main" noGrp="1"/>
          </p:cNvSpPr>
          <p:nvPr/>
        </p:nvSpPr>
        <p:spPr>
          <a:xfrm xmlns:a="http://schemas.openxmlformats.org/drawingml/2006/main">
            <a:off x="714375" y="1762125"/>
            <a:ext cx="485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74581BD7-C34D-437D-A315-22BB2A81F627}"/>
              </a:ext>
            </a:extLst>
          </p:cNvPr>
          <p:cNvSpPr>
            <a:spLocks xmlns:a="http://schemas.openxmlformats.org/drawingml/2006/main" noGrp="1"/>
          </p:cNvSpPr>
          <p:nvPr/>
        </p:nvSpPr>
        <p:spPr>
          <a:xfrm xmlns:a="http://schemas.openxmlformats.org/drawingml/2006/main">
            <a:off x="714375" y="1990725"/>
            <a:ext cx="4857750" cy="819150"/>
          </a:xfrm>
          <a:prstGeom xmlns:a="http://schemas.openxmlformats.org/drawingml/2006/main" prst="roundRect">
            <a:avLst>
              <a:gd name="adj" fmla="val 9302"/>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D4D8DC23-70F2-4010-B7C8-DBA4350EB6C5}"/>
              </a:ext>
            </a:extLst>
          </p:cNvPr>
          <p:cNvSpPr>
            <a:spLocks xmlns:a="http://schemas.openxmlformats.org/drawingml/2006/main" noGrp="1"/>
          </p:cNvSpPr>
          <p:nvPr/>
        </p:nvSpPr>
        <p:spPr>
          <a:xfrm xmlns:a="http://schemas.openxmlformats.org/drawingml/2006/main">
            <a:off x="885825" y="2085975"/>
            <a:ext cx="4514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result_df.createOrReplaceTempView('orders_work')</a:t>
            </a:r>
          </a:p>
        </p:txBody>
      </p:sp>
      <p:sp>
        <p:nvSpPr>
          <p:cNvPr id="10" name="">
            <a:extLst xmlns:a="http://schemas.openxmlformats.org/drawingml/2006/main">
              <a:ext uri="{FF2B5EF4-FFF2-40B4-BE49-F238E27FC236}">
                <a16:creationId xmlns:a16="http://schemas.microsoft.com/office/drawing/2014/main" id="{13105FFF-70FF-4AE5-B690-5C5BCD4FB30F}"/>
              </a:ext>
            </a:extLst>
          </p:cNvPr>
          <p:cNvSpPr>
            <a:spLocks xmlns:a="http://schemas.openxmlformats.org/drawingml/2006/main" noGrp="1"/>
          </p:cNvSpPr>
          <p:nvPr/>
        </p:nvSpPr>
        <p:spPr>
          <a:xfrm xmlns:a="http://schemas.openxmlformats.org/drawingml/2006/main">
            <a:off x="6191250" y="1762125"/>
            <a:ext cx="528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SQL</a:t>
            </a:r>
          </a:p>
        </p:txBody>
      </p:sp>
      <p:sp>
        <p:nvSpPr>
          <p:cNvPr id="11" name="">
            <a:extLst xmlns:a="http://schemas.openxmlformats.org/drawingml/2006/main">
              <a:ext uri="{FF2B5EF4-FFF2-40B4-BE49-F238E27FC236}">
                <a16:creationId xmlns:a16="http://schemas.microsoft.com/office/drawing/2014/main" id="{3F957C87-7948-4F2A-9C57-25155F75AFEF}"/>
              </a:ext>
            </a:extLst>
          </p:cNvPr>
          <p:cNvSpPr>
            <a:spLocks xmlns:a="http://schemas.openxmlformats.org/drawingml/2006/main" noGrp="1"/>
          </p:cNvSpPr>
          <p:nvPr/>
        </p:nvSpPr>
        <p:spPr>
          <a:xfrm xmlns:a="http://schemas.openxmlformats.org/drawingml/2006/main">
            <a:off x="6191250" y="1990725"/>
            <a:ext cx="5286375" cy="2009775"/>
          </a:xfrm>
          <a:prstGeom xmlns:a="http://schemas.openxmlformats.org/drawingml/2006/main" prst="roundRect">
            <a:avLst>
              <a:gd name="adj" fmla="val 3791"/>
            </a:avLst>
          </a:prstGeom>
          <a:solidFill xmlns:a="http://schemas.openxmlformats.org/drawingml/2006/main">
            <a:srgbClr val="EEF2F6"/>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06F9C061-8600-49DF-84D1-220EF017CD8D}"/>
              </a:ext>
            </a:extLst>
          </p:cNvPr>
          <p:cNvSpPr>
            <a:spLocks xmlns:a="http://schemas.openxmlformats.org/drawingml/2006/main" noGrp="1"/>
          </p:cNvSpPr>
          <p:nvPr/>
        </p:nvSpPr>
        <p:spPr>
          <a:xfrm xmlns:a="http://schemas.openxmlformats.org/drawingml/2006/main">
            <a:off x="6362700" y="2085975"/>
            <a:ext cx="494347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product, SUM(quantity) AS units,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ROUND(SUM(order_total), 2) AS revenue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orders_work</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GROUP BY product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ORDER BY revenue DESC</a:t>
            </a:r>
          </a:p>
        </p:txBody>
      </p:sp>
      <p:sp>
        <p:nvSpPr>
          <p:cNvPr id="13" name="">
            <a:extLst xmlns:a="http://schemas.openxmlformats.org/drawingml/2006/main">
              <a:ext uri="{FF2B5EF4-FFF2-40B4-BE49-F238E27FC236}">
                <a16:creationId xmlns:a16="http://schemas.microsoft.com/office/drawing/2014/main" id="{90115FD6-798C-4833-BB3A-E22244BAB627}"/>
              </a:ext>
            </a:extLst>
          </p:cNvPr>
          <p:cNvSpPr>
            <a:spLocks xmlns:a="http://schemas.openxmlformats.org/drawingml/2006/main" noGrp="1"/>
          </p:cNvSpPr>
          <p:nvPr/>
        </p:nvSpPr>
        <p:spPr>
          <a:xfrm xmlns:a="http://schemas.openxmlformats.org/drawingml/2006/main">
            <a:off x="714375" y="3381375"/>
            <a:ext cx="4857750" cy="1428750"/>
          </a:xfrm>
          <a:prstGeom xmlns:a="http://schemas.openxmlformats.org/drawingml/2006/main" prst="roundRect">
            <a:avLst>
              <a:gd name="adj" fmla="val 5333"/>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22AE0ABE-A21C-49ED-B9BF-5EDBC605E19A}"/>
              </a:ext>
            </a:extLst>
          </p:cNvPr>
          <p:cNvSpPr>
            <a:spLocks xmlns:a="http://schemas.openxmlformats.org/drawingml/2006/main" noGrp="1"/>
          </p:cNvSpPr>
          <p:nvPr/>
        </p:nvSpPr>
        <p:spPr>
          <a:xfrm xmlns:a="http://schemas.openxmlformats.org/drawingml/2006/main">
            <a:off x="714375" y="3381375"/>
            <a:ext cx="76200" cy="14287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3AC65A-B95E-4F21-9C8F-F878A710FDA3}"/>
              </a:ext>
            </a:extLst>
          </p:cNvPr>
          <p:cNvSpPr>
            <a:spLocks xmlns:a="http://schemas.openxmlformats.org/drawingml/2006/main" noGrp="1"/>
          </p:cNvSpPr>
          <p:nvPr/>
        </p:nvSpPr>
        <p:spPr>
          <a:xfrm xmlns:a="http://schemas.openxmlformats.org/drawingml/2006/main">
            <a:off x="942975" y="353377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Expected leader</a:t>
            </a:r>
          </a:p>
        </p:txBody>
      </p:sp>
      <p:sp>
        <p:nvSpPr>
          <p:cNvPr id="16" name="">
            <a:extLst xmlns:a="http://schemas.openxmlformats.org/drawingml/2006/main">
              <a:ext uri="{FF2B5EF4-FFF2-40B4-BE49-F238E27FC236}">
                <a16:creationId xmlns:a16="http://schemas.microsoft.com/office/drawing/2014/main" id="{468230DB-8892-4206-83E1-796667847991}"/>
              </a:ext>
            </a:extLst>
          </p:cNvPr>
          <p:cNvSpPr>
            <a:spLocks xmlns:a="http://schemas.openxmlformats.org/drawingml/2006/main" noGrp="1"/>
          </p:cNvSpPr>
          <p:nvPr/>
        </p:nvSpPr>
        <p:spPr>
          <a:xfrm xmlns:a="http://schemas.openxmlformats.org/drawingml/2006/main">
            <a:off x="942975" y="3876675"/>
            <a:ext cx="4438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Monitor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2 units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440.00 revenue</a:t>
            </a:r>
          </a:p>
        </p:txBody>
      </p:sp>
      <p:sp>
        <p:nvSpPr>
          <p:cNvPr id="17" name="">
            <a:extLst xmlns:a="http://schemas.openxmlformats.org/drawingml/2006/main">
              <a:ext uri="{FF2B5EF4-FFF2-40B4-BE49-F238E27FC236}">
                <a16:creationId xmlns:a16="http://schemas.microsoft.com/office/drawing/2014/main" id="{7F47685B-AA76-4848-94D3-00662A7902F5}"/>
              </a:ext>
            </a:extLst>
          </p:cNvPr>
          <p:cNvSpPr>
            <a:spLocks xmlns:a="http://schemas.openxmlformats.org/drawingml/2006/main" noGrp="1"/>
          </p:cNvSpPr>
          <p:nvPr/>
        </p:nvSpPr>
        <p:spPr>
          <a:xfrm xmlns:a="http://schemas.openxmlformats.org/drawingml/2006/main">
            <a:off x="6048375" y="4476750"/>
            <a:ext cx="557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ctr">
              <a:defRPr sz="1725" b="1">
                <a:solidFill>
                  <a:srgbClr val="071C2C"/>
                </a:solidFill>
                <a:latin typeface="Bitstream Charter"/>
                <a:ea typeface="Bitstream Charter"/>
                <a:cs typeface="Bitstream Charter"/>
              </a:defRPr>
            </a:pPr>
            <a:r>
              <a:rPr sz="1725" b="1">
                <a:solidFill>
                  <a:srgbClr val="071C2C"/>
                </a:solidFill>
                <a:latin typeface="Bitstream Charter"/>
                <a:ea typeface="Bitstream Charter"/>
                <a:cs typeface="Bitstream Charter"/>
              </a:rPr>
              <a:t>Temporary view = session-scoped name, not a governed table.</a:t>
            </a:r>
          </a:p>
        </p:txBody>
      </p:sp>
    </p:spTree>
    <p:extLst>
      <p:ext uri="{BB962C8B-B14F-4D97-AF65-F5344CB8AC3E}">
        <p14:creationId xmlns:p14="http://schemas.microsoft.com/office/powerpoint/2010/main" val="703875906"/>
      </p:ext>
    </p:extLst>
  </p:cSld>
</p:sld>
</file>

<file path=ppt/slides/slide22.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AB95A5-9BDA-42A7-BD8C-B1E71515A2C8}"/>
              </a:ext>
            </a:extLst>
          </p:cNvPr>
          <p:cNvSpPr>
            <a:spLocks xmlns:a="http://schemas.openxmlformats.org/drawingml/2006/main" noGrp="1"/>
          </p:cNvSpPr>
          <p:nvPr/>
        </p:nvSpPr>
        <p:spPr>
          <a:xfrm xmlns:a="http://schemas.openxmlformats.org/drawingml/2006/main">
            <a:off x="685800" y="876300"/>
            <a:ext cx="238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700" b="1">
                <a:solidFill>
                  <a:srgbClr val="49C0B6"/>
                </a:solidFill>
                <a:latin typeface="Bitstream Charter"/>
                <a:ea typeface="Bitstream Charter"/>
                <a:cs typeface="Bitstream Charter"/>
              </a:defRPr>
            </a:pPr>
            <a:r>
              <a:rPr sz="8700" b="1">
                <a:solidFill>
                  <a:srgbClr val="49C0B6"/>
                </a:solidFill>
                <a:latin typeface="Bitstream Charter"/>
                <a:ea typeface="Bitstream Charter"/>
                <a:cs typeface="Bitstream Charter"/>
              </a:rPr>
              <a:t>02</a:t>
            </a:r>
          </a:p>
        </p:txBody>
      </p:sp>
      <p:sp>
        <p:nvSpPr>
          <p:cNvPr id="2" name="">
            <a:extLst xmlns:a="http://schemas.openxmlformats.org/drawingml/2006/main">
              <a:ext uri="{FF2B5EF4-FFF2-40B4-BE49-F238E27FC236}">
                <a16:creationId xmlns:a16="http://schemas.microsoft.com/office/drawing/2014/main" id="{70A6B58E-A096-47CA-A24F-8FA16D82F569}"/>
              </a:ext>
            </a:extLst>
          </p:cNvPr>
          <p:cNvSpPr>
            <a:spLocks xmlns:a="http://schemas.openxmlformats.org/drawingml/2006/main" noGrp="1"/>
          </p:cNvSpPr>
          <p:nvPr/>
        </p:nvSpPr>
        <p:spPr>
          <a:xfrm xmlns:a="http://schemas.openxmlformats.org/drawingml/2006/main">
            <a:off x="3143250" y="1190625"/>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Lesson 2</a:t>
            </a:r>
          </a:p>
        </p:txBody>
      </p:sp>
      <p:sp>
        <p:nvSpPr>
          <p:cNvPr id="3" name="">
            <a:extLst xmlns:a="http://schemas.openxmlformats.org/drawingml/2006/main">
              <a:ext uri="{FF2B5EF4-FFF2-40B4-BE49-F238E27FC236}">
                <a16:creationId xmlns:a16="http://schemas.microsoft.com/office/drawing/2014/main" id="{9A14137C-475C-4DFC-8B4A-01F9421C3927}"/>
              </a:ext>
            </a:extLst>
          </p:cNvPr>
          <p:cNvSpPr>
            <a:spLocks xmlns:a="http://schemas.openxmlformats.org/drawingml/2006/main" noGrp="1"/>
          </p:cNvSpPr>
          <p:nvPr/>
        </p:nvSpPr>
        <p:spPr>
          <a:xfrm xmlns:a="http://schemas.openxmlformats.org/drawingml/2006/main">
            <a:off x="3181350" y="233362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9D8E5"/>
                </a:solidFill>
                <a:latin typeface="Bitstream Charter"/>
                <a:ea typeface="Bitstream Charter"/>
                <a:cs typeface="Bitstream Charter"/>
              </a:defRPr>
            </a:pPr>
            <a:r>
              <a:rPr sz="1650" b="0">
                <a:solidFill>
                  <a:srgbClr val="C9D8E5"/>
                </a:solidFill>
                <a:latin typeface="Bitstream Charter"/>
                <a:ea typeface="Bitstream Charter"/>
                <a:cs typeface="Bitstream Charter"/>
              </a:rPr>
              <a:t>Unity Catalog governance and Delta publishing</a:t>
            </a:r>
          </a:p>
        </p:txBody>
      </p:sp>
      <p:sp>
        <p:nvSpPr>
          <p:cNvPr id="4" name="">
            <a:extLst xmlns:a="http://schemas.openxmlformats.org/drawingml/2006/main">
              <a:ext uri="{FF2B5EF4-FFF2-40B4-BE49-F238E27FC236}">
                <a16:creationId xmlns:a16="http://schemas.microsoft.com/office/drawing/2014/main" id="{48A7BE14-2F16-4970-A530-489C3E69F205}"/>
              </a:ext>
            </a:extLst>
          </p:cNvPr>
          <p:cNvSpPr>
            <a:spLocks xmlns:a="http://schemas.openxmlformats.org/drawingml/2006/main" noGrp="1"/>
          </p:cNvSpPr>
          <p:nvPr/>
        </p:nvSpPr>
        <p:spPr>
          <a:xfrm xmlns:a="http://schemas.openxmlformats.org/drawingml/2006/main">
            <a:off x="3181350" y="3371850"/>
            <a:ext cx="6191250" cy="47625"/>
          </a:xfrm>
          <a:prstGeom xmlns:a="http://schemas.openxmlformats.org/drawingml/2006/main" prst="rect">
            <a:avLst/>
          </a:prstGeom>
          <a:solidFill xmlns:a="http://schemas.openxmlformats.org/drawingml/2006/main">
            <a:srgbClr val="F4B94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5E5A404-2781-4030-AE6A-3DA8F6CD3BF0}"/>
              </a:ext>
            </a:extLst>
          </p:cNvPr>
          <p:cNvSpPr>
            <a:spLocks xmlns:a="http://schemas.openxmlformats.org/drawingml/2006/main" noGrp="1"/>
          </p:cNvSpPr>
          <p:nvPr/>
        </p:nvSpPr>
        <p:spPr>
          <a:xfrm xmlns:a="http://schemas.openxmlformats.org/drawingml/2006/main">
            <a:off x="3181350" y="36385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Bitstream Charter"/>
                <a:ea typeface="Bitstream Charter"/>
                <a:cs typeface="Bitstream Charter"/>
              </a:defRPr>
            </a:pPr>
            <a:r>
              <a:rPr sz="1350" b="1">
                <a:solidFill>
                  <a:srgbClr val="FFFFFF"/>
                </a:solidFill>
                <a:latin typeface="Bitstream Charter"/>
                <a:ea typeface="Bitstream Charter"/>
                <a:cs typeface="Bitstream Charter"/>
              </a:rPr>
              <a:t>Concept → demonstration → guided lab → assessment</a:t>
            </a:r>
          </a:p>
        </p:txBody>
      </p:sp>
      <p:sp>
        <p:nvSpPr>
          <p:cNvPr id="6" name="">
            <a:extLst xmlns:a="http://schemas.openxmlformats.org/drawingml/2006/main">
              <a:ext uri="{FF2B5EF4-FFF2-40B4-BE49-F238E27FC236}">
                <a16:creationId xmlns:a16="http://schemas.microsoft.com/office/drawing/2014/main" id="{EF4ABBAA-4900-4C63-8472-A63A4DE514DF}"/>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9DB0BF"/>
                </a:solidFill>
                <a:latin typeface="Bitstream Charter"/>
                <a:ea typeface="Bitstream Charter"/>
                <a:cs typeface="Bitstream Charter"/>
              </a:defRPr>
            </a:pPr>
            <a:r>
              <a:rPr sz="900" b="1">
                <a:solidFill>
                  <a:srgbClr val="9DB0BF"/>
                </a:solidFill>
                <a:latin typeface="Bitstream Charter"/>
                <a:ea typeface="Bitstream Charter"/>
                <a:cs typeface="Bitstream Charter"/>
              </a:rPr>
              <a:t>22</a:t>
            </a:r>
          </a:p>
        </p:txBody>
      </p:sp>
    </p:spTree>
    <p:extLst>
      <p:ext uri="{BB962C8B-B14F-4D97-AF65-F5344CB8AC3E}">
        <p14:creationId xmlns:p14="http://schemas.microsoft.com/office/powerpoint/2010/main" val="48964717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AE5CC4A-4F73-459C-8445-3159A43E05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F747F4-A993-45F7-8679-CE36A38838CF}"/>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Unity Catalog hierarchy</a:t>
            </a:r>
          </a:p>
        </p:txBody>
      </p:sp>
      <p:sp>
        <p:nvSpPr>
          <p:cNvPr id="3" name="">
            <a:extLst xmlns:a="http://schemas.openxmlformats.org/drawingml/2006/main">
              <a:ext uri="{FF2B5EF4-FFF2-40B4-BE49-F238E27FC236}">
                <a16:creationId xmlns:a16="http://schemas.microsoft.com/office/drawing/2014/main" id="{A086E5DE-6EEF-4386-8E38-1268096C5A15}"/>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Three levels make the target explicit</a:t>
            </a:r>
          </a:p>
        </p:txBody>
      </p:sp>
      <p:sp>
        <p:nvSpPr>
          <p:cNvPr id="4" name="">
            <a:extLst xmlns:a="http://schemas.openxmlformats.org/drawingml/2006/main">
              <a:ext uri="{FF2B5EF4-FFF2-40B4-BE49-F238E27FC236}">
                <a16:creationId xmlns:a16="http://schemas.microsoft.com/office/drawing/2014/main" id="{E70412B3-7462-405E-B57E-972D58564275}"/>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A9E286-F473-4CB6-93D6-A3B58065BD26}"/>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704024BA-DE82-4B80-9D0F-F85D49A21E75}"/>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23</a:t>
            </a:r>
          </a:p>
        </p:txBody>
      </p:sp>
      <p:sp>
        <p:nvSpPr>
          <p:cNvPr id="7" name="">
            <a:extLst xmlns:a="http://schemas.openxmlformats.org/drawingml/2006/main">
              <a:ext uri="{FF2B5EF4-FFF2-40B4-BE49-F238E27FC236}">
                <a16:creationId xmlns:a16="http://schemas.microsoft.com/office/drawing/2014/main" id="{15D108DE-F5A9-4621-9A0E-42AAD3D86EF6}"/>
              </a:ext>
            </a:extLst>
          </p:cNvPr>
          <p:cNvSpPr>
            <a:spLocks xmlns:a="http://schemas.openxmlformats.org/drawingml/2006/main" noGrp="1"/>
          </p:cNvSpPr>
          <p:nvPr/>
        </p:nvSpPr>
        <p:spPr>
          <a:xfrm xmlns:a="http://schemas.openxmlformats.org/drawingml/2006/main">
            <a:off x="809625" y="1905000"/>
            <a:ext cx="10572750" cy="1000125"/>
          </a:xfrm>
          <a:prstGeom xmlns:a="http://schemas.openxmlformats.org/drawingml/2006/main" prst="roundRect">
            <a:avLst>
              <a:gd name="adj" fmla="val 7619"/>
            </a:avLst>
          </a:prstGeom>
          <a:solidFill xmlns:a="http://schemas.openxmlformats.org/drawingml/2006/main">
            <a:srgbClr val="071C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0C4466-8F7E-4B90-8F3D-D52868B9ECEF}"/>
              </a:ext>
            </a:extLst>
          </p:cNvPr>
          <p:cNvSpPr>
            <a:spLocks xmlns:a="http://schemas.openxmlformats.org/drawingml/2006/main" noGrp="1"/>
          </p:cNvSpPr>
          <p:nvPr/>
        </p:nvSpPr>
        <p:spPr>
          <a:xfrm xmlns:a="http://schemas.openxmlformats.org/drawingml/2006/main">
            <a:off x="1143000" y="211455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49C0B6"/>
                </a:solidFill>
                <a:latin typeface="Bitstream Charter"/>
                <a:ea typeface="Bitstream Charter"/>
                <a:cs typeface="Bitstream Charter"/>
              </a:defRPr>
            </a:pPr>
            <a:r>
              <a:rPr sz="2400" b="1">
                <a:solidFill>
                  <a:srgbClr val="49C0B6"/>
                </a:solidFill>
                <a:latin typeface="Bitstream Charter"/>
                <a:ea typeface="Bitstream Charter"/>
                <a:cs typeface="Bitstream Charter"/>
              </a:rPr>
              <a:t>training_lab</a:t>
            </a:r>
          </a:p>
        </p:txBody>
      </p:sp>
      <p:sp>
        <p:nvSpPr>
          <p:cNvPr id="9" name="">
            <a:extLst xmlns:a="http://schemas.openxmlformats.org/drawingml/2006/main">
              <a:ext uri="{FF2B5EF4-FFF2-40B4-BE49-F238E27FC236}">
                <a16:creationId xmlns:a16="http://schemas.microsoft.com/office/drawing/2014/main" id="{AED98AF7-44DF-44D7-AC3A-A2682370A921}"/>
              </a:ext>
            </a:extLst>
          </p:cNvPr>
          <p:cNvSpPr>
            <a:spLocks xmlns:a="http://schemas.openxmlformats.org/drawingml/2006/main" noGrp="1"/>
          </p:cNvSpPr>
          <p:nvPr/>
        </p:nvSpPr>
        <p:spPr>
          <a:xfrm xmlns:a="http://schemas.openxmlformats.org/drawingml/2006/main">
            <a:off x="3952875" y="2047875"/>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FFFFF"/>
                </a:solidFill>
                <a:latin typeface="Bitstream Charter"/>
                <a:ea typeface="Bitstream Charter"/>
                <a:cs typeface="Bitstream Charter"/>
              </a:defRPr>
            </a:pPr>
            <a:r>
              <a:rPr sz="2850" b="1">
                <a:solidFill>
                  <a:srgbClr val="FFFFFF"/>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4EDC887B-0881-426C-81C0-23B8DB99213B}"/>
              </a:ext>
            </a:extLst>
          </p:cNvPr>
          <p:cNvSpPr>
            <a:spLocks xmlns:a="http://schemas.openxmlformats.org/drawingml/2006/main" noGrp="1"/>
          </p:cNvSpPr>
          <p:nvPr/>
        </p:nvSpPr>
        <p:spPr>
          <a:xfrm xmlns:a="http://schemas.openxmlformats.org/drawingml/2006/main">
            <a:off x="4476750" y="211455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FFFFF"/>
                </a:solidFill>
                <a:latin typeface="Bitstream Charter"/>
                <a:ea typeface="Bitstream Charter"/>
                <a:cs typeface="Bitstream Charter"/>
              </a:defRPr>
            </a:pPr>
            <a:r>
              <a:rPr sz="2400" b="1">
                <a:solidFill>
                  <a:srgbClr val="FFFFFF"/>
                </a:solidFill>
                <a:latin typeface="Bitstream Charter"/>
                <a:ea typeface="Bitstream Charter"/>
                <a:cs typeface="Bitstream Charter"/>
              </a:rPr>
              <a:t>student_01</a:t>
            </a:r>
          </a:p>
        </p:txBody>
      </p:sp>
      <p:sp>
        <p:nvSpPr>
          <p:cNvPr id="11" name="">
            <a:extLst xmlns:a="http://schemas.openxmlformats.org/drawingml/2006/main">
              <a:ext uri="{FF2B5EF4-FFF2-40B4-BE49-F238E27FC236}">
                <a16:creationId xmlns:a16="http://schemas.microsoft.com/office/drawing/2014/main" id="{F54F52D6-CF31-4495-A212-5B1DCF164FD8}"/>
              </a:ext>
            </a:extLst>
          </p:cNvPr>
          <p:cNvSpPr>
            <a:spLocks xmlns:a="http://schemas.openxmlformats.org/drawingml/2006/main" noGrp="1"/>
          </p:cNvSpPr>
          <p:nvPr/>
        </p:nvSpPr>
        <p:spPr>
          <a:xfrm xmlns:a="http://schemas.openxmlformats.org/drawingml/2006/main">
            <a:off x="7286625" y="2047875"/>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FFFFF"/>
                </a:solidFill>
                <a:latin typeface="Bitstream Charter"/>
                <a:ea typeface="Bitstream Charter"/>
                <a:cs typeface="Bitstream Charter"/>
              </a:defRPr>
            </a:pPr>
            <a:r>
              <a:rPr sz="2850" b="1">
                <a:solidFill>
                  <a:srgbClr val="FFFFFF"/>
                </a:solidFill>
                <a:latin typeface="Bitstream Charter"/>
                <a:ea typeface="Bitstream Charter"/>
                <a:cs typeface="Bitstream Charter"/>
              </a:rPr>
              <a:t>.</a:t>
            </a:r>
          </a:p>
        </p:txBody>
      </p:sp>
      <p:sp>
        <p:nvSpPr>
          <p:cNvPr id="12" name="">
            <a:extLst xmlns:a="http://schemas.openxmlformats.org/drawingml/2006/main">
              <a:ext uri="{FF2B5EF4-FFF2-40B4-BE49-F238E27FC236}">
                <a16:creationId xmlns:a16="http://schemas.microsoft.com/office/drawing/2014/main" id="{CBCAEC8A-2FE1-4744-9E1D-E8F8C9110025}"/>
              </a:ext>
            </a:extLst>
          </p:cNvPr>
          <p:cNvSpPr>
            <a:spLocks xmlns:a="http://schemas.openxmlformats.org/drawingml/2006/main" noGrp="1"/>
          </p:cNvSpPr>
          <p:nvPr/>
        </p:nvSpPr>
        <p:spPr>
          <a:xfrm xmlns:a="http://schemas.openxmlformats.org/drawingml/2006/main">
            <a:off x="7810500" y="21145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400" b="1">
                <a:solidFill>
                  <a:srgbClr val="F4B942"/>
                </a:solidFill>
                <a:latin typeface="Bitstream Charter"/>
                <a:ea typeface="Bitstream Charter"/>
                <a:cs typeface="Bitstream Charter"/>
              </a:defRPr>
            </a:pPr>
            <a:r>
              <a:rPr sz="2400" b="1">
                <a:solidFill>
                  <a:srgbClr val="F4B942"/>
                </a:solidFill>
                <a:latin typeface="Bitstream Charter"/>
                <a:ea typeface="Bitstream Charter"/>
                <a:cs typeface="Bitstream Charter"/>
              </a:rPr>
              <a:t>orders</a:t>
            </a:r>
          </a:p>
        </p:txBody>
      </p:sp>
      <p:sp>
        <p:nvSpPr>
          <p:cNvPr id="13" name="">
            <a:extLst xmlns:a="http://schemas.openxmlformats.org/drawingml/2006/main">
              <a:ext uri="{FF2B5EF4-FFF2-40B4-BE49-F238E27FC236}">
                <a16:creationId xmlns:a16="http://schemas.microsoft.com/office/drawing/2014/main" id="{A704B05B-538B-487F-971F-FFE8A0FFDFB6}"/>
              </a:ext>
            </a:extLst>
          </p:cNvPr>
          <p:cNvSpPr>
            <a:spLocks xmlns:a="http://schemas.openxmlformats.org/drawingml/2006/main" noGrp="1"/>
          </p:cNvSpPr>
          <p:nvPr/>
        </p:nvSpPr>
        <p:spPr>
          <a:xfrm xmlns:a="http://schemas.openxmlformats.org/drawingml/2006/main">
            <a:off x="809625" y="3333750"/>
            <a:ext cx="3143250"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FF39A6F3-EFCD-4109-9DA8-1E645A277D47}"/>
              </a:ext>
            </a:extLst>
          </p:cNvPr>
          <p:cNvSpPr>
            <a:spLocks xmlns:a="http://schemas.openxmlformats.org/drawingml/2006/main" noGrp="1"/>
          </p:cNvSpPr>
          <p:nvPr/>
        </p:nvSpPr>
        <p:spPr>
          <a:xfrm xmlns:a="http://schemas.openxmlformats.org/drawingml/2006/main">
            <a:off x="809625" y="3333750"/>
            <a:ext cx="76200" cy="1381125"/>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360036-A921-444A-B29F-44FB4307306F}"/>
              </a:ext>
            </a:extLst>
          </p:cNvPr>
          <p:cNvSpPr>
            <a:spLocks xmlns:a="http://schemas.openxmlformats.org/drawingml/2006/main" noGrp="1"/>
          </p:cNvSpPr>
          <p:nvPr/>
        </p:nvSpPr>
        <p:spPr>
          <a:xfrm xmlns:a="http://schemas.openxmlformats.org/drawingml/2006/main">
            <a:off x="1038225" y="34861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Catalog</a:t>
            </a:r>
          </a:p>
        </p:txBody>
      </p:sp>
      <p:sp>
        <p:nvSpPr>
          <p:cNvPr id="16" name="">
            <a:extLst xmlns:a="http://schemas.openxmlformats.org/drawingml/2006/main">
              <a:ext uri="{FF2B5EF4-FFF2-40B4-BE49-F238E27FC236}">
                <a16:creationId xmlns:a16="http://schemas.microsoft.com/office/drawing/2014/main" id="{3CC0E759-3863-4BD3-8EB5-2428B5D3FA7E}"/>
              </a:ext>
            </a:extLst>
          </p:cNvPr>
          <p:cNvSpPr>
            <a:spLocks xmlns:a="http://schemas.openxmlformats.org/drawingml/2006/main" noGrp="1"/>
          </p:cNvSpPr>
          <p:nvPr/>
        </p:nvSpPr>
        <p:spPr>
          <a:xfrm xmlns:a="http://schemas.openxmlformats.org/drawingml/2006/main">
            <a:off x="1038225" y="3829050"/>
            <a:ext cx="2724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Training domain or environment</a:t>
            </a:r>
          </a:p>
        </p:txBody>
      </p:sp>
      <p:sp>
        <p:nvSpPr>
          <p:cNvPr id="17" name="">
            <a:extLst xmlns:a="http://schemas.openxmlformats.org/drawingml/2006/main">
              <a:ext uri="{FF2B5EF4-FFF2-40B4-BE49-F238E27FC236}">
                <a16:creationId xmlns:a16="http://schemas.microsoft.com/office/drawing/2014/main" id="{4F326B5F-CC83-49D7-8E36-BCF7EB1DF290}"/>
              </a:ext>
            </a:extLst>
          </p:cNvPr>
          <p:cNvSpPr>
            <a:spLocks xmlns:a="http://schemas.openxmlformats.org/drawingml/2006/main" noGrp="1"/>
          </p:cNvSpPr>
          <p:nvPr/>
        </p:nvSpPr>
        <p:spPr>
          <a:xfrm xmlns:a="http://schemas.openxmlformats.org/drawingml/2006/main">
            <a:off x="4524375" y="3333750"/>
            <a:ext cx="3143250"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FCA0B43A-220D-411A-A809-B0B8C3381C3D}"/>
              </a:ext>
            </a:extLst>
          </p:cNvPr>
          <p:cNvSpPr>
            <a:spLocks xmlns:a="http://schemas.openxmlformats.org/drawingml/2006/main" noGrp="1"/>
          </p:cNvSpPr>
          <p:nvPr/>
        </p:nvSpPr>
        <p:spPr>
          <a:xfrm xmlns:a="http://schemas.openxmlformats.org/drawingml/2006/main">
            <a:off x="4524375" y="3333750"/>
            <a:ext cx="76200" cy="1381125"/>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5920F9-7488-45D4-9937-F32A7BAB0215}"/>
              </a:ext>
            </a:extLst>
          </p:cNvPr>
          <p:cNvSpPr>
            <a:spLocks xmlns:a="http://schemas.openxmlformats.org/drawingml/2006/main" noGrp="1"/>
          </p:cNvSpPr>
          <p:nvPr/>
        </p:nvSpPr>
        <p:spPr>
          <a:xfrm xmlns:a="http://schemas.openxmlformats.org/drawingml/2006/main">
            <a:off x="4752975" y="34861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Schema</a:t>
            </a:r>
          </a:p>
        </p:txBody>
      </p:sp>
      <p:sp>
        <p:nvSpPr>
          <p:cNvPr id="20" name="">
            <a:extLst xmlns:a="http://schemas.openxmlformats.org/drawingml/2006/main">
              <a:ext uri="{FF2B5EF4-FFF2-40B4-BE49-F238E27FC236}">
                <a16:creationId xmlns:a16="http://schemas.microsoft.com/office/drawing/2014/main" id="{19E1B0E8-D217-4059-A821-8869EEC12962}"/>
              </a:ext>
            </a:extLst>
          </p:cNvPr>
          <p:cNvSpPr>
            <a:spLocks xmlns:a="http://schemas.openxmlformats.org/drawingml/2006/main" noGrp="1"/>
          </p:cNvSpPr>
          <p:nvPr/>
        </p:nvSpPr>
        <p:spPr>
          <a:xfrm xmlns:a="http://schemas.openxmlformats.org/drawingml/2006/main">
            <a:off x="4752975" y="3829050"/>
            <a:ext cx="2724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Learner ownership area</a:t>
            </a:r>
          </a:p>
        </p:txBody>
      </p:sp>
      <p:sp>
        <p:nvSpPr>
          <p:cNvPr id="21" name="">
            <a:extLst xmlns:a="http://schemas.openxmlformats.org/drawingml/2006/main">
              <a:ext uri="{FF2B5EF4-FFF2-40B4-BE49-F238E27FC236}">
                <a16:creationId xmlns:a16="http://schemas.microsoft.com/office/drawing/2014/main" id="{BB5AD0C1-A4BC-4EAE-8888-8A9E3B1FF9A7}"/>
              </a:ext>
            </a:extLst>
          </p:cNvPr>
          <p:cNvSpPr>
            <a:spLocks xmlns:a="http://schemas.openxmlformats.org/drawingml/2006/main" noGrp="1"/>
          </p:cNvSpPr>
          <p:nvPr/>
        </p:nvSpPr>
        <p:spPr>
          <a:xfrm xmlns:a="http://schemas.openxmlformats.org/drawingml/2006/main">
            <a:off x="8239125" y="3333750"/>
            <a:ext cx="3143250" cy="1381125"/>
          </a:xfrm>
          <a:prstGeom xmlns:a="http://schemas.openxmlformats.org/drawingml/2006/main" prst="roundRect">
            <a:avLst>
              <a:gd name="adj" fmla="val 5517"/>
            </a:avLst>
          </a:prstGeom>
          <a:solidFill xmlns:a="http://schemas.openxmlformats.org/drawingml/2006/main">
            <a:srgbClr val="F3F7FA"/>
          </a:solidFill>
          <a:ln xmlns:a="http://schemas.openxmlformats.org/drawingml/2006/main" w="9525">
            <a:solidFill>
              <a:srgbClr val="D9E1E8"/>
            </a:solidFill>
          </a:ln>
        </p:spPr>
      </p:sp>
      <p:sp>
        <p:nvSpPr>
          <p:cNvPr id="22" name="">
            <a:extLst xmlns:a="http://schemas.openxmlformats.org/drawingml/2006/main">
              <a:ext uri="{FF2B5EF4-FFF2-40B4-BE49-F238E27FC236}">
                <a16:creationId xmlns:a16="http://schemas.microsoft.com/office/drawing/2014/main" id="{4C303F01-4FEB-46C4-9E61-F4C800A4219C}"/>
              </a:ext>
            </a:extLst>
          </p:cNvPr>
          <p:cNvSpPr>
            <a:spLocks xmlns:a="http://schemas.openxmlformats.org/drawingml/2006/main" noGrp="1"/>
          </p:cNvSpPr>
          <p:nvPr/>
        </p:nvSpPr>
        <p:spPr>
          <a:xfrm xmlns:a="http://schemas.openxmlformats.org/drawingml/2006/main">
            <a:off x="8239125" y="3333750"/>
            <a:ext cx="76200" cy="138112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638643A-125A-421D-BFAB-C479E0D79C22}"/>
              </a:ext>
            </a:extLst>
          </p:cNvPr>
          <p:cNvSpPr>
            <a:spLocks xmlns:a="http://schemas.openxmlformats.org/drawingml/2006/main" noGrp="1"/>
          </p:cNvSpPr>
          <p:nvPr/>
        </p:nvSpPr>
        <p:spPr>
          <a:xfrm xmlns:a="http://schemas.openxmlformats.org/drawingml/2006/main">
            <a:off x="8467725" y="34861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Table</a:t>
            </a:r>
          </a:p>
        </p:txBody>
      </p:sp>
      <p:sp>
        <p:nvSpPr>
          <p:cNvPr id="24" name="">
            <a:extLst xmlns:a="http://schemas.openxmlformats.org/drawingml/2006/main">
              <a:ext uri="{FF2B5EF4-FFF2-40B4-BE49-F238E27FC236}">
                <a16:creationId xmlns:a16="http://schemas.microsoft.com/office/drawing/2014/main" id="{2C2B11B1-AE87-43E8-A28D-EAEE475AD08C}"/>
              </a:ext>
            </a:extLst>
          </p:cNvPr>
          <p:cNvSpPr>
            <a:spLocks xmlns:a="http://schemas.openxmlformats.org/drawingml/2006/main" noGrp="1"/>
          </p:cNvSpPr>
          <p:nvPr/>
        </p:nvSpPr>
        <p:spPr>
          <a:xfrm xmlns:a="http://schemas.openxmlformats.org/drawingml/2006/main">
            <a:off x="8467725" y="3829050"/>
            <a:ext cx="27241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Governed dataset</a:t>
            </a:r>
          </a:p>
        </p:txBody>
      </p:sp>
    </p:spTree>
    <p:extLst>
      <p:ext uri="{BB962C8B-B14F-4D97-AF65-F5344CB8AC3E}">
        <p14:creationId xmlns:p14="http://schemas.microsoft.com/office/powerpoint/2010/main" val="6413844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EF88DA7D-9D85-46EB-BDDD-FA6EDAEE910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FF2354-DAE8-4E0E-876F-46AEB03D8B14}"/>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One workspace, fourteen learner schemas</a:t>
            </a:r>
          </a:p>
        </p:txBody>
      </p:sp>
      <p:sp>
        <p:nvSpPr>
          <p:cNvPr id="3" name="">
            <a:extLst xmlns:a="http://schemas.openxmlformats.org/drawingml/2006/main">
              <a:ext uri="{FF2B5EF4-FFF2-40B4-BE49-F238E27FC236}">
                <a16:creationId xmlns:a16="http://schemas.microsoft.com/office/drawing/2014/main" id="{87234095-D4DE-43D5-98EE-8135AB18EA06}"/>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Isolation without fourteen separate workspaces</a:t>
            </a:r>
          </a:p>
        </p:txBody>
      </p:sp>
      <p:sp>
        <p:nvSpPr>
          <p:cNvPr id="4" name="">
            <a:extLst xmlns:a="http://schemas.openxmlformats.org/drawingml/2006/main">
              <a:ext uri="{FF2B5EF4-FFF2-40B4-BE49-F238E27FC236}">
                <a16:creationId xmlns:a16="http://schemas.microsoft.com/office/drawing/2014/main" id="{AC7EB5DF-03D2-4733-9695-8AF769E510D4}"/>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B709C9-FE88-493E-8C7B-28D1DA344C96}"/>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DB092F9-A398-44D4-9659-5EA9589529A7}"/>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24</a:t>
            </a:r>
          </a:p>
        </p:txBody>
      </p:sp>
      <p:sp>
        <p:nvSpPr>
          <p:cNvPr id="7" name="">
            <a:extLst xmlns:a="http://schemas.openxmlformats.org/drawingml/2006/main">
              <a:ext uri="{FF2B5EF4-FFF2-40B4-BE49-F238E27FC236}">
                <a16:creationId xmlns:a16="http://schemas.microsoft.com/office/drawing/2014/main" id="{17775E03-6356-4389-B3A6-EE3FEDA217DE}"/>
              </a:ext>
            </a:extLst>
          </p:cNvPr>
          <p:cNvSpPr>
            <a:spLocks xmlns:a="http://schemas.openxmlformats.org/drawingml/2006/main" noGrp="1"/>
          </p:cNvSpPr>
          <p:nvPr/>
        </p:nvSpPr>
        <p:spPr>
          <a:xfrm xmlns:a="http://schemas.openxmlformats.org/drawingml/2006/main">
            <a:off x="714375" y="1619250"/>
            <a:ext cx="10763250" cy="762000"/>
          </a:xfrm>
          <a:prstGeom xmlns:a="http://schemas.openxmlformats.org/drawingml/2006/main" prst="roundRect">
            <a:avLst>
              <a:gd name="adj" fmla="val 10000"/>
            </a:avLst>
          </a:prstGeom>
          <a:solidFill xmlns:a="http://schemas.openxmlformats.org/drawingml/2006/main">
            <a:srgbClr val="071C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3FF6F43-D313-46D2-8085-CA456887650F}"/>
              </a:ext>
            </a:extLst>
          </p:cNvPr>
          <p:cNvSpPr>
            <a:spLocks xmlns:a="http://schemas.openxmlformats.org/drawingml/2006/main" noGrp="1"/>
          </p:cNvSpPr>
          <p:nvPr/>
        </p:nvSpPr>
        <p:spPr>
          <a:xfrm xmlns:a="http://schemas.openxmlformats.org/drawingml/2006/main">
            <a:off x="1095375" y="180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76"/>
          </a:bodyPr>
          <a:lstStyle xmlns:a="http://schemas.openxmlformats.org/drawingml/2006/main"/>
          <a:p xmlns:a="http://schemas.openxmlformats.org/drawingml/2006/main">
            <a:pPr algn="ctr">
              <a:defRPr sz="2100" b="1">
                <a:solidFill>
                  <a:srgbClr val="FFFFFF"/>
                </a:solidFill>
                <a:latin typeface="Bitstream Charter"/>
                <a:ea typeface="Bitstream Charter"/>
                <a:cs typeface="Bitstream Charter"/>
              </a:defRPr>
            </a:pPr>
            <a:r>
              <a:rPr sz="2100" b="1">
                <a:solidFill>
                  <a:srgbClr val="FFFFFF"/>
                </a:solidFill>
                <a:latin typeface="Bitstream Charter"/>
                <a:ea typeface="Bitstream Charter"/>
                <a:cs typeface="Bitstream Charter"/>
              </a:rPr>
              <a:t>Premium Azure Databricks workspace</a:t>
            </a:r>
          </a:p>
        </p:txBody>
      </p:sp>
      <p:sp>
        <p:nvSpPr>
          <p:cNvPr id="9" name="">
            <a:extLst xmlns:a="http://schemas.openxmlformats.org/drawingml/2006/main">
              <a:ext uri="{FF2B5EF4-FFF2-40B4-BE49-F238E27FC236}">
                <a16:creationId xmlns:a16="http://schemas.microsoft.com/office/drawing/2014/main" id="{0A428C16-4A9F-4E5C-9863-AD419A28549F}"/>
              </a:ext>
            </a:extLst>
          </p:cNvPr>
          <p:cNvSpPr>
            <a:spLocks xmlns:a="http://schemas.openxmlformats.org/drawingml/2006/main" noGrp="1"/>
          </p:cNvSpPr>
          <p:nvPr/>
        </p:nvSpPr>
        <p:spPr>
          <a:xfrm xmlns:a="http://schemas.openxmlformats.org/drawingml/2006/main">
            <a:off x="714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10" name="">
            <a:extLst xmlns:a="http://schemas.openxmlformats.org/drawingml/2006/main">
              <a:ext uri="{FF2B5EF4-FFF2-40B4-BE49-F238E27FC236}">
                <a16:creationId xmlns:a16="http://schemas.microsoft.com/office/drawing/2014/main" id="{EEDB5CEF-7E72-48FA-ACB6-FB651D481C96}"/>
              </a:ext>
            </a:extLst>
          </p:cNvPr>
          <p:cNvSpPr>
            <a:spLocks xmlns:a="http://schemas.openxmlformats.org/drawingml/2006/main" noGrp="1"/>
          </p:cNvSpPr>
          <p:nvPr/>
        </p:nvSpPr>
        <p:spPr>
          <a:xfrm xmlns:a="http://schemas.openxmlformats.org/drawingml/2006/main">
            <a:off x="714375" y="2809875"/>
            <a:ext cx="66675" cy="9525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5855681-218C-4A6C-BA6E-C17288EAE7FA}"/>
              </a:ext>
            </a:extLst>
          </p:cNvPr>
          <p:cNvSpPr>
            <a:spLocks xmlns:a="http://schemas.openxmlformats.org/drawingml/2006/main" noGrp="1"/>
          </p:cNvSpPr>
          <p:nvPr/>
        </p:nvSpPr>
        <p:spPr>
          <a:xfrm xmlns:a="http://schemas.openxmlformats.org/drawingml/2006/main">
            <a:off x="857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student_01</a:t>
            </a:r>
          </a:p>
        </p:txBody>
      </p:sp>
      <p:sp>
        <p:nvSpPr>
          <p:cNvPr id="12" name="">
            <a:extLst xmlns:a="http://schemas.openxmlformats.org/drawingml/2006/main">
              <a:ext uri="{FF2B5EF4-FFF2-40B4-BE49-F238E27FC236}">
                <a16:creationId xmlns:a16="http://schemas.microsoft.com/office/drawing/2014/main" id="{31F46F40-F200-4853-90E9-22D047289250}"/>
              </a:ext>
            </a:extLst>
          </p:cNvPr>
          <p:cNvSpPr>
            <a:spLocks xmlns:a="http://schemas.openxmlformats.org/drawingml/2006/main" noGrp="1"/>
          </p:cNvSpPr>
          <p:nvPr/>
        </p:nvSpPr>
        <p:spPr>
          <a:xfrm xmlns:a="http://schemas.openxmlformats.org/drawingml/2006/main">
            <a:off x="857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13" name="">
            <a:extLst xmlns:a="http://schemas.openxmlformats.org/drawingml/2006/main">
              <a:ext uri="{FF2B5EF4-FFF2-40B4-BE49-F238E27FC236}">
                <a16:creationId xmlns:a16="http://schemas.microsoft.com/office/drawing/2014/main" id="{1FFE8A84-A373-4B11-B953-0E3A1B095E81}"/>
              </a:ext>
            </a:extLst>
          </p:cNvPr>
          <p:cNvSpPr>
            <a:spLocks xmlns:a="http://schemas.openxmlformats.org/drawingml/2006/main" noGrp="1"/>
          </p:cNvSpPr>
          <p:nvPr/>
        </p:nvSpPr>
        <p:spPr>
          <a:xfrm xmlns:a="http://schemas.openxmlformats.org/drawingml/2006/main">
            <a:off x="2238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B12192DC-D510-4018-8752-35778905D48D}"/>
              </a:ext>
            </a:extLst>
          </p:cNvPr>
          <p:cNvSpPr>
            <a:spLocks xmlns:a="http://schemas.openxmlformats.org/drawingml/2006/main" noGrp="1"/>
          </p:cNvSpPr>
          <p:nvPr/>
        </p:nvSpPr>
        <p:spPr>
          <a:xfrm xmlns:a="http://schemas.openxmlformats.org/drawingml/2006/main">
            <a:off x="2238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A1D41BA-EC16-4944-B16B-21378942B5DC}"/>
              </a:ext>
            </a:extLst>
          </p:cNvPr>
          <p:cNvSpPr>
            <a:spLocks xmlns:a="http://schemas.openxmlformats.org/drawingml/2006/main" noGrp="1"/>
          </p:cNvSpPr>
          <p:nvPr/>
        </p:nvSpPr>
        <p:spPr>
          <a:xfrm xmlns:a="http://schemas.openxmlformats.org/drawingml/2006/main">
            <a:off x="2381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student_02</a:t>
            </a:r>
          </a:p>
        </p:txBody>
      </p:sp>
      <p:sp>
        <p:nvSpPr>
          <p:cNvPr id="16" name="">
            <a:extLst xmlns:a="http://schemas.openxmlformats.org/drawingml/2006/main">
              <a:ext uri="{FF2B5EF4-FFF2-40B4-BE49-F238E27FC236}">
                <a16:creationId xmlns:a16="http://schemas.microsoft.com/office/drawing/2014/main" id="{93FB1340-CA00-4EBC-A060-444E58F3C9B9}"/>
              </a:ext>
            </a:extLst>
          </p:cNvPr>
          <p:cNvSpPr>
            <a:spLocks xmlns:a="http://schemas.openxmlformats.org/drawingml/2006/main" noGrp="1"/>
          </p:cNvSpPr>
          <p:nvPr/>
        </p:nvSpPr>
        <p:spPr>
          <a:xfrm xmlns:a="http://schemas.openxmlformats.org/drawingml/2006/main">
            <a:off x="2381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17" name="">
            <a:extLst xmlns:a="http://schemas.openxmlformats.org/drawingml/2006/main">
              <a:ext uri="{FF2B5EF4-FFF2-40B4-BE49-F238E27FC236}">
                <a16:creationId xmlns:a16="http://schemas.microsoft.com/office/drawing/2014/main" id="{668C0C0C-C1E5-4278-B7E0-A0E8C9B2E27C}"/>
              </a:ext>
            </a:extLst>
          </p:cNvPr>
          <p:cNvSpPr>
            <a:spLocks xmlns:a="http://schemas.openxmlformats.org/drawingml/2006/main" noGrp="1"/>
          </p:cNvSpPr>
          <p:nvPr/>
        </p:nvSpPr>
        <p:spPr>
          <a:xfrm xmlns:a="http://schemas.openxmlformats.org/drawingml/2006/main">
            <a:off x="3762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58FB18C0-2A60-4E57-B51B-F6EB8AD5F54E}"/>
              </a:ext>
            </a:extLst>
          </p:cNvPr>
          <p:cNvSpPr>
            <a:spLocks xmlns:a="http://schemas.openxmlformats.org/drawingml/2006/main" noGrp="1"/>
          </p:cNvSpPr>
          <p:nvPr/>
        </p:nvSpPr>
        <p:spPr>
          <a:xfrm xmlns:a="http://schemas.openxmlformats.org/drawingml/2006/main">
            <a:off x="3762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7474EA0-5D6A-4851-92A0-232E3D22A634}"/>
              </a:ext>
            </a:extLst>
          </p:cNvPr>
          <p:cNvSpPr>
            <a:spLocks xmlns:a="http://schemas.openxmlformats.org/drawingml/2006/main" noGrp="1"/>
          </p:cNvSpPr>
          <p:nvPr/>
        </p:nvSpPr>
        <p:spPr>
          <a:xfrm xmlns:a="http://schemas.openxmlformats.org/drawingml/2006/main">
            <a:off x="3905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student_03</a:t>
            </a:r>
          </a:p>
        </p:txBody>
      </p:sp>
      <p:sp>
        <p:nvSpPr>
          <p:cNvPr id="20" name="">
            <a:extLst xmlns:a="http://schemas.openxmlformats.org/drawingml/2006/main">
              <a:ext uri="{FF2B5EF4-FFF2-40B4-BE49-F238E27FC236}">
                <a16:creationId xmlns:a16="http://schemas.microsoft.com/office/drawing/2014/main" id="{6137223F-436A-4172-9F4A-2EE236B72A8C}"/>
              </a:ext>
            </a:extLst>
          </p:cNvPr>
          <p:cNvSpPr>
            <a:spLocks xmlns:a="http://schemas.openxmlformats.org/drawingml/2006/main" noGrp="1"/>
          </p:cNvSpPr>
          <p:nvPr/>
        </p:nvSpPr>
        <p:spPr>
          <a:xfrm xmlns:a="http://schemas.openxmlformats.org/drawingml/2006/main">
            <a:off x="3905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21" name="">
            <a:extLst xmlns:a="http://schemas.openxmlformats.org/drawingml/2006/main">
              <a:ext uri="{FF2B5EF4-FFF2-40B4-BE49-F238E27FC236}">
                <a16:creationId xmlns:a16="http://schemas.microsoft.com/office/drawing/2014/main" id="{75AE2ECA-8490-4D8D-A3D5-EC881C19A70C}"/>
              </a:ext>
            </a:extLst>
          </p:cNvPr>
          <p:cNvSpPr>
            <a:spLocks xmlns:a="http://schemas.openxmlformats.org/drawingml/2006/main" noGrp="1"/>
          </p:cNvSpPr>
          <p:nvPr/>
        </p:nvSpPr>
        <p:spPr>
          <a:xfrm xmlns:a="http://schemas.openxmlformats.org/drawingml/2006/main">
            <a:off x="5286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22" name="">
            <a:extLst xmlns:a="http://schemas.openxmlformats.org/drawingml/2006/main">
              <a:ext uri="{FF2B5EF4-FFF2-40B4-BE49-F238E27FC236}">
                <a16:creationId xmlns:a16="http://schemas.microsoft.com/office/drawing/2014/main" id="{54421B3D-5054-4A2E-BB92-7045DEE9DE75}"/>
              </a:ext>
            </a:extLst>
          </p:cNvPr>
          <p:cNvSpPr>
            <a:spLocks xmlns:a="http://schemas.openxmlformats.org/drawingml/2006/main" noGrp="1"/>
          </p:cNvSpPr>
          <p:nvPr/>
        </p:nvSpPr>
        <p:spPr>
          <a:xfrm xmlns:a="http://schemas.openxmlformats.org/drawingml/2006/main">
            <a:off x="5286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F04803C-D1A5-4F7B-80CA-66828FA6A4B1}"/>
              </a:ext>
            </a:extLst>
          </p:cNvPr>
          <p:cNvSpPr>
            <a:spLocks xmlns:a="http://schemas.openxmlformats.org/drawingml/2006/main" noGrp="1"/>
          </p:cNvSpPr>
          <p:nvPr/>
        </p:nvSpPr>
        <p:spPr>
          <a:xfrm xmlns:a="http://schemas.openxmlformats.org/drawingml/2006/main">
            <a:off x="5429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student_04</a:t>
            </a:r>
          </a:p>
        </p:txBody>
      </p:sp>
      <p:sp>
        <p:nvSpPr>
          <p:cNvPr id="24" name="">
            <a:extLst xmlns:a="http://schemas.openxmlformats.org/drawingml/2006/main">
              <a:ext uri="{FF2B5EF4-FFF2-40B4-BE49-F238E27FC236}">
                <a16:creationId xmlns:a16="http://schemas.microsoft.com/office/drawing/2014/main" id="{FFDAD9D8-C3FA-4A52-82B8-74F4601CAFFD}"/>
              </a:ext>
            </a:extLst>
          </p:cNvPr>
          <p:cNvSpPr>
            <a:spLocks xmlns:a="http://schemas.openxmlformats.org/drawingml/2006/main" noGrp="1"/>
          </p:cNvSpPr>
          <p:nvPr/>
        </p:nvSpPr>
        <p:spPr>
          <a:xfrm xmlns:a="http://schemas.openxmlformats.org/drawingml/2006/main">
            <a:off x="5429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25" name="">
            <a:extLst xmlns:a="http://schemas.openxmlformats.org/drawingml/2006/main">
              <a:ext uri="{FF2B5EF4-FFF2-40B4-BE49-F238E27FC236}">
                <a16:creationId xmlns:a16="http://schemas.microsoft.com/office/drawing/2014/main" id="{3254AC02-BC97-4555-A123-75462A1B5DD4}"/>
              </a:ext>
            </a:extLst>
          </p:cNvPr>
          <p:cNvSpPr>
            <a:spLocks xmlns:a="http://schemas.openxmlformats.org/drawingml/2006/main" noGrp="1"/>
          </p:cNvSpPr>
          <p:nvPr/>
        </p:nvSpPr>
        <p:spPr>
          <a:xfrm xmlns:a="http://schemas.openxmlformats.org/drawingml/2006/main">
            <a:off x="6810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26" name="">
            <a:extLst xmlns:a="http://schemas.openxmlformats.org/drawingml/2006/main">
              <a:ext uri="{FF2B5EF4-FFF2-40B4-BE49-F238E27FC236}">
                <a16:creationId xmlns:a16="http://schemas.microsoft.com/office/drawing/2014/main" id="{BA1441B7-CE63-49DF-84D2-1C41210B0E48}"/>
              </a:ext>
            </a:extLst>
          </p:cNvPr>
          <p:cNvSpPr>
            <a:spLocks xmlns:a="http://schemas.openxmlformats.org/drawingml/2006/main" noGrp="1"/>
          </p:cNvSpPr>
          <p:nvPr/>
        </p:nvSpPr>
        <p:spPr>
          <a:xfrm xmlns:a="http://schemas.openxmlformats.org/drawingml/2006/main">
            <a:off x="6810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CA10444-300F-4F3B-A283-3E756449BBF5}"/>
              </a:ext>
            </a:extLst>
          </p:cNvPr>
          <p:cNvSpPr>
            <a:spLocks xmlns:a="http://schemas.openxmlformats.org/drawingml/2006/main" noGrp="1"/>
          </p:cNvSpPr>
          <p:nvPr/>
        </p:nvSpPr>
        <p:spPr>
          <a:xfrm xmlns:a="http://schemas.openxmlformats.org/drawingml/2006/main">
            <a:off x="6953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student_05</a:t>
            </a:r>
          </a:p>
        </p:txBody>
      </p:sp>
      <p:sp>
        <p:nvSpPr>
          <p:cNvPr id="28" name="">
            <a:extLst xmlns:a="http://schemas.openxmlformats.org/drawingml/2006/main">
              <a:ext uri="{FF2B5EF4-FFF2-40B4-BE49-F238E27FC236}">
                <a16:creationId xmlns:a16="http://schemas.microsoft.com/office/drawing/2014/main" id="{A688443C-4C34-43A8-8920-BC1C6482D370}"/>
              </a:ext>
            </a:extLst>
          </p:cNvPr>
          <p:cNvSpPr>
            <a:spLocks xmlns:a="http://schemas.openxmlformats.org/drawingml/2006/main" noGrp="1"/>
          </p:cNvSpPr>
          <p:nvPr/>
        </p:nvSpPr>
        <p:spPr>
          <a:xfrm xmlns:a="http://schemas.openxmlformats.org/drawingml/2006/main">
            <a:off x="6953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29" name="">
            <a:extLst xmlns:a="http://schemas.openxmlformats.org/drawingml/2006/main">
              <a:ext uri="{FF2B5EF4-FFF2-40B4-BE49-F238E27FC236}">
                <a16:creationId xmlns:a16="http://schemas.microsoft.com/office/drawing/2014/main" id="{1F0BF1C1-5E71-4B4F-83E3-2F659BBEAC86}"/>
              </a:ext>
            </a:extLst>
          </p:cNvPr>
          <p:cNvSpPr>
            <a:spLocks xmlns:a="http://schemas.openxmlformats.org/drawingml/2006/main" noGrp="1"/>
          </p:cNvSpPr>
          <p:nvPr/>
        </p:nvSpPr>
        <p:spPr>
          <a:xfrm xmlns:a="http://schemas.openxmlformats.org/drawingml/2006/main">
            <a:off x="8334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30" name="">
            <a:extLst xmlns:a="http://schemas.openxmlformats.org/drawingml/2006/main">
              <a:ext uri="{FF2B5EF4-FFF2-40B4-BE49-F238E27FC236}">
                <a16:creationId xmlns:a16="http://schemas.microsoft.com/office/drawing/2014/main" id="{5EA2A1B6-8439-4E66-B7F9-6710B3D2636F}"/>
              </a:ext>
            </a:extLst>
          </p:cNvPr>
          <p:cNvSpPr>
            <a:spLocks xmlns:a="http://schemas.openxmlformats.org/drawingml/2006/main" noGrp="1"/>
          </p:cNvSpPr>
          <p:nvPr/>
        </p:nvSpPr>
        <p:spPr>
          <a:xfrm xmlns:a="http://schemas.openxmlformats.org/drawingml/2006/main">
            <a:off x="8334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0645DC5-210F-4DDA-8B11-A01B9EF47599}"/>
              </a:ext>
            </a:extLst>
          </p:cNvPr>
          <p:cNvSpPr>
            <a:spLocks xmlns:a="http://schemas.openxmlformats.org/drawingml/2006/main" noGrp="1"/>
          </p:cNvSpPr>
          <p:nvPr/>
        </p:nvSpPr>
        <p:spPr>
          <a:xfrm xmlns:a="http://schemas.openxmlformats.org/drawingml/2006/main">
            <a:off x="8477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student_06</a:t>
            </a:r>
          </a:p>
        </p:txBody>
      </p:sp>
      <p:sp>
        <p:nvSpPr>
          <p:cNvPr id="32" name="">
            <a:extLst xmlns:a="http://schemas.openxmlformats.org/drawingml/2006/main">
              <a:ext uri="{FF2B5EF4-FFF2-40B4-BE49-F238E27FC236}">
                <a16:creationId xmlns:a16="http://schemas.microsoft.com/office/drawing/2014/main" id="{EC5585D9-E3D9-42E5-9FE7-D9E11439A4BD}"/>
              </a:ext>
            </a:extLst>
          </p:cNvPr>
          <p:cNvSpPr>
            <a:spLocks xmlns:a="http://schemas.openxmlformats.org/drawingml/2006/main" noGrp="1"/>
          </p:cNvSpPr>
          <p:nvPr/>
        </p:nvSpPr>
        <p:spPr>
          <a:xfrm xmlns:a="http://schemas.openxmlformats.org/drawingml/2006/main">
            <a:off x="8477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33" name="">
            <a:extLst xmlns:a="http://schemas.openxmlformats.org/drawingml/2006/main">
              <a:ext uri="{FF2B5EF4-FFF2-40B4-BE49-F238E27FC236}">
                <a16:creationId xmlns:a16="http://schemas.microsoft.com/office/drawing/2014/main" id="{55EC3C11-9F5B-4036-B8A3-AE43836B1DFE}"/>
              </a:ext>
            </a:extLst>
          </p:cNvPr>
          <p:cNvSpPr>
            <a:spLocks xmlns:a="http://schemas.openxmlformats.org/drawingml/2006/main" noGrp="1"/>
          </p:cNvSpPr>
          <p:nvPr/>
        </p:nvSpPr>
        <p:spPr>
          <a:xfrm xmlns:a="http://schemas.openxmlformats.org/drawingml/2006/main">
            <a:off x="9858375" y="280987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34" name="">
            <a:extLst xmlns:a="http://schemas.openxmlformats.org/drawingml/2006/main">
              <a:ext uri="{FF2B5EF4-FFF2-40B4-BE49-F238E27FC236}">
                <a16:creationId xmlns:a16="http://schemas.microsoft.com/office/drawing/2014/main" id="{1B65D057-61FC-448C-8372-1819D1551138}"/>
              </a:ext>
            </a:extLst>
          </p:cNvPr>
          <p:cNvSpPr>
            <a:spLocks xmlns:a="http://schemas.openxmlformats.org/drawingml/2006/main" noGrp="1"/>
          </p:cNvSpPr>
          <p:nvPr/>
        </p:nvSpPr>
        <p:spPr>
          <a:xfrm xmlns:a="http://schemas.openxmlformats.org/drawingml/2006/main">
            <a:off x="9858375" y="280987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021ABA0-C9BC-470F-820E-0A99EF51547A}"/>
              </a:ext>
            </a:extLst>
          </p:cNvPr>
          <p:cNvSpPr>
            <a:spLocks xmlns:a="http://schemas.openxmlformats.org/drawingml/2006/main" noGrp="1"/>
          </p:cNvSpPr>
          <p:nvPr/>
        </p:nvSpPr>
        <p:spPr>
          <a:xfrm xmlns:a="http://schemas.openxmlformats.org/drawingml/2006/main">
            <a:off x="10001250" y="295275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student_07</a:t>
            </a:r>
          </a:p>
        </p:txBody>
      </p:sp>
      <p:sp>
        <p:nvSpPr>
          <p:cNvPr id="36" name="">
            <a:extLst xmlns:a="http://schemas.openxmlformats.org/drawingml/2006/main">
              <a:ext uri="{FF2B5EF4-FFF2-40B4-BE49-F238E27FC236}">
                <a16:creationId xmlns:a16="http://schemas.microsoft.com/office/drawing/2014/main" id="{20D5AE04-08FB-4D56-9784-B66030EE0D1F}"/>
              </a:ext>
            </a:extLst>
          </p:cNvPr>
          <p:cNvSpPr>
            <a:spLocks xmlns:a="http://schemas.openxmlformats.org/drawingml/2006/main" noGrp="1"/>
          </p:cNvSpPr>
          <p:nvPr/>
        </p:nvSpPr>
        <p:spPr>
          <a:xfrm xmlns:a="http://schemas.openxmlformats.org/drawingml/2006/main">
            <a:off x="10001250" y="33337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37" name="">
            <a:extLst xmlns:a="http://schemas.openxmlformats.org/drawingml/2006/main">
              <a:ext uri="{FF2B5EF4-FFF2-40B4-BE49-F238E27FC236}">
                <a16:creationId xmlns:a16="http://schemas.microsoft.com/office/drawing/2014/main" id="{6A3DF52E-7737-44D9-B3CD-1536C7C011F9}"/>
              </a:ext>
            </a:extLst>
          </p:cNvPr>
          <p:cNvSpPr>
            <a:spLocks xmlns:a="http://schemas.openxmlformats.org/drawingml/2006/main" noGrp="1"/>
          </p:cNvSpPr>
          <p:nvPr/>
        </p:nvSpPr>
        <p:spPr>
          <a:xfrm xmlns:a="http://schemas.openxmlformats.org/drawingml/2006/main">
            <a:off x="714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38" name="">
            <a:extLst xmlns:a="http://schemas.openxmlformats.org/drawingml/2006/main">
              <a:ext uri="{FF2B5EF4-FFF2-40B4-BE49-F238E27FC236}">
                <a16:creationId xmlns:a16="http://schemas.microsoft.com/office/drawing/2014/main" id="{596CB158-98DD-4A5C-B21B-A90FF4C88C50}"/>
              </a:ext>
            </a:extLst>
          </p:cNvPr>
          <p:cNvSpPr>
            <a:spLocks xmlns:a="http://schemas.openxmlformats.org/drawingml/2006/main" noGrp="1"/>
          </p:cNvSpPr>
          <p:nvPr/>
        </p:nvSpPr>
        <p:spPr>
          <a:xfrm xmlns:a="http://schemas.openxmlformats.org/drawingml/2006/main">
            <a:off x="714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3ED5918-44B3-48C1-98B2-4A2EDCE61442}"/>
              </a:ext>
            </a:extLst>
          </p:cNvPr>
          <p:cNvSpPr>
            <a:spLocks xmlns:a="http://schemas.openxmlformats.org/drawingml/2006/main" noGrp="1"/>
          </p:cNvSpPr>
          <p:nvPr/>
        </p:nvSpPr>
        <p:spPr>
          <a:xfrm xmlns:a="http://schemas.openxmlformats.org/drawingml/2006/main">
            <a:off x="857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student_08</a:t>
            </a:r>
          </a:p>
        </p:txBody>
      </p:sp>
      <p:sp>
        <p:nvSpPr>
          <p:cNvPr id="40" name="">
            <a:extLst xmlns:a="http://schemas.openxmlformats.org/drawingml/2006/main">
              <a:ext uri="{FF2B5EF4-FFF2-40B4-BE49-F238E27FC236}">
                <a16:creationId xmlns:a16="http://schemas.microsoft.com/office/drawing/2014/main" id="{D4783D66-A576-4C6A-999E-B8961D7918DB}"/>
              </a:ext>
            </a:extLst>
          </p:cNvPr>
          <p:cNvSpPr>
            <a:spLocks xmlns:a="http://schemas.openxmlformats.org/drawingml/2006/main" noGrp="1"/>
          </p:cNvSpPr>
          <p:nvPr/>
        </p:nvSpPr>
        <p:spPr>
          <a:xfrm xmlns:a="http://schemas.openxmlformats.org/drawingml/2006/main">
            <a:off x="857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41" name="">
            <a:extLst xmlns:a="http://schemas.openxmlformats.org/drawingml/2006/main">
              <a:ext uri="{FF2B5EF4-FFF2-40B4-BE49-F238E27FC236}">
                <a16:creationId xmlns:a16="http://schemas.microsoft.com/office/drawing/2014/main" id="{675994F7-B159-4700-9C78-E54652663307}"/>
              </a:ext>
            </a:extLst>
          </p:cNvPr>
          <p:cNvSpPr>
            <a:spLocks xmlns:a="http://schemas.openxmlformats.org/drawingml/2006/main" noGrp="1"/>
          </p:cNvSpPr>
          <p:nvPr/>
        </p:nvSpPr>
        <p:spPr>
          <a:xfrm xmlns:a="http://schemas.openxmlformats.org/drawingml/2006/main">
            <a:off x="2238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42" name="">
            <a:extLst xmlns:a="http://schemas.openxmlformats.org/drawingml/2006/main">
              <a:ext uri="{FF2B5EF4-FFF2-40B4-BE49-F238E27FC236}">
                <a16:creationId xmlns:a16="http://schemas.microsoft.com/office/drawing/2014/main" id="{4679FC58-8AE0-45CE-B7DC-C7743697B99E}"/>
              </a:ext>
            </a:extLst>
          </p:cNvPr>
          <p:cNvSpPr>
            <a:spLocks xmlns:a="http://schemas.openxmlformats.org/drawingml/2006/main" noGrp="1"/>
          </p:cNvSpPr>
          <p:nvPr/>
        </p:nvSpPr>
        <p:spPr>
          <a:xfrm xmlns:a="http://schemas.openxmlformats.org/drawingml/2006/main">
            <a:off x="2238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161C3A5-508D-42B5-8F78-6CDC12B0D027}"/>
              </a:ext>
            </a:extLst>
          </p:cNvPr>
          <p:cNvSpPr>
            <a:spLocks xmlns:a="http://schemas.openxmlformats.org/drawingml/2006/main" noGrp="1"/>
          </p:cNvSpPr>
          <p:nvPr/>
        </p:nvSpPr>
        <p:spPr>
          <a:xfrm xmlns:a="http://schemas.openxmlformats.org/drawingml/2006/main">
            <a:off x="2381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student_09</a:t>
            </a:r>
          </a:p>
        </p:txBody>
      </p:sp>
      <p:sp>
        <p:nvSpPr>
          <p:cNvPr id="44" name="">
            <a:extLst xmlns:a="http://schemas.openxmlformats.org/drawingml/2006/main">
              <a:ext uri="{FF2B5EF4-FFF2-40B4-BE49-F238E27FC236}">
                <a16:creationId xmlns:a16="http://schemas.microsoft.com/office/drawing/2014/main" id="{E13B1969-D447-4DCC-837B-A2E21BD62927}"/>
              </a:ext>
            </a:extLst>
          </p:cNvPr>
          <p:cNvSpPr>
            <a:spLocks xmlns:a="http://schemas.openxmlformats.org/drawingml/2006/main" noGrp="1"/>
          </p:cNvSpPr>
          <p:nvPr/>
        </p:nvSpPr>
        <p:spPr>
          <a:xfrm xmlns:a="http://schemas.openxmlformats.org/drawingml/2006/main">
            <a:off x="2381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45" name="">
            <a:extLst xmlns:a="http://schemas.openxmlformats.org/drawingml/2006/main">
              <a:ext uri="{FF2B5EF4-FFF2-40B4-BE49-F238E27FC236}">
                <a16:creationId xmlns:a16="http://schemas.microsoft.com/office/drawing/2014/main" id="{6786D361-CECC-41A9-9951-BCE22B04B5B8}"/>
              </a:ext>
            </a:extLst>
          </p:cNvPr>
          <p:cNvSpPr>
            <a:spLocks xmlns:a="http://schemas.openxmlformats.org/drawingml/2006/main" noGrp="1"/>
          </p:cNvSpPr>
          <p:nvPr/>
        </p:nvSpPr>
        <p:spPr>
          <a:xfrm xmlns:a="http://schemas.openxmlformats.org/drawingml/2006/main">
            <a:off x="3762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46" name="">
            <a:extLst xmlns:a="http://schemas.openxmlformats.org/drawingml/2006/main">
              <a:ext uri="{FF2B5EF4-FFF2-40B4-BE49-F238E27FC236}">
                <a16:creationId xmlns:a16="http://schemas.microsoft.com/office/drawing/2014/main" id="{4DF4D6DA-79E0-462D-A355-B87AA74C3E9D}"/>
              </a:ext>
            </a:extLst>
          </p:cNvPr>
          <p:cNvSpPr>
            <a:spLocks xmlns:a="http://schemas.openxmlformats.org/drawingml/2006/main" noGrp="1"/>
          </p:cNvSpPr>
          <p:nvPr/>
        </p:nvSpPr>
        <p:spPr>
          <a:xfrm xmlns:a="http://schemas.openxmlformats.org/drawingml/2006/main">
            <a:off x="3762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9A81CE2-BD65-4200-BBD2-FEF068538E4D}"/>
              </a:ext>
            </a:extLst>
          </p:cNvPr>
          <p:cNvSpPr>
            <a:spLocks xmlns:a="http://schemas.openxmlformats.org/drawingml/2006/main" noGrp="1"/>
          </p:cNvSpPr>
          <p:nvPr/>
        </p:nvSpPr>
        <p:spPr>
          <a:xfrm xmlns:a="http://schemas.openxmlformats.org/drawingml/2006/main">
            <a:off x="3905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student_10</a:t>
            </a:r>
          </a:p>
        </p:txBody>
      </p:sp>
      <p:sp>
        <p:nvSpPr>
          <p:cNvPr id="48" name="">
            <a:extLst xmlns:a="http://schemas.openxmlformats.org/drawingml/2006/main">
              <a:ext uri="{FF2B5EF4-FFF2-40B4-BE49-F238E27FC236}">
                <a16:creationId xmlns:a16="http://schemas.microsoft.com/office/drawing/2014/main" id="{D9917415-EB4C-4F9F-BB81-E754049E2D15}"/>
              </a:ext>
            </a:extLst>
          </p:cNvPr>
          <p:cNvSpPr>
            <a:spLocks xmlns:a="http://schemas.openxmlformats.org/drawingml/2006/main" noGrp="1"/>
          </p:cNvSpPr>
          <p:nvPr/>
        </p:nvSpPr>
        <p:spPr>
          <a:xfrm xmlns:a="http://schemas.openxmlformats.org/drawingml/2006/main">
            <a:off x="3905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49" name="">
            <a:extLst xmlns:a="http://schemas.openxmlformats.org/drawingml/2006/main">
              <a:ext uri="{FF2B5EF4-FFF2-40B4-BE49-F238E27FC236}">
                <a16:creationId xmlns:a16="http://schemas.microsoft.com/office/drawing/2014/main" id="{20745B1A-9EF9-48C2-93B2-6A9C20349087}"/>
              </a:ext>
            </a:extLst>
          </p:cNvPr>
          <p:cNvSpPr>
            <a:spLocks xmlns:a="http://schemas.openxmlformats.org/drawingml/2006/main" noGrp="1"/>
          </p:cNvSpPr>
          <p:nvPr/>
        </p:nvSpPr>
        <p:spPr>
          <a:xfrm xmlns:a="http://schemas.openxmlformats.org/drawingml/2006/main">
            <a:off x="5286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50" name="">
            <a:extLst xmlns:a="http://schemas.openxmlformats.org/drawingml/2006/main">
              <a:ext uri="{FF2B5EF4-FFF2-40B4-BE49-F238E27FC236}">
                <a16:creationId xmlns:a16="http://schemas.microsoft.com/office/drawing/2014/main" id="{3F6E6B2C-C053-4482-B39B-1D82193E1115}"/>
              </a:ext>
            </a:extLst>
          </p:cNvPr>
          <p:cNvSpPr>
            <a:spLocks xmlns:a="http://schemas.openxmlformats.org/drawingml/2006/main" noGrp="1"/>
          </p:cNvSpPr>
          <p:nvPr/>
        </p:nvSpPr>
        <p:spPr>
          <a:xfrm xmlns:a="http://schemas.openxmlformats.org/drawingml/2006/main">
            <a:off x="5286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B174B87-623A-4D0C-AAFD-12A65DAF29AF}"/>
              </a:ext>
            </a:extLst>
          </p:cNvPr>
          <p:cNvSpPr>
            <a:spLocks xmlns:a="http://schemas.openxmlformats.org/drawingml/2006/main" noGrp="1"/>
          </p:cNvSpPr>
          <p:nvPr/>
        </p:nvSpPr>
        <p:spPr>
          <a:xfrm xmlns:a="http://schemas.openxmlformats.org/drawingml/2006/main">
            <a:off x="5429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student_11</a:t>
            </a:r>
          </a:p>
        </p:txBody>
      </p:sp>
      <p:sp>
        <p:nvSpPr>
          <p:cNvPr id="52" name="">
            <a:extLst xmlns:a="http://schemas.openxmlformats.org/drawingml/2006/main">
              <a:ext uri="{FF2B5EF4-FFF2-40B4-BE49-F238E27FC236}">
                <a16:creationId xmlns:a16="http://schemas.microsoft.com/office/drawing/2014/main" id="{FCFCC288-F9FD-4038-864C-8D4CB99124F7}"/>
              </a:ext>
            </a:extLst>
          </p:cNvPr>
          <p:cNvSpPr>
            <a:spLocks xmlns:a="http://schemas.openxmlformats.org/drawingml/2006/main" noGrp="1"/>
          </p:cNvSpPr>
          <p:nvPr/>
        </p:nvSpPr>
        <p:spPr>
          <a:xfrm xmlns:a="http://schemas.openxmlformats.org/drawingml/2006/main">
            <a:off x="5429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53" name="">
            <a:extLst xmlns:a="http://schemas.openxmlformats.org/drawingml/2006/main">
              <a:ext uri="{FF2B5EF4-FFF2-40B4-BE49-F238E27FC236}">
                <a16:creationId xmlns:a16="http://schemas.microsoft.com/office/drawing/2014/main" id="{4320F314-16B7-479B-8C07-83D3CB989B5A}"/>
              </a:ext>
            </a:extLst>
          </p:cNvPr>
          <p:cNvSpPr>
            <a:spLocks xmlns:a="http://schemas.openxmlformats.org/drawingml/2006/main" noGrp="1"/>
          </p:cNvSpPr>
          <p:nvPr/>
        </p:nvSpPr>
        <p:spPr>
          <a:xfrm xmlns:a="http://schemas.openxmlformats.org/drawingml/2006/main">
            <a:off x="6810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54" name="">
            <a:extLst xmlns:a="http://schemas.openxmlformats.org/drawingml/2006/main">
              <a:ext uri="{FF2B5EF4-FFF2-40B4-BE49-F238E27FC236}">
                <a16:creationId xmlns:a16="http://schemas.microsoft.com/office/drawing/2014/main" id="{88B45FD7-DC5A-407B-94B6-7261FEDE2B1D}"/>
              </a:ext>
            </a:extLst>
          </p:cNvPr>
          <p:cNvSpPr>
            <a:spLocks xmlns:a="http://schemas.openxmlformats.org/drawingml/2006/main" noGrp="1"/>
          </p:cNvSpPr>
          <p:nvPr/>
        </p:nvSpPr>
        <p:spPr>
          <a:xfrm xmlns:a="http://schemas.openxmlformats.org/drawingml/2006/main">
            <a:off x="6810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9D6C8D0C-2CC0-47BE-BED9-F3BD57902BB6}"/>
              </a:ext>
            </a:extLst>
          </p:cNvPr>
          <p:cNvSpPr>
            <a:spLocks xmlns:a="http://schemas.openxmlformats.org/drawingml/2006/main" noGrp="1"/>
          </p:cNvSpPr>
          <p:nvPr/>
        </p:nvSpPr>
        <p:spPr>
          <a:xfrm xmlns:a="http://schemas.openxmlformats.org/drawingml/2006/main">
            <a:off x="6953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student_12</a:t>
            </a:r>
          </a:p>
        </p:txBody>
      </p:sp>
      <p:sp>
        <p:nvSpPr>
          <p:cNvPr id="56" name="">
            <a:extLst xmlns:a="http://schemas.openxmlformats.org/drawingml/2006/main">
              <a:ext uri="{FF2B5EF4-FFF2-40B4-BE49-F238E27FC236}">
                <a16:creationId xmlns:a16="http://schemas.microsoft.com/office/drawing/2014/main" id="{EB99472F-149D-4551-AFC7-F817094293A7}"/>
              </a:ext>
            </a:extLst>
          </p:cNvPr>
          <p:cNvSpPr>
            <a:spLocks xmlns:a="http://schemas.openxmlformats.org/drawingml/2006/main" noGrp="1"/>
          </p:cNvSpPr>
          <p:nvPr/>
        </p:nvSpPr>
        <p:spPr>
          <a:xfrm xmlns:a="http://schemas.openxmlformats.org/drawingml/2006/main">
            <a:off x="6953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57" name="">
            <a:extLst xmlns:a="http://schemas.openxmlformats.org/drawingml/2006/main">
              <a:ext uri="{FF2B5EF4-FFF2-40B4-BE49-F238E27FC236}">
                <a16:creationId xmlns:a16="http://schemas.microsoft.com/office/drawing/2014/main" id="{0FD3949C-8047-4C16-8E9E-F1EF6AD9DEC2}"/>
              </a:ext>
            </a:extLst>
          </p:cNvPr>
          <p:cNvSpPr>
            <a:spLocks xmlns:a="http://schemas.openxmlformats.org/drawingml/2006/main" noGrp="1"/>
          </p:cNvSpPr>
          <p:nvPr/>
        </p:nvSpPr>
        <p:spPr>
          <a:xfrm xmlns:a="http://schemas.openxmlformats.org/drawingml/2006/main">
            <a:off x="8334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58" name="">
            <a:extLst xmlns:a="http://schemas.openxmlformats.org/drawingml/2006/main">
              <a:ext uri="{FF2B5EF4-FFF2-40B4-BE49-F238E27FC236}">
                <a16:creationId xmlns:a16="http://schemas.microsoft.com/office/drawing/2014/main" id="{940AF462-DAE0-4FDA-9CBD-542D992D1BFD}"/>
              </a:ext>
            </a:extLst>
          </p:cNvPr>
          <p:cNvSpPr>
            <a:spLocks xmlns:a="http://schemas.openxmlformats.org/drawingml/2006/main" noGrp="1"/>
          </p:cNvSpPr>
          <p:nvPr/>
        </p:nvSpPr>
        <p:spPr>
          <a:xfrm xmlns:a="http://schemas.openxmlformats.org/drawingml/2006/main">
            <a:off x="8334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3B794E63-BC8F-4529-A4EB-F4A112135C1E}"/>
              </a:ext>
            </a:extLst>
          </p:cNvPr>
          <p:cNvSpPr>
            <a:spLocks xmlns:a="http://schemas.openxmlformats.org/drawingml/2006/main" noGrp="1"/>
          </p:cNvSpPr>
          <p:nvPr/>
        </p:nvSpPr>
        <p:spPr>
          <a:xfrm xmlns:a="http://schemas.openxmlformats.org/drawingml/2006/main">
            <a:off x="8477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student_13</a:t>
            </a:r>
          </a:p>
        </p:txBody>
      </p:sp>
      <p:sp>
        <p:nvSpPr>
          <p:cNvPr id="60" name="">
            <a:extLst xmlns:a="http://schemas.openxmlformats.org/drawingml/2006/main">
              <a:ext uri="{FF2B5EF4-FFF2-40B4-BE49-F238E27FC236}">
                <a16:creationId xmlns:a16="http://schemas.microsoft.com/office/drawing/2014/main" id="{72DBEC27-27F9-49B7-96D2-2B90DE55C21A}"/>
              </a:ext>
            </a:extLst>
          </p:cNvPr>
          <p:cNvSpPr>
            <a:spLocks xmlns:a="http://schemas.openxmlformats.org/drawingml/2006/main" noGrp="1"/>
          </p:cNvSpPr>
          <p:nvPr/>
        </p:nvSpPr>
        <p:spPr>
          <a:xfrm xmlns:a="http://schemas.openxmlformats.org/drawingml/2006/main">
            <a:off x="8477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61" name="">
            <a:extLst xmlns:a="http://schemas.openxmlformats.org/drawingml/2006/main">
              <a:ext uri="{FF2B5EF4-FFF2-40B4-BE49-F238E27FC236}">
                <a16:creationId xmlns:a16="http://schemas.microsoft.com/office/drawing/2014/main" id="{4134C379-2F0D-48E6-9BBB-71EF10752509}"/>
              </a:ext>
            </a:extLst>
          </p:cNvPr>
          <p:cNvSpPr>
            <a:spLocks xmlns:a="http://schemas.openxmlformats.org/drawingml/2006/main" noGrp="1"/>
          </p:cNvSpPr>
          <p:nvPr/>
        </p:nvSpPr>
        <p:spPr>
          <a:xfrm xmlns:a="http://schemas.openxmlformats.org/drawingml/2006/main">
            <a:off x="9858375" y="4048125"/>
            <a:ext cx="1333500" cy="952500"/>
          </a:xfrm>
          <a:prstGeom xmlns:a="http://schemas.openxmlformats.org/drawingml/2006/main" prst="roundRect">
            <a:avLst>
              <a:gd name="adj" fmla="val 8000"/>
            </a:avLst>
          </a:prstGeom>
          <a:solidFill xmlns:a="http://schemas.openxmlformats.org/drawingml/2006/main">
            <a:srgbClr val="F3F7FA"/>
          </a:solidFill>
          <a:ln xmlns:a="http://schemas.openxmlformats.org/drawingml/2006/main" w="9525">
            <a:solidFill>
              <a:srgbClr val="D9E1E8"/>
            </a:solidFill>
          </a:ln>
        </p:spPr>
      </p:sp>
      <p:sp>
        <p:nvSpPr>
          <p:cNvPr id="62" name="">
            <a:extLst xmlns:a="http://schemas.openxmlformats.org/drawingml/2006/main">
              <a:ext uri="{FF2B5EF4-FFF2-40B4-BE49-F238E27FC236}">
                <a16:creationId xmlns:a16="http://schemas.microsoft.com/office/drawing/2014/main" id="{915790BF-3C45-4846-B9AB-F027159950D1}"/>
              </a:ext>
            </a:extLst>
          </p:cNvPr>
          <p:cNvSpPr>
            <a:spLocks xmlns:a="http://schemas.openxmlformats.org/drawingml/2006/main" noGrp="1"/>
          </p:cNvSpPr>
          <p:nvPr/>
        </p:nvSpPr>
        <p:spPr>
          <a:xfrm xmlns:a="http://schemas.openxmlformats.org/drawingml/2006/main">
            <a:off x="9858375" y="4048125"/>
            <a:ext cx="66675" cy="952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128C645D-5223-4379-B65C-66F4ACABE186}"/>
              </a:ext>
            </a:extLst>
          </p:cNvPr>
          <p:cNvSpPr>
            <a:spLocks xmlns:a="http://schemas.openxmlformats.org/drawingml/2006/main" noGrp="1"/>
          </p:cNvSpPr>
          <p:nvPr/>
        </p:nvSpPr>
        <p:spPr>
          <a:xfrm xmlns:a="http://schemas.openxmlformats.org/drawingml/2006/main">
            <a:off x="10001250" y="4191000"/>
            <a:ext cx="109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071C2C"/>
                </a:solidFill>
                <a:latin typeface="Bitstream Charter"/>
                <a:ea typeface="Bitstream Charter"/>
                <a:cs typeface="Bitstream Charter"/>
              </a:defRPr>
            </a:pPr>
            <a:r>
              <a:rPr sz="1050" b="1">
                <a:solidFill>
                  <a:srgbClr val="071C2C"/>
                </a:solidFill>
                <a:latin typeface="Bitstream Charter"/>
                <a:ea typeface="Bitstream Charter"/>
                <a:cs typeface="Bitstream Charter"/>
              </a:rPr>
              <a:t>student_14</a:t>
            </a:r>
          </a:p>
        </p:txBody>
      </p:sp>
      <p:sp>
        <p:nvSpPr>
          <p:cNvPr id="64" name="">
            <a:extLst xmlns:a="http://schemas.openxmlformats.org/drawingml/2006/main">
              <a:ext uri="{FF2B5EF4-FFF2-40B4-BE49-F238E27FC236}">
                <a16:creationId xmlns:a16="http://schemas.microsoft.com/office/drawing/2014/main" id="{6FC63D38-36F5-4FA2-873C-520FF0239DCD}"/>
              </a:ext>
            </a:extLst>
          </p:cNvPr>
          <p:cNvSpPr>
            <a:spLocks xmlns:a="http://schemas.openxmlformats.org/drawingml/2006/main" noGrp="1"/>
          </p:cNvSpPr>
          <p:nvPr/>
        </p:nvSpPr>
        <p:spPr>
          <a:xfrm xmlns:a="http://schemas.openxmlformats.org/drawingml/2006/main">
            <a:off x="10001250" y="4572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750" b="0">
                <a:solidFill>
                  <a:srgbClr val="5B6875"/>
                </a:solidFill>
                <a:latin typeface="Bitstream Charter"/>
                <a:ea typeface="Bitstream Charter"/>
                <a:cs typeface="Bitstream Charter"/>
              </a:defRPr>
            </a:pPr>
            <a:r>
              <a:rPr sz="750" b="0">
                <a:solidFill>
                  <a:srgbClr val="5B6875"/>
                </a:solidFill>
                <a:latin typeface="Bitstream Charter"/>
                <a:ea typeface="Bitstream Charter"/>
                <a:cs typeface="Bitstream Charter"/>
              </a:rPr>
              <a:t>CREATE TABLE</a:t>
            </a:r>
          </a:p>
        </p:txBody>
      </p:sp>
      <p:sp>
        <p:nvSpPr>
          <p:cNvPr id="65" name="">
            <a:extLst xmlns:a="http://schemas.openxmlformats.org/drawingml/2006/main">
              <a:ext uri="{FF2B5EF4-FFF2-40B4-BE49-F238E27FC236}">
                <a16:creationId xmlns:a16="http://schemas.microsoft.com/office/drawing/2014/main" id="{92CF0174-42B7-4954-B89B-E01DB3A3B557}"/>
              </a:ext>
            </a:extLst>
          </p:cNvPr>
          <p:cNvSpPr>
            <a:spLocks xmlns:a="http://schemas.openxmlformats.org/drawingml/2006/main" noGrp="1"/>
          </p:cNvSpPr>
          <p:nvPr/>
        </p:nvSpPr>
        <p:spPr>
          <a:xfrm xmlns:a="http://schemas.openxmlformats.org/drawingml/2006/main">
            <a:off x="1619250" y="5381625"/>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Shared group entitlement + narrow schema privileges + assigned names</a:t>
            </a:r>
          </a:p>
        </p:txBody>
      </p:sp>
    </p:spTree>
    <p:extLst>
      <p:ext uri="{BB962C8B-B14F-4D97-AF65-F5344CB8AC3E}">
        <p14:creationId xmlns:p14="http://schemas.microsoft.com/office/powerpoint/2010/main" val="181251934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620F9F7-6EB2-458B-A7F9-2319223D93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4E12D1-23F9-4DF2-A0F9-B3F1C3674059}"/>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Why Delta is more than a format</a:t>
            </a:r>
          </a:p>
        </p:txBody>
      </p:sp>
      <p:sp>
        <p:nvSpPr>
          <p:cNvPr id="3" name="">
            <a:extLst xmlns:a="http://schemas.openxmlformats.org/drawingml/2006/main">
              <a:ext uri="{FF2B5EF4-FFF2-40B4-BE49-F238E27FC236}">
                <a16:creationId xmlns:a16="http://schemas.microsoft.com/office/drawing/2014/main" id="{41D6F347-3DD4-40AD-9394-53397D1ED02C}"/>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Parquet data plus a transaction log</a:t>
            </a:r>
          </a:p>
        </p:txBody>
      </p:sp>
      <p:sp>
        <p:nvSpPr>
          <p:cNvPr id="4" name="">
            <a:extLst xmlns:a="http://schemas.openxmlformats.org/drawingml/2006/main">
              <a:ext uri="{FF2B5EF4-FFF2-40B4-BE49-F238E27FC236}">
                <a16:creationId xmlns:a16="http://schemas.microsoft.com/office/drawing/2014/main" id="{4D14A680-E4D9-4BBB-910F-AC4DE1523AB6}"/>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3C218E-2E05-4F12-A4F7-5B6E561DDFF9}"/>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26FB798-6B93-45C2-9F1A-9177C9DF1865}"/>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25</a:t>
            </a:r>
          </a:p>
        </p:txBody>
      </p:sp>
      <p:sp>
        <p:nvSpPr>
          <p:cNvPr id="7" name="">
            <a:extLst xmlns:a="http://schemas.openxmlformats.org/drawingml/2006/main">
              <a:ext uri="{FF2B5EF4-FFF2-40B4-BE49-F238E27FC236}">
                <a16:creationId xmlns:a16="http://schemas.microsoft.com/office/drawing/2014/main" id="{CCAB0DED-479A-46CE-96AA-6C50024E5868}"/>
              </a:ext>
            </a:extLst>
          </p:cNvPr>
          <p:cNvSpPr>
            <a:spLocks xmlns:a="http://schemas.openxmlformats.org/drawingml/2006/main" noGrp="1"/>
          </p:cNvSpPr>
          <p:nvPr/>
        </p:nvSpPr>
        <p:spPr>
          <a:xfrm xmlns:a="http://schemas.openxmlformats.org/drawingml/2006/main">
            <a:off x="666750" y="1666875"/>
            <a:ext cx="3143250" cy="2333625"/>
          </a:xfrm>
          <a:prstGeom xmlns:a="http://schemas.openxmlformats.org/drawingml/2006/main" prst="roundRect">
            <a:avLst>
              <a:gd name="adj" fmla="val 3265"/>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E44639BF-F26B-4AD5-85D1-4576990C8278}"/>
              </a:ext>
            </a:extLst>
          </p:cNvPr>
          <p:cNvSpPr>
            <a:spLocks xmlns:a="http://schemas.openxmlformats.org/drawingml/2006/main" noGrp="1"/>
          </p:cNvSpPr>
          <p:nvPr/>
        </p:nvSpPr>
        <p:spPr>
          <a:xfrm xmlns:a="http://schemas.openxmlformats.org/drawingml/2006/main">
            <a:off x="666750" y="1666875"/>
            <a:ext cx="76200" cy="2333625"/>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042AA2B-C3A8-4E55-A84E-4C4BAC25B6F9}"/>
              </a:ext>
            </a:extLst>
          </p:cNvPr>
          <p:cNvSpPr>
            <a:spLocks xmlns:a="http://schemas.openxmlformats.org/drawingml/2006/main" noGrp="1"/>
          </p:cNvSpPr>
          <p:nvPr/>
        </p:nvSpPr>
        <p:spPr>
          <a:xfrm xmlns:a="http://schemas.openxmlformats.org/drawingml/2006/main">
            <a:off x="895350" y="181927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Reliable commits</a:t>
            </a:r>
          </a:p>
        </p:txBody>
      </p:sp>
      <p:sp>
        <p:nvSpPr>
          <p:cNvPr id="10" name="">
            <a:extLst xmlns:a="http://schemas.openxmlformats.org/drawingml/2006/main">
              <a:ext uri="{FF2B5EF4-FFF2-40B4-BE49-F238E27FC236}">
                <a16:creationId xmlns:a16="http://schemas.microsoft.com/office/drawing/2014/main" id="{29560F60-F845-456C-8F8A-9F40538F68DC}"/>
              </a:ext>
            </a:extLst>
          </p:cNvPr>
          <p:cNvSpPr>
            <a:spLocks xmlns:a="http://schemas.openxmlformats.org/drawingml/2006/main" noGrp="1"/>
          </p:cNvSpPr>
          <p:nvPr/>
        </p:nvSpPr>
        <p:spPr>
          <a:xfrm xmlns:a="http://schemas.openxmlformats.org/drawingml/2006/main">
            <a:off x="895350" y="2162175"/>
            <a:ext cx="272415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ACID transactions expose a consistent table version.</a:t>
            </a:r>
          </a:p>
        </p:txBody>
      </p:sp>
      <p:sp>
        <p:nvSpPr>
          <p:cNvPr id="11" name="">
            <a:extLst xmlns:a="http://schemas.openxmlformats.org/drawingml/2006/main">
              <a:ext uri="{FF2B5EF4-FFF2-40B4-BE49-F238E27FC236}">
                <a16:creationId xmlns:a16="http://schemas.microsoft.com/office/drawing/2014/main" id="{97895281-9860-4DB7-9586-9FE1BDB58C44}"/>
              </a:ext>
            </a:extLst>
          </p:cNvPr>
          <p:cNvSpPr>
            <a:spLocks xmlns:a="http://schemas.openxmlformats.org/drawingml/2006/main" noGrp="1"/>
          </p:cNvSpPr>
          <p:nvPr/>
        </p:nvSpPr>
        <p:spPr>
          <a:xfrm xmlns:a="http://schemas.openxmlformats.org/drawingml/2006/main">
            <a:off x="4524375" y="1666875"/>
            <a:ext cx="3143250" cy="2333625"/>
          </a:xfrm>
          <a:prstGeom xmlns:a="http://schemas.openxmlformats.org/drawingml/2006/main" prst="roundRect">
            <a:avLst>
              <a:gd name="adj" fmla="val 3265"/>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BAED0DDB-216D-48A7-911E-5A0C7F8F18E1}"/>
              </a:ext>
            </a:extLst>
          </p:cNvPr>
          <p:cNvSpPr>
            <a:spLocks xmlns:a="http://schemas.openxmlformats.org/drawingml/2006/main" noGrp="1"/>
          </p:cNvSpPr>
          <p:nvPr/>
        </p:nvSpPr>
        <p:spPr>
          <a:xfrm xmlns:a="http://schemas.openxmlformats.org/drawingml/2006/main">
            <a:off x="4524375" y="1666875"/>
            <a:ext cx="76200" cy="2333625"/>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312A4F3-E369-4AED-9A3C-C534EEA5DBAF}"/>
              </a:ext>
            </a:extLst>
          </p:cNvPr>
          <p:cNvSpPr>
            <a:spLocks xmlns:a="http://schemas.openxmlformats.org/drawingml/2006/main" noGrp="1"/>
          </p:cNvSpPr>
          <p:nvPr/>
        </p:nvSpPr>
        <p:spPr>
          <a:xfrm xmlns:a="http://schemas.openxmlformats.org/drawingml/2006/main">
            <a:off x="4752975" y="181927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Controlled structure</a:t>
            </a:r>
          </a:p>
        </p:txBody>
      </p:sp>
      <p:sp>
        <p:nvSpPr>
          <p:cNvPr id="14" name="">
            <a:extLst xmlns:a="http://schemas.openxmlformats.org/drawingml/2006/main">
              <a:ext uri="{FF2B5EF4-FFF2-40B4-BE49-F238E27FC236}">
                <a16:creationId xmlns:a16="http://schemas.microsoft.com/office/drawing/2014/main" id="{FF90C0E8-8551-4132-854D-FBFF76DA82AF}"/>
              </a:ext>
            </a:extLst>
          </p:cNvPr>
          <p:cNvSpPr>
            <a:spLocks xmlns:a="http://schemas.openxmlformats.org/drawingml/2006/main" noGrp="1"/>
          </p:cNvSpPr>
          <p:nvPr/>
        </p:nvSpPr>
        <p:spPr>
          <a:xfrm xmlns:a="http://schemas.openxmlformats.org/drawingml/2006/main">
            <a:off x="4752975" y="2162175"/>
            <a:ext cx="272415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Schema enforcement catches unexpected changes.</a:t>
            </a:r>
          </a:p>
        </p:txBody>
      </p:sp>
      <p:sp>
        <p:nvSpPr>
          <p:cNvPr id="15" name="">
            <a:extLst xmlns:a="http://schemas.openxmlformats.org/drawingml/2006/main">
              <a:ext uri="{FF2B5EF4-FFF2-40B4-BE49-F238E27FC236}">
                <a16:creationId xmlns:a16="http://schemas.microsoft.com/office/drawing/2014/main" id="{D01E8EBD-5682-4AE6-B341-7339FD7EF24A}"/>
              </a:ext>
            </a:extLst>
          </p:cNvPr>
          <p:cNvSpPr>
            <a:spLocks xmlns:a="http://schemas.openxmlformats.org/drawingml/2006/main" noGrp="1"/>
          </p:cNvSpPr>
          <p:nvPr/>
        </p:nvSpPr>
        <p:spPr>
          <a:xfrm xmlns:a="http://schemas.openxmlformats.org/drawingml/2006/main">
            <a:off x="8334375" y="1666875"/>
            <a:ext cx="3143250" cy="2333625"/>
          </a:xfrm>
          <a:prstGeom xmlns:a="http://schemas.openxmlformats.org/drawingml/2006/main" prst="roundRect">
            <a:avLst>
              <a:gd name="adj" fmla="val 3265"/>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B6BCF8DE-7C0B-48BA-AEB4-BE6197A39F30}"/>
              </a:ext>
            </a:extLst>
          </p:cNvPr>
          <p:cNvSpPr>
            <a:spLocks xmlns:a="http://schemas.openxmlformats.org/drawingml/2006/main" noGrp="1"/>
          </p:cNvSpPr>
          <p:nvPr/>
        </p:nvSpPr>
        <p:spPr>
          <a:xfrm xmlns:a="http://schemas.openxmlformats.org/drawingml/2006/main">
            <a:off x="8334375" y="1666875"/>
            <a:ext cx="76200" cy="2333625"/>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220560-26BB-4DEB-ACF0-5902F011EA38}"/>
              </a:ext>
            </a:extLst>
          </p:cNvPr>
          <p:cNvSpPr>
            <a:spLocks xmlns:a="http://schemas.openxmlformats.org/drawingml/2006/main" noGrp="1"/>
          </p:cNvSpPr>
          <p:nvPr/>
        </p:nvSpPr>
        <p:spPr>
          <a:xfrm xmlns:a="http://schemas.openxmlformats.org/drawingml/2006/main">
            <a:off x="8562975" y="181927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Auditable evolution</a:t>
            </a:r>
          </a:p>
        </p:txBody>
      </p:sp>
      <p:sp>
        <p:nvSpPr>
          <p:cNvPr id="18" name="">
            <a:extLst xmlns:a="http://schemas.openxmlformats.org/drawingml/2006/main">
              <a:ext uri="{FF2B5EF4-FFF2-40B4-BE49-F238E27FC236}">
                <a16:creationId xmlns:a16="http://schemas.microsoft.com/office/drawing/2014/main" id="{E56BA698-9750-4979-B19F-8263C76BF808}"/>
              </a:ext>
            </a:extLst>
          </p:cNvPr>
          <p:cNvSpPr>
            <a:spLocks xmlns:a="http://schemas.openxmlformats.org/drawingml/2006/main" noGrp="1"/>
          </p:cNvSpPr>
          <p:nvPr/>
        </p:nvSpPr>
        <p:spPr>
          <a:xfrm xmlns:a="http://schemas.openxmlformats.org/drawingml/2006/main">
            <a:off x="8562975" y="2162175"/>
            <a:ext cx="272415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History and time travel expose prior versions.</a:t>
            </a:r>
          </a:p>
        </p:txBody>
      </p:sp>
      <p:sp>
        <p:nvSpPr>
          <p:cNvPr id="19" name="">
            <a:extLst xmlns:a="http://schemas.openxmlformats.org/drawingml/2006/main">
              <a:ext uri="{FF2B5EF4-FFF2-40B4-BE49-F238E27FC236}">
                <a16:creationId xmlns:a16="http://schemas.microsoft.com/office/drawing/2014/main" id="{B9B15A40-A2D3-4E2F-B685-C0B008BEBB48}"/>
              </a:ext>
            </a:extLst>
          </p:cNvPr>
          <p:cNvSpPr>
            <a:spLocks xmlns:a="http://schemas.openxmlformats.org/drawingml/2006/main" noGrp="1"/>
          </p:cNvSpPr>
          <p:nvPr/>
        </p:nvSpPr>
        <p:spPr>
          <a:xfrm xmlns:a="http://schemas.openxmlformats.org/drawingml/2006/main">
            <a:off x="1809750" y="452437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071C2C"/>
                </a:solidFill>
                <a:latin typeface="Bitstream Charter"/>
                <a:ea typeface="Bitstream Charter"/>
                <a:cs typeface="Bitstream Charter"/>
              </a:defRPr>
            </a:pPr>
            <a:r>
              <a:rPr sz="1875" b="1">
                <a:solidFill>
                  <a:srgbClr val="071C2C"/>
                </a:solidFill>
                <a:latin typeface="Bitstream Charter"/>
                <a:ea typeface="Bitstream Charter"/>
                <a:cs typeface="Bitstream Charter"/>
              </a:rPr>
              <a:t>The log records committed table changes—not just filenames.</a:t>
            </a:r>
          </a:p>
        </p:txBody>
      </p:sp>
    </p:spTree>
    <p:extLst>
      <p:ext uri="{BB962C8B-B14F-4D97-AF65-F5344CB8AC3E}">
        <p14:creationId xmlns:p14="http://schemas.microsoft.com/office/powerpoint/2010/main" val="70485216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1F5378A-94E5-4AFB-9471-22A3B0C1EB1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2E54AD-B5EA-4A04-9ED8-B80E51AE08D5}"/>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Save the result as a governed Delta table</a:t>
            </a:r>
          </a:p>
        </p:txBody>
      </p:sp>
      <p:sp>
        <p:nvSpPr>
          <p:cNvPr id="3" name="">
            <a:extLst xmlns:a="http://schemas.openxmlformats.org/drawingml/2006/main">
              <a:ext uri="{FF2B5EF4-FFF2-40B4-BE49-F238E27FC236}">
                <a16:creationId xmlns:a16="http://schemas.microsoft.com/office/drawing/2014/main" id="{22D10C9A-D2AC-462F-999A-30CBAC1522D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The three-level target is the safety boundary</a:t>
            </a:r>
          </a:p>
        </p:txBody>
      </p:sp>
      <p:sp>
        <p:nvSpPr>
          <p:cNvPr id="4" name="">
            <a:extLst xmlns:a="http://schemas.openxmlformats.org/drawingml/2006/main">
              <a:ext uri="{FF2B5EF4-FFF2-40B4-BE49-F238E27FC236}">
                <a16:creationId xmlns:a16="http://schemas.microsoft.com/office/drawing/2014/main" id="{535B4661-71BA-428B-ACA8-35FB0FAA4611}"/>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F2A2FF-D00F-4575-829D-0E9B6A666D7E}"/>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E4A192AC-596E-4E03-A0C5-882D10AADA40}"/>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26</a:t>
            </a:r>
          </a:p>
        </p:txBody>
      </p:sp>
      <p:sp>
        <p:nvSpPr>
          <p:cNvPr id="7" name="">
            <a:extLst xmlns:a="http://schemas.openxmlformats.org/drawingml/2006/main">
              <a:ext uri="{FF2B5EF4-FFF2-40B4-BE49-F238E27FC236}">
                <a16:creationId xmlns:a16="http://schemas.microsoft.com/office/drawing/2014/main" id="{B1BE4A44-B613-4A9E-9BEB-6F35C17CF461}"/>
              </a:ext>
            </a:extLst>
          </p:cNvPr>
          <p:cNvSpPr>
            <a:spLocks xmlns:a="http://schemas.openxmlformats.org/drawingml/2006/main" noGrp="1"/>
          </p:cNvSpPr>
          <p:nvPr/>
        </p:nvSpPr>
        <p:spPr>
          <a:xfrm xmlns:a="http://schemas.openxmlformats.org/drawingml/2006/main">
            <a:off x="714375" y="1666875"/>
            <a:ext cx="657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FAE6D1A1-074E-49BE-ADDF-CDCC7977E737}"/>
              </a:ext>
            </a:extLst>
          </p:cNvPr>
          <p:cNvSpPr>
            <a:spLocks xmlns:a="http://schemas.openxmlformats.org/drawingml/2006/main" noGrp="1"/>
          </p:cNvSpPr>
          <p:nvPr/>
        </p:nvSpPr>
        <p:spPr>
          <a:xfrm xmlns:a="http://schemas.openxmlformats.org/drawingml/2006/main">
            <a:off x="714375" y="1895475"/>
            <a:ext cx="6572250" cy="2628900"/>
          </a:xfrm>
          <a:prstGeom xmlns:a="http://schemas.openxmlformats.org/drawingml/2006/main" prst="roundRect">
            <a:avLst>
              <a:gd name="adj" fmla="val 2899"/>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3CE4070E-4B7F-43C0-A63A-F052A674E60B}"/>
              </a:ext>
            </a:extLst>
          </p:cNvPr>
          <p:cNvSpPr>
            <a:spLocks xmlns:a="http://schemas.openxmlformats.org/drawingml/2006/main" noGrp="1"/>
          </p:cNvSpPr>
          <p:nvPr/>
        </p:nvSpPr>
        <p:spPr>
          <a:xfrm xmlns:a="http://schemas.openxmlformats.org/drawingml/2006/main">
            <a:off x="885825" y="1990725"/>
            <a:ext cx="622935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result_df.write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.format('delta')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.mode('overwrite')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.saveAsTable('training_lab.student_01.orders')</a:t>
            </a:r>
          </a:p>
        </p:txBody>
      </p:sp>
      <p:sp>
        <p:nvSpPr>
          <p:cNvPr id="10" name="">
            <a:extLst xmlns:a="http://schemas.openxmlformats.org/drawingml/2006/main">
              <a:ext uri="{FF2B5EF4-FFF2-40B4-BE49-F238E27FC236}">
                <a16:creationId xmlns:a16="http://schemas.microsoft.com/office/drawing/2014/main" id="{68C0CB4B-48EA-4AA0-B749-BDE2296787C2}"/>
              </a:ext>
            </a:extLst>
          </p:cNvPr>
          <p:cNvSpPr>
            <a:spLocks xmlns:a="http://schemas.openxmlformats.org/drawingml/2006/main" noGrp="1"/>
          </p:cNvSpPr>
          <p:nvPr/>
        </p:nvSpPr>
        <p:spPr>
          <a:xfrm xmlns:a="http://schemas.openxmlformats.org/drawingml/2006/main">
            <a:off x="7762875" y="1714500"/>
            <a:ext cx="3429000" cy="904875"/>
          </a:xfrm>
          <a:prstGeom xmlns:a="http://schemas.openxmlformats.org/drawingml/2006/main" prst="roundRect">
            <a:avLst>
              <a:gd name="adj" fmla="val 8421"/>
            </a:avLst>
          </a:prstGeom>
          <a:solidFill xmlns:a="http://schemas.openxmlformats.org/drawingml/2006/main">
            <a:srgbClr val="F3F7FA"/>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DE121569-1950-45BA-8928-FC389873F369}"/>
              </a:ext>
            </a:extLst>
          </p:cNvPr>
          <p:cNvSpPr>
            <a:spLocks xmlns:a="http://schemas.openxmlformats.org/drawingml/2006/main" noGrp="1"/>
          </p:cNvSpPr>
          <p:nvPr/>
        </p:nvSpPr>
        <p:spPr>
          <a:xfrm xmlns:a="http://schemas.openxmlformats.org/drawingml/2006/main">
            <a:off x="7762875" y="1714500"/>
            <a:ext cx="76200" cy="904875"/>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6895C9-32EE-4F1A-B12D-7E6043F2445F}"/>
              </a:ext>
            </a:extLst>
          </p:cNvPr>
          <p:cNvSpPr>
            <a:spLocks xmlns:a="http://schemas.openxmlformats.org/drawingml/2006/main" noGrp="1"/>
          </p:cNvSpPr>
          <p:nvPr/>
        </p:nvSpPr>
        <p:spPr>
          <a:xfrm xmlns:a="http://schemas.openxmlformats.org/drawingml/2006/main">
            <a:off x="7991475" y="18669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format</a:t>
            </a:r>
          </a:p>
        </p:txBody>
      </p:sp>
      <p:sp>
        <p:nvSpPr>
          <p:cNvPr id="13" name="">
            <a:extLst xmlns:a="http://schemas.openxmlformats.org/drawingml/2006/main">
              <a:ext uri="{FF2B5EF4-FFF2-40B4-BE49-F238E27FC236}">
                <a16:creationId xmlns:a16="http://schemas.microsoft.com/office/drawing/2014/main" id="{FDAE49DA-311C-4238-8B60-E67926CA01CB}"/>
              </a:ext>
            </a:extLst>
          </p:cNvPr>
          <p:cNvSpPr>
            <a:spLocks xmlns:a="http://schemas.openxmlformats.org/drawingml/2006/main" noGrp="1"/>
          </p:cNvSpPr>
          <p:nvPr/>
        </p:nvSpPr>
        <p:spPr>
          <a:xfrm xmlns:a="http://schemas.openxmlformats.org/drawingml/2006/main">
            <a:off x="7991475" y="2209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 the Delta table provider.</a:t>
            </a:r>
          </a:p>
        </p:txBody>
      </p:sp>
      <p:sp>
        <p:nvSpPr>
          <p:cNvPr id="14" name="">
            <a:extLst xmlns:a="http://schemas.openxmlformats.org/drawingml/2006/main">
              <a:ext uri="{FF2B5EF4-FFF2-40B4-BE49-F238E27FC236}">
                <a16:creationId xmlns:a16="http://schemas.microsoft.com/office/drawing/2014/main" id="{B5B89AA4-63A3-4D75-965B-0907891280EF}"/>
              </a:ext>
            </a:extLst>
          </p:cNvPr>
          <p:cNvSpPr>
            <a:spLocks xmlns:a="http://schemas.openxmlformats.org/drawingml/2006/main" noGrp="1"/>
          </p:cNvSpPr>
          <p:nvPr/>
        </p:nvSpPr>
        <p:spPr>
          <a:xfrm xmlns:a="http://schemas.openxmlformats.org/drawingml/2006/main">
            <a:off x="7762875" y="2809875"/>
            <a:ext cx="3429000" cy="904875"/>
          </a:xfrm>
          <a:prstGeom xmlns:a="http://schemas.openxmlformats.org/drawingml/2006/main" prst="roundRect">
            <a:avLst>
              <a:gd name="adj" fmla="val 8421"/>
            </a:avLst>
          </a:prstGeom>
          <a:solidFill xmlns:a="http://schemas.openxmlformats.org/drawingml/2006/main">
            <a:srgbClr val="F3F7FA"/>
          </a:solidFill>
          <a:ln xmlns:a="http://schemas.openxmlformats.org/drawingml/2006/main" w="9525">
            <a:solidFill>
              <a:srgbClr val="D9E1E8"/>
            </a:solidFill>
          </a:ln>
        </p:spPr>
      </p:sp>
      <p:sp>
        <p:nvSpPr>
          <p:cNvPr id="15" name="">
            <a:extLst xmlns:a="http://schemas.openxmlformats.org/drawingml/2006/main">
              <a:ext uri="{FF2B5EF4-FFF2-40B4-BE49-F238E27FC236}">
                <a16:creationId xmlns:a16="http://schemas.microsoft.com/office/drawing/2014/main" id="{6CD7B00E-235F-4E54-ACE2-9D566F221EE9}"/>
              </a:ext>
            </a:extLst>
          </p:cNvPr>
          <p:cNvSpPr>
            <a:spLocks xmlns:a="http://schemas.openxmlformats.org/drawingml/2006/main" noGrp="1"/>
          </p:cNvSpPr>
          <p:nvPr/>
        </p:nvSpPr>
        <p:spPr>
          <a:xfrm xmlns:a="http://schemas.openxmlformats.org/drawingml/2006/main">
            <a:off x="7762875" y="2809875"/>
            <a:ext cx="76200" cy="90487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F03DBF6-5B36-4A67-8560-B3DE9DFED00E}"/>
              </a:ext>
            </a:extLst>
          </p:cNvPr>
          <p:cNvSpPr>
            <a:spLocks xmlns:a="http://schemas.openxmlformats.org/drawingml/2006/main" noGrp="1"/>
          </p:cNvSpPr>
          <p:nvPr/>
        </p:nvSpPr>
        <p:spPr>
          <a:xfrm xmlns:a="http://schemas.openxmlformats.org/drawingml/2006/main">
            <a:off x="7991475" y="29622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mode</a:t>
            </a:r>
          </a:p>
        </p:txBody>
      </p:sp>
      <p:sp>
        <p:nvSpPr>
          <p:cNvPr id="17" name="">
            <a:extLst xmlns:a="http://schemas.openxmlformats.org/drawingml/2006/main">
              <a:ext uri="{FF2B5EF4-FFF2-40B4-BE49-F238E27FC236}">
                <a16:creationId xmlns:a16="http://schemas.microsoft.com/office/drawing/2014/main" id="{9F5FDBAF-6A00-490B-A82C-7BE6A1DBFFC0}"/>
              </a:ext>
            </a:extLst>
          </p:cNvPr>
          <p:cNvSpPr>
            <a:spLocks xmlns:a="http://schemas.openxmlformats.org/drawingml/2006/main" noGrp="1"/>
          </p:cNvSpPr>
          <p:nvPr/>
        </p:nvSpPr>
        <p:spPr>
          <a:xfrm xmlns:a="http://schemas.openxmlformats.org/drawingml/2006/main">
            <a:off x="7991475" y="3305175"/>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Overwrite makes the isolated lab rerunnable.</a:t>
            </a:r>
          </a:p>
        </p:txBody>
      </p:sp>
      <p:sp>
        <p:nvSpPr>
          <p:cNvPr id="18" name="">
            <a:extLst xmlns:a="http://schemas.openxmlformats.org/drawingml/2006/main">
              <a:ext uri="{FF2B5EF4-FFF2-40B4-BE49-F238E27FC236}">
                <a16:creationId xmlns:a16="http://schemas.microsoft.com/office/drawing/2014/main" id="{8B378CE0-5F40-4BEE-B0EA-DEC48C98BD97}"/>
              </a:ext>
            </a:extLst>
          </p:cNvPr>
          <p:cNvSpPr>
            <a:spLocks xmlns:a="http://schemas.openxmlformats.org/drawingml/2006/main" noGrp="1"/>
          </p:cNvSpPr>
          <p:nvPr/>
        </p:nvSpPr>
        <p:spPr>
          <a:xfrm xmlns:a="http://schemas.openxmlformats.org/drawingml/2006/main">
            <a:off x="7762875" y="3905250"/>
            <a:ext cx="3429000" cy="904875"/>
          </a:xfrm>
          <a:prstGeom xmlns:a="http://schemas.openxmlformats.org/drawingml/2006/main" prst="roundRect">
            <a:avLst>
              <a:gd name="adj" fmla="val 8421"/>
            </a:avLst>
          </a:prstGeom>
          <a:solidFill xmlns:a="http://schemas.openxmlformats.org/drawingml/2006/main">
            <a:srgbClr val="F3F7FA"/>
          </a:solidFill>
          <a:ln xmlns:a="http://schemas.openxmlformats.org/drawingml/2006/main" w="9525">
            <a:solidFill>
              <a:srgbClr val="D9E1E8"/>
            </a:solidFill>
          </a:ln>
        </p:spPr>
      </p:sp>
      <p:sp>
        <p:nvSpPr>
          <p:cNvPr id="19" name="">
            <a:extLst xmlns:a="http://schemas.openxmlformats.org/drawingml/2006/main">
              <a:ext uri="{FF2B5EF4-FFF2-40B4-BE49-F238E27FC236}">
                <a16:creationId xmlns:a16="http://schemas.microsoft.com/office/drawing/2014/main" id="{95611CFF-0A60-4FE9-878D-0BF47324E52A}"/>
              </a:ext>
            </a:extLst>
          </p:cNvPr>
          <p:cNvSpPr>
            <a:spLocks xmlns:a="http://schemas.openxmlformats.org/drawingml/2006/main" noGrp="1"/>
          </p:cNvSpPr>
          <p:nvPr/>
        </p:nvSpPr>
        <p:spPr>
          <a:xfrm xmlns:a="http://schemas.openxmlformats.org/drawingml/2006/main">
            <a:off x="7762875" y="3905250"/>
            <a:ext cx="76200" cy="904875"/>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E26F8D-9B10-4AA9-BBFD-8A76209ED6BB}"/>
              </a:ext>
            </a:extLst>
          </p:cNvPr>
          <p:cNvSpPr>
            <a:spLocks xmlns:a="http://schemas.openxmlformats.org/drawingml/2006/main" noGrp="1"/>
          </p:cNvSpPr>
          <p:nvPr/>
        </p:nvSpPr>
        <p:spPr>
          <a:xfrm xmlns:a="http://schemas.openxmlformats.org/drawingml/2006/main">
            <a:off x="7991475" y="40576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saveAsTable</a:t>
            </a:r>
          </a:p>
        </p:txBody>
      </p:sp>
      <p:sp>
        <p:nvSpPr>
          <p:cNvPr id="21" name="">
            <a:extLst xmlns:a="http://schemas.openxmlformats.org/drawingml/2006/main">
              <a:ext uri="{FF2B5EF4-FFF2-40B4-BE49-F238E27FC236}">
                <a16:creationId xmlns:a16="http://schemas.microsoft.com/office/drawing/2014/main" id="{50AE1BDD-07F4-4D0E-8B15-899B4F3DE920}"/>
              </a:ext>
            </a:extLst>
          </p:cNvPr>
          <p:cNvSpPr>
            <a:spLocks xmlns:a="http://schemas.openxmlformats.org/drawingml/2006/main" noGrp="1"/>
          </p:cNvSpPr>
          <p:nvPr/>
        </p:nvSpPr>
        <p:spPr>
          <a:xfrm xmlns:a="http://schemas.openxmlformats.org/drawingml/2006/main">
            <a:off x="7991475" y="440055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Persist and register the governed name.</a:t>
            </a:r>
          </a:p>
        </p:txBody>
      </p:sp>
      <p:sp>
        <p:nvSpPr>
          <p:cNvPr id="22" name="">
            <a:extLst xmlns:a="http://schemas.openxmlformats.org/drawingml/2006/main">
              <a:ext uri="{FF2B5EF4-FFF2-40B4-BE49-F238E27FC236}">
                <a16:creationId xmlns:a16="http://schemas.microsoft.com/office/drawing/2014/main" id="{AF1591B1-AA3F-49D4-8F3A-05CFA3307FCB}"/>
              </a:ext>
            </a:extLst>
          </p:cNvPr>
          <p:cNvSpPr>
            <a:spLocks xmlns:a="http://schemas.openxmlformats.org/drawingml/2006/main" noGrp="1"/>
          </p:cNvSpPr>
          <p:nvPr/>
        </p:nvSpPr>
        <p:spPr>
          <a:xfrm xmlns:a="http://schemas.openxmlformats.org/drawingml/2006/main">
            <a:off x="2095500" y="523875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A03C3C"/>
                </a:solidFill>
                <a:latin typeface="Bitstream Charter"/>
                <a:ea typeface="Bitstream Charter"/>
                <a:cs typeface="Bitstream Charter"/>
              </a:defRPr>
            </a:pPr>
            <a:r>
              <a:rPr sz="1575" b="1">
                <a:solidFill>
                  <a:srgbClr val="A03C3C"/>
                </a:solidFill>
                <a:latin typeface="Bitstream Charter"/>
                <a:ea typeface="Bitstream Charter"/>
                <a:cs typeface="Bitstream Charter"/>
              </a:rPr>
              <a:t>Before overwrite, say the full object name out loud.</a:t>
            </a:r>
          </a:p>
        </p:txBody>
      </p:sp>
    </p:spTree>
    <p:extLst>
      <p:ext uri="{BB962C8B-B14F-4D97-AF65-F5344CB8AC3E}">
        <p14:creationId xmlns:p14="http://schemas.microsoft.com/office/powerpoint/2010/main" val="15482429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221A926-C2EB-4E27-8566-8B700360CA4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24BCA6-AF98-4307-9215-93D40CFB12A1}"/>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Write modes, MERGE and reruns</a:t>
            </a:r>
          </a:p>
        </p:txBody>
      </p:sp>
      <p:sp>
        <p:nvSpPr>
          <p:cNvPr id="3" name="">
            <a:extLst xmlns:a="http://schemas.openxmlformats.org/drawingml/2006/main">
              <a:ext uri="{FF2B5EF4-FFF2-40B4-BE49-F238E27FC236}">
                <a16:creationId xmlns:a16="http://schemas.microsoft.com/office/drawing/2014/main" id="{3251D8A0-27F3-41AE-9C3B-E1422B6CC3A0}"/>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Choose behavior deliberately</a:t>
            </a:r>
          </a:p>
        </p:txBody>
      </p:sp>
      <p:sp>
        <p:nvSpPr>
          <p:cNvPr id="4" name="">
            <a:extLst xmlns:a="http://schemas.openxmlformats.org/drawingml/2006/main">
              <a:ext uri="{FF2B5EF4-FFF2-40B4-BE49-F238E27FC236}">
                <a16:creationId xmlns:a16="http://schemas.microsoft.com/office/drawing/2014/main" id="{31AA93A5-0C6B-4A60-B943-7D9C8EEB98F1}"/>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3B803C7-B5A8-4CFD-AE79-E49E4DA75F5C}"/>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CFC34774-5D4E-4A6F-956A-26C3F2D8631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27</a:t>
            </a:r>
          </a:p>
        </p:txBody>
      </p:sp>
      <p:sp>
        <p:nvSpPr>
          <p:cNvPr id="7" name="">
            <a:extLst xmlns:a="http://schemas.openxmlformats.org/drawingml/2006/main">
              <a:ext uri="{FF2B5EF4-FFF2-40B4-BE49-F238E27FC236}">
                <a16:creationId xmlns:a16="http://schemas.microsoft.com/office/drawing/2014/main" id="{FFEB55DA-A2B1-426B-9E70-C6A657E1F572}"/>
              </a:ext>
            </a:extLst>
          </p:cNvPr>
          <p:cNvSpPr>
            <a:spLocks xmlns:a="http://schemas.openxmlformats.org/drawingml/2006/main" noGrp="1"/>
          </p:cNvSpPr>
          <p:nvPr/>
        </p:nvSpPr>
        <p:spPr>
          <a:xfrm xmlns:a="http://schemas.openxmlformats.org/drawingml/2006/main">
            <a:off x="666750"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A4D03BFD-B483-40B3-A0DB-6A866E4B429A}"/>
              </a:ext>
            </a:extLst>
          </p:cNvPr>
          <p:cNvSpPr>
            <a:spLocks xmlns:a="http://schemas.openxmlformats.org/drawingml/2006/main" noGrp="1"/>
          </p:cNvSpPr>
          <p:nvPr/>
        </p:nvSpPr>
        <p:spPr>
          <a:xfrm xmlns:a="http://schemas.openxmlformats.org/drawingml/2006/main">
            <a:off x="666750" y="1714500"/>
            <a:ext cx="76200" cy="2381250"/>
          </a:xfrm>
          <a:prstGeom xmlns:a="http://schemas.openxmlformats.org/drawingml/2006/main" prst="roundRect">
            <a:avLst>
              <a:gd name="adj" fmla="val 50000"/>
            </a:avLst>
          </a:prstGeom>
          <a:solidFill xmlns:a="http://schemas.openxmlformats.org/drawingml/2006/main">
            <a:srgbClr val="A03C3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711C473-F582-4B3A-B3D1-972108A10890}"/>
              </a:ext>
            </a:extLst>
          </p:cNvPr>
          <p:cNvSpPr>
            <a:spLocks xmlns:a="http://schemas.openxmlformats.org/drawingml/2006/main" noGrp="1"/>
          </p:cNvSpPr>
          <p:nvPr/>
        </p:nvSpPr>
        <p:spPr>
          <a:xfrm xmlns:a="http://schemas.openxmlformats.org/drawingml/2006/main">
            <a:off x="895350"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overwrite</a:t>
            </a:r>
          </a:p>
        </p:txBody>
      </p:sp>
      <p:sp>
        <p:nvSpPr>
          <p:cNvPr id="10" name="">
            <a:extLst xmlns:a="http://schemas.openxmlformats.org/drawingml/2006/main">
              <a:ext uri="{FF2B5EF4-FFF2-40B4-BE49-F238E27FC236}">
                <a16:creationId xmlns:a16="http://schemas.microsoft.com/office/drawing/2014/main" id="{2B575923-362C-489E-BC90-2DAF069C52AE}"/>
              </a:ext>
            </a:extLst>
          </p:cNvPr>
          <p:cNvSpPr>
            <a:spLocks xmlns:a="http://schemas.openxmlformats.org/drawingml/2006/main" noGrp="1"/>
          </p:cNvSpPr>
          <p:nvPr/>
        </p:nvSpPr>
        <p:spPr>
          <a:xfrm xmlns:a="http://schemas.openxmlformats.org/drawingml/2006/main">
            <a:off x="895350"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Replace lab contents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Good for isolated reruns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Risky on shared targets</a:t>
            </a:r>
          </a:p>
        </p:txBody>
      </p:sp>
      <p:sp>
        <p:nvSpPr>
          <p:cNvPr id="11" name="">
            <a:extLst xmlns:a="http://schemas.openxmlformats.org/drawingml/2006/main">
              <a:ext uri="{FF2B5EF4-FFF2-40B4-BE49-F238E27FC236}">
                <a16:creationId xmlns:a16="http://schemas.microsoft.com/office/drawing/2014/main" id="{053FDE7E-BA24-4FF5-97A4-1419C2424B36}"/>
              </a:ext>
            </a:extLst>
          </p:cNvPr>
          <p:cNvSpPr>
            <a:spLocks xmlns:a="http://schemas.openxmlformats.org/drawingml/2006/main" noGrp="1"/>
          </p:cNvSpPr>
          <p:nvPr/>
        </p:nvSpPr>
        <p:spPr>
          <a:xfrm xmlns:a="http://schemas.openxmlformats.org/drawingml/2006/main">
            <a:off x="3476625"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7855F169-0F64-4D8F-9436-3107D7514780}"/>
              </a:ext>
            </a:extLst>
          </p:cNvPr>
          <p:cNvSpPr>
            <a:spLocks xmlns:a="http://schemas.openxmlformats.org/drawingml/2006/main" noGrp="1"/>
          </p:cNvSpPr>
          <p:nvPr/>
        </p:nvSpPr>
        <p:spPr>
          <a:xfrm xmlns:a="http://schemas.openxmlformats.org/drawingml/2006/main">
            <a:off x="3476625" y="1714500"/>
            <a:ext cx="76200" cy="238125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77C4DB9-1CAB-4655-A320-57ADD189509D}"/>
              </a:ext>
            </a:extLst>
          </p:cNvPr>
          <p:cNvSpPr>
            <a:spLocks xmlns:a="http://schemas.openxmlformats.org/drawingml/2006/main" noGrp="1"/>
          </p:cNvSpPr>
          <p:nvPr/>
        </p:nvSpPr>
        <p:spPr>
          <a:xfrm xmlns:a="http://schemas.openxmlformats.org/drawingml/2006/main">
            <a:off x="3705225"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append</a:t>
            </a:r>
          </a:p>
        </p:txBody>
      </p:sp>
      <p:sp>
        <p:nvSpPr>
          <p:cNvPr id="14" name="">
            <a:extLst xmlns:a="http://schemas.openxmlformats.org/drawingml/2006/main">
              <a:ext uri="{FF2B5EF4-FFF2-40B4-BE49-F238E27FC236}">
                <a16:creationId xmlns:a16="http://schemas.microsoft.com/office/drawing/2014/main" id="{D1F5035D-97CA-49C5-BC82-09C5724B96F7}"/>
              </a:ext>
            </a:extLst>
          </p:cNvPr>
          <p:cNvSpPr>
            <a:spLocks xmlns:a="http://schemas.openxmlformats.org/drawingml/2006/main" noGrp="1"/>
          </p:cNvSpPr>
          <p:nvPr/>
        </p:nvSpPr>
        <p:spPr>
          <a:xfrm xmlns:a="http://schemas.openxmlformats.org/drawingml/2006/main">
            <a:off x="3705225"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Add every input row</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Simple event ingestion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Can duplicate reruns</a:t>
            </a:r>
          </a:p>
        </p:txBody>
      </p:sp>
      <p:sp>
        <p:nvSpPr>
          <p:cNvPr id="15" name="">
            <a:extLst xmlns:a="http://schemas.openxmlformats.org/drawingml/2006/main">
              <a:ext uri="{FF2B5EF4-FFF2-40B4-BE49-F238E27FC236}">
                <a16:creationId xmlns:a16="http://schemas.microsoft.com/office/drawing/2014/main" id="{7373EC98-0383-4166-AB5C-A94C4096FD69}"/>
              </a:ext>
            </a:extLst>
          </p:cNvPr>
          <p:cNvSpPr>
            <a:spLocks xmlns:a="http://schemas.openxmlformats.org/drawingml/2006/main" noGrp="1"/>
          </p:cNvSpPr>
          <p:nvPr/>
        </p:nvSpPr>
        <p:spPr>
          <a:xfrm xmlns:a="http://schemas.openxmlformats.org/drawingml/2006/main">
            <a:off x="6286500"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9D269D35-BB00-4902-94BA-4FF46E3B9A01}"/>
              </a:ext>
            </a:extLst>
          </p:cNvPr>
          <p:cNvSpPr>
            <a:spLocks xmlns:a="http://schemas.openxmlformats.org/drawingml/2006/main" noGrp="1"/>
          </p:cNvSpPr>
          <p:nvPr/>
        </p:nvSpPr>
        <p:spPr>
          <a:xfrm xmlns:a="http://schemas.openxmlformats.org/drawingml/2006/main">
            <a:off x="6286500" y="1714500"/>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A02D563-933D-4965-B790-5DC18A5C4A66}"/>
              </a:ext>
            </a:extLst>
          </p:cNvPr>
          <p:cNvSpPr>
            <a:spLocks xmlns:a="http://schemas.openxmlformats.org/drawingml/2006/main" noGrp="1"/>
          </p:cNvSpPr>
          <p:nvPr/>
        </p:nvSpPr>
        <p:spPr>
          <a:xfrm xmlns:a="http://schemas.openxmlformats.org/drawingml/2006/main">
            <a:off x="6515100"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MERGE</a:t>
            </a:r>
          </a:p>
        </p:txBody>
      </p:sp>
      <p:sp>
        <p:nvSpPr>
          <p:cNvPr id="18" name="">
            <a:extLst xmlns:a="http://schemas.openxmlformats.org/drawingml/2006/main">
              <a:ext uri="{FF2B5EF4-FFF2-40B4-BE49-F238E27FC236}">
                <a16:creationId xmlns:a16="http://schemas.microsoft.com/office/drawing/2014/main" id="{55139676-B854-4D9D-A01E-BFB671BB5FFC}"/>
              </a:ext>
            </a:extLst>
          </p:cNvPr>
          <p:cNvSpPr>
            <a:spLocks xmlns:a="http://schemas.openxmlformats.org/drawingml/2006/main" noGrp="1"/>
          </p:cNvSpPr>
          <p:nvPr/>
        </p:nvSpPr>
        <p:spPr>
          <a:xfrm xmlns:a="http://schemas.openxmlformats.org/drawingml/2006/main">
            <a:off x="6515100"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Match on business key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Update and insert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Validate source uniqueness</a:t>
            </a:r>
          </a:p>
        </p:txBody>
      </p:sp>
      <p:sp>
        <p:nvSpPr>
          <p:cNvPr id="19" name="">
            <a:extLst xmlns:a="http://schemas.openxmlformats.org/drawingml/2006/main">
              <a:ext uri="{FF2B5EF4-FFF2-40B4-BE49-F238E27FC236}">
                <a16:creationId xmlns:a16="http://schemas.microsoft.com/office/drawing/2014/main" id="{29BBF373-F044-462F-B7C5-B2EAEBD2BA99}"/>
              </a:ext>
            </a:extLst>
          </p:cNvPr>
          <p:cNvSpPr>
            <a:spLocks xmlns:a="http://schemas.openxmlformats.org/drawingml/2006/main" noGrp="1"/>
          </p:cNvSpPr>
          <p:nvPr/>
        </p:nvSpPr>
        <p:spPr>
          <a:xfrm xmlns:a="http://schemas.openxmlformats.org/drawingml/2006/main">
            <a:off x="9096375" y="1714500"/>
            <a:ext cx="247650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20" name="">
            <a:extLst xmlns:a="http://schemas.openxmlformats.org/drawingml/2006/main">
              <a:ext uri="{FF2B5EF4-FFF2-40B4-BE49-F238E27FC236}">
                <a16:creationId xmlns:a16="http://schemas.microsoft.com/office/drawing/2014/main" id="{C37BD097-343D-4115-8E05-464FA1FB6C23}"/>
              </a:ext>
            </a:extLst>
          </p:cNvPr>
          <p:cNvSpPr>
            <a:spLocks xmlns:a="http://schemas.openxmlformats.org/drawingml/2006/main" noGrp="1"/>
          </p:cNvSpPr>
          <p:nvPr/>
        </p:nvSpPr>
        <p:spPr>
          <a:xfrm xmlns:a="http://schemas.openxmlformats.org/drawingml/2006/main">
            <a:off x="9096375" y="1714500"/>
            <a:ext cx="76200" cy="23812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D6033A-B7F6-4D69-A064-535965CA580D}"/>
              </a:ext>
            </a:extLst>
          </p:cNvPr>
          <p:cNvSpPr>
            <a:spLocks xmlns:a="http://schemas.openxmlformats.org/drawingml/2006/main" noGrp="1"/>
          </p:cNvSpPr>
          <p:nvPr/>
        </p:nvSpPr>
        <p:spPr>
          <a:xfrm xmlns:a="http://schemas.openxmlformats.org/drawingml/2006/main">
            <a:off x="9324975" y="18669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error if exists</a:t>
            </a:r>
          </a:p>
        </p:txBody>
      </p:sp>
      <p:sp>
        <p:nvSpPr>
          <p:cNvPr id="22" name="">
            <a:extLst xmlns:a="http://schemas.openxmlformats.org/drawingml/2006/main">
              <a:ext uri="{FF2B5EF4-FFF2-40B4-BE49-F238E27FC236}">
                <a16:creationId xmlns:a16="http://schemas.microsoft.com/office/drawing/2014/main" id="{C19F7C5D-48DF-456F-B5F4-76FE70D2B42B}"/>
              </a:ext>
            </a:extLst>
          </p:cNvPr>
          <p:cNvSpPr>
            <a:spLocks xmlns:a="http://schemas.openxmlformats.org/drawingml/2006/main" noGrp="1"/>
          </p:cNvSpPr>
          <p:nvPr/>
        </p:nvSpPr>
        <p:spPr>
          <a:xfrm xmlns:a="http://schemas.openxmlformats.org/drawingml/2006/main">
            <a:off x="9324975" y="2209800"/>
            <a:ext cx="20574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Fail safely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Protect accidental replacement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Useful creation default</a:t>
            </a:r>
          </a:p>
        </p:txBody>
      </p:sp>
      <p:sp>
        <p:nvSpPr>
          <p:cNvPr id="23" name="">
            <a:extLst xmlns:a="http://schemas.openxmlformats.org/drawingml/2006/main">
              <a:ext uri="{FF2B5EF4-FFF2-40B4-BE49-F238E27FC236}">
                <a16:creationId xmlns:a16="http://schemas.microsoft.com/office/drawing/2014/main" id="{8FDDA0B6-4BBE-4024-8445-DB10C8668611}"/>
              </a:ext>
            </a:extLst>
          </p:cNvPr>
          <p:cNvSpPr>
            <a:spLocks xmlns:a="http://schemas.openxmlformats.org/drawingml/2006/main" noGrp="1"/>
          </p:cNvSpPr>
          <p:nvPr/>
        </p:nvSpPr>
        <p:spPr>
          <a:xfrm xmlns:a="http://schemas.openxmlformats.org/drawingml/2006/main">
            <a:off x="1857375" y="4667250"/>
            <a:ext cx="847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071C2C"/>
                </a:solidFill>
                <a:latin typeface="Bitstream Charter"/>
                <a:ea typeface="Bitstream Charter"/>
                <a:cs typeface="Bitstream Charter"/>
              </a:defRPr>
            </a:pPr>
            <a:r>
              <a:rPr sz="1800" b="1">
                <a:solidFill>
                  <a:srgbClr val="071C2C"/>
                </a:solidFill>
                <a:latin typeface="Bitstream Charter"/>
                <a:ea typeface="Bitstream Charter"/>
                <a:cs typeface="Bitstream Charter"/>
              </a:rPr>
              <a:t>Mode is a business decision encoded in one method call.</a:t>
            </a:r>
          </a:p>
        </p:txBody>
      </p:sp>
    </p:spTree>
    <p:extLst>
      <p:ext uri="{BB962C8B-B14F-4D97-AF65-F5344CB8AC3E}">
        <p14:creationId xmlns:p14="http://schemas.microsoft.com/office/powerpoint/2010/main" val="139955975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9E92B8E-B2EC-4BAE-9998-109C026CB1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134A51-E19B-45FE-B1B2-FE37440BAE3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End-to-end learner lab</a:t>
            </a:r>
          </a:p>
        </p:txBody>
      </p:sp>
      <p:sp>
        <p:nvSpPr>
          <p:cNvPr id="3" name="">
            <a:extLst xmlns:a="http://schemas.openxmlformats.org/drawingml/2006/main">
              <a:ext uri="{FF2B5EF4-FFF2-40B4-BE49-F238E27FC236}">
                <a16:creationId xmlns:a16="http://schemas.microsoft.com/office/drawing/2014/main" id="{FE57077F-53C6-4A28-800E-EB55639DC3D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From notebook to evidence in five checkpoints</a:t>
            </a:r>
          </a:p>
        </p:txBody>
      </p:sp>
      <p:sp>
        <p:nvSpPr>
          <p:cNvPr id="4" name="">
            <a:extLst xmlns:a="http://schemas.openxmlformats.org/drawingml/2006/main">
              <a:ext uri="{FF2B5EF4-FFF2-40B4-BE49-F238E27FC236}">
                <a16:creationId xmlns:a16="http://schemas.microsoft.com/office/drawing/2014/main" id="{3CB10EAD-E0C4-4421-A9CC-F702BAB5CEA6}"/>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8322C3-693B-4751-8BAD-22634E246EE3}"/>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F2A75E5-EE63-4045-86A9-C643E35729A3}"/>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dfad1264f82413b"/>
          <a:stretch xmlns:a="http://schemas.openxmlformats.org/drawingml/2006/main"/>
        </p:blipFill>
        <p:spPr>
          <a:xfrm xmlns:a="http://schemas.openxmlformats.org/drawingml/2006/main">
            <a:off x="677504" y="1666875"/>
            <a:ext cx="3978992" cy="3333750"/>
          </a:xfrm>
          <a:prstGeom xmlns:a="http://schemas.openxmlformats.org/drawingml/2006/main" prst="roundRect">
            <a:avLst>
              <a:gd name="adj" fmla="val 3429"/>
            </a:avLst>
          </a:prstGeom>
        </p:spPr>
      </p:pic>
      <p:sp>
        <p:nvSpPr>
          <p:cNvPr id="8" name="">
            <a:extLst xmlns:a="http://schemas.openxmlformats.org/drawingml/2006/main">
              <a:ext uri="{FF2B5EF4-FFF2-40B4-BE49-F238E27FC236}">
                <a16:creationId xmlns:a16="http://schemas.microsoft.com/office/drawing/2014/main" id="{3C1152F8-4EC2-406C-BCBB-B29EB59CC1C5}"/>
              </a:ext>
            </a:extLst>
          </p:cNvPr>
          <p:cNvSpPr>
            <a:spLocks xmlns:a="http://schemas.openxmlformats.org/drawingml/2006/main" noGrp="1"/>
          </p:cNvSpPr>
          <p:nvPr/>
        </p:nvSpPr>
        <p:spPr>
          <a:xfrm xmlns:a="http://schemas.openxmlformats.org/drawingml/2006/main">
            <a:off x="5238750" y="157162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4335882-7C3D-4CD3-AF0C-C995AB092CCB}"/>
              </a:ext>
            </a:extLst>
          </p:cNvPr>
          <p:cNvSpPr>
            <a:spLocks xmlns:a="http://schemas.openxmlformats.org/drawingml/2006/main" noGrp="1"/>
          </p:cNvSpPr>
          <p:nvPr/>
        </p:nvSpPr>
        <p:spPr>
          <a:xfrm xmlns:a="http://schemas.openxmlformats.org/drawingml/2006/main">
            <a:off x="5334000" y="15906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1</a:t>
            </a:r>
          </a:p>
        </p:txBody>
      </p:sp>
      <p:sp>
        <p:nvSpPr>
          <p:cNvPr id="10" name="">
            <a:extLst xmlns:a="http://schemas.openxmlformats.org/drawingml/2006/main">
              <a:ext uri="{FF2B5EF4-FFF2-40B4-BE49-F238E27FC236}">
                <a16:creationId xmlns:a16="http://schemas.microsoft.com/office/drawing/2014/main" id="{ED19C7D8-D8E5-4C2B-A524-709F962CD7F9}"/>
              </a:ext>
            </a:extLst>
          </p:cNvPr>
          <p:cNvSpPr>
            <a:spLocks xmlns:a="http://schemas.openxmlformats.org/drawingml/2006/main" noGrp="1"/>
          </p:cNvSpPr>
          <p:nvPr/>
        </p:nvSpPr>
        <p:spPr>
          <a:xfrm xmlns:a="http://schemas.openxmlformats.org/drawingml/2006/main">
            <a:off x="5953125" y="15716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02A"/>
                </a:solidFill>
                <a:latin typeface="Bitstream Charter"/>
                <a:ea typeface="Bitstream Charter"/>
                <a:cs typeface="Bitstream Charter"/>
              </a:defRPr>
            </a:pPr>
            <a:r>
              <a:rPr sz="1425" b="0">
                <a:solidFill>
                  <a:srgbClr val="17202A"/>
                </a:solidFill>
                <a:latin typeface="Bitstream Charter"/>
                <a:ea typeface="Bitstream Charter"/>
                <a:cs typeface="Bitstream Charter"/>
              </a:rPr>
              <a:t>Connect and verify compute</a:t>
            </a:r>
          </a:p>
        </p:txBody>
      </p:sp>
      <p:sp>
        <p:nvSpPr>
          <p:cNvPr id="11" name="">
            <a:extLst xmlns:a="http://schemas.openxmlformats.org/drawingml/2006/main">
              <a:ext uri="{FF2B5EF4-FFF2-40B4-BE49-F238E27FC236}">
                <a16:creationId xmlns:a16="http://schemas.microsoft.com/office/drawing/2014/main" id="{B106A22F-ABC7-4123-A1D7-9AAB1CB7ACA8}"/>
              </a:ext>
            </a:extLst>
          </p:cNvPr>
          <p:cNvSpPr>
            <a:spLocks xmlns:a="http://schemas.openxmlformats.org/drawingml/2006/main" noGrp="1"/>
          </p:cNvSpPr>
          <p:nvPr/>
        </p:nvSpPr>
        <p:spPr>
          <a:xfrm xmlns:a="http://schemas.openxmlformats.org/drawingml/2006/main">
            <a:off x="5238750" y="235267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3533E5-5C04-40E6-B5DB-4E5809A4D88A}"/>
              </a:ext>
            </a:extLst>
          </p:cNvPr>
          <p:cNvSpPr>
            <a:spLocks xmlns:a="http://schemas.openxmlformats.org/drawingml/2006/main" noGrp="1"/>
          </p:cNvSpPr>
          <p:nvPr/>
        </p:nvSpPr>
        <p:spPr>
          <a:xfrm xmlns:a="http://schemas.openxmlformats.org/drawingml/2006/main">
            <a:off x="5334000" y="237172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2</a:t>
            </a:r>
          </a:p>
        </p:txBody>
      </p:sp>
      <p:sp>
        <p:nvSpPr>
          <p:cNvPr id="13" name="">
            <a:extLst xmlns:a="http://schemas.openxmlformats.org/drawingml/2006/main">
              <a:ext uri="{FF2B5EF4-FFF2-40B4-BE49-F238E27FC236}">
                <a16:creationId xmlns:a16="http://schemas.microsoft.com/office/drawing/2014/main" id="{AD951997-0835-417D-BBF5-1AA46CD7FA75}"/>
              </a:ext>
            </a:extLst>
          </p:cNvPr>
          <p:cNvSpPr>
            <a:spLocks xmlns:a="http://schemas.openxmlformats.org/drawingml/2006/main" noGrp="1"/>
          </p:cNvSpPr>
          <p:nvPr/>
        </p:nvSpPr>
        <p:spPr>
          <a:xfrm xmlns:a="http://schemas.openxmlformats.org/drawingml/2006/main">
            <a:off x="5953125" y="23526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02A"/>
                </a:solidFill>
                <a:latin typeface="Bitstream Charter"/>
                <a:ea typeface="Bitstream Charter"/>
                <a:cs typeface="Bitstream Charter"/>
              </a:defRPr>
            </a:pPr>
            <a:r>
              <a:rPr sz="1425" b="0">
                <a:solidFill>
                  <a:srgbClr val="17202A"/>
                </a:solidFill>
                <a:latin typeface="Bitstream Charter"/>
                <a:ea typeface="Bitstream Charter"/>
                <a:cs typeface="Bitstream Charter"/>
              </a:rPr>
              <a:t>Create and transform orders_df</a:t>
            </a:r>
          </a:p>
        </p:txBody>
      </p:sp>
      <p:sp>
        <p:nvSpPr>
          <p:cNvPr id="14" name="">
            <a:extLst xmlns:a="http://schemas.openxmlformats.org/drawingml/2006/main">
              <a:ext uri="{FF2B5EF4-FFF2-40B4-BE49-F238E27FC236}">
                <a16:creationId xmlns:a16="http://schemas.microsoft.com/office/drawing/2014/main" id="{48BC917D-474E-4961-80AC-9038F72DDB8F}"/>
              </a:ext>
            </a:extLst>
          </p:cNvPr>
          <p:cNvSpPr>
            <a:spLocks xmlns:a="http://schemas.openxmlformats.org/drawingml/2006/main" noGrp="1"/>
          </p:cNvSpPr>
          <p:nvPr/>
        </p:nvSpPr>
        <p:spPr>
          <a:xfrm xmlns:a="http://schemas.openxmlformats.org/drawingml/2006/main">
            <a:off x="5238750" y="313372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8C1F637-2D70-4C83-A529-8FFD114E50B2}"/>
              </a:ext>
            </a:extLst>
          </p:cNvPr>
          <p:cNvSpPr>
            <a:spLocks xmlns:a="http://schemas.openxmlformats.org/drawingml/2006/main" noGrp="1"/>
          </p:cNvSpPr>
          <p:nvPr/>
        </p:nvSpPr>
        <p:spPr>
          <a:xfrm xmlns:a="http://schemas.openxmlformats.org/drawingml/2006/main">
            <a:off x="5334000" y="31527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3</a:t>
            </a:r>
          </a:p>
        </p:txBody>
      </p:sp>
      <p:sp>
        <p:nvSpPr>
          <p:cNvPr id="16" name="">
            <a:extLst xmlns:a="http://schemas.openxmlformats.org/drawingml/2006/main">
              <a:ext uri="{FF2B5EF4-FFF2-40B4-BE49-F238E27FC236}">
                <a16:creationId xmlns:a16="http://schemas.microsoft.com/office/drawing/2014/main" id="{4E0D9140-7A6C-43F2-958C-B4B32A971CCC}"/>
              </a:ext>
            </a:extLst>
          </p:cNvPr>
          <p:cNvSpPr>
            <a:spLocks xmlns:a="http://schemas.openxmlformats.org/drawingml/2006/main" noGrp="1"/>
          </p:cNvSpPr>
          <p:nvPr/>
        </p:nvSpPr>
        <p:spPr>
          <a:xfrm xmlns:a="http://schemas.openxmlformats.org/drawingml/2006/main">
            <a:off x="5953125" y="31337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02A"/>
                </a:solidFill>
                <a:latin typeface="Bitstream Charter"/>
                <a:ea typeface="Bitstream Charter"/>
                <a:cs typeface="Bitstream Charter"/>
              </a:defRPr>
            </a:pPr>
            <a:r>
              <a:rPr sz="1425" b="0">
                <a:solidFill>
                  <a:srgbClr val="17202A"/>
                </a:solidFill>
                <a:latin typeface="Bitstream Charter"/>
                <a:ea typeface="Bitstream Charter"/>
                <a:cs typeface="Bitstream Charter"/>
              </a:rPr>
              <a:t>Query orders_work with SQL</a:t>
            </a:r>
          </a:p>
        </p:txBody>
      </p:sp>
      <p:sp>
        <p:nvSpPr>
          <p:cNvPr id="17" name="">
            <a:extLst xmlns:a="http://schemas.openxmlformats.org/drawingml/2006/main">
              <a:ext uri="{FF2B5EF4-FFF2-40B4-BE49-F238E27FC236}">
                <a16:creationId xmlns:a16="http://schemas.microsoft.com/office/drawing/2014/main" id="{642B0ED1-EA1F-439E-8BEE-2549211E81AF}"/>
              </a:ext>
            </a:extLst>
          </p:cNvPr>
          <p:cNvSpPr>
            <a:spLocks xmlns:a="http://schemas.openxmlformats.org/drawingml/2006/main" noGrp="1"/>
          </p:cNvSpPr>
          <p:nvPr/>
        </p:nvSpPr>
        <p:spPr>
          <a:xfrm xmlns:a="http://schemas.openxmlformats.org/drawingml/2006/main">
            <a:off x="5238750" y="391477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B264B6-B131-4EE2-AEF9-099B8543825D}"/>
              </a:ext>
            </a:extLst>
          </p:cNvPr>
          <p:cNvSpPr>
            <a:spLocks xmlns:a="http://schemas.openxmlformats.org/drawingml/2006/main" noGrp="1"/>
          </p:cNvSpPr>
          <p:nvPr/>
        </p:nvSpPr>
        <p:spPr>
          <a:xfrm xmlns:a="http://schemas.openxmlformats.org/drawingml/2006/main">
            <a:off x="5334000" y="393382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4</a:t>
            </a:r>
          </a:p>
        </p:txBody>
      </p:sp>
      <p:sp>
        <p:nvSpPr>
          <p:cNvPr id="19" name="">
            <a:extLst xmlns:a="http://schemas.openxmlformats.org/drawingml/2006/main">
              <a:ext uri="{FF2B5EF4-FFF2-40B4-BE49-F238E27FC236}">
                <a16:creationId xmlns:a16="http://schemas.microsoft.com/office/drawing/2014/main" id="{056302FD-68E5-4FF7-9B0F-23A509E0D88D}"/>
              </a:ext>
            </a:extLst>
          </p:cNvPr>
          <p:cNvSpPr>
            <a:spLocks xmlns:a="http://schemas.openxmlformats.org/drawingml/2006/main" noGrp="1"/>
          </p:cNvSpPr>
          <p:nvPr/>
        </p:nvSpPr>
        <p:spPr>
          <a:xfrm xmlns:a="http://schemas.openxmlformats.org/drawingml/2006/main">
            <a:off x="5953125" y="39147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7202A"/>
                </a:solidFill>
                <a:latin typeface="Bitstream Charter"/>
                <a:ea typeface="Bitstream Charter"/>
                <a:cs typeface="Bitstream Charter"/>
              </a:defRPr>
            </a:pPr>
            <a:r>
              <a:rPr sz="1425" b="0">
                <a:solidFill>
                  <a:srgbClr val="17202A"/>
                </a:solidFill>
                <a:latin typeface="Bitstream Charter"/>
                <a:ea typeface="Bitstream Charter"/>
                <a:cs typeface="Bitstream Charter"/>
              </a:rPr>
              <a:t>Write training_lab.student_XX.orders</a:t>
            </a:r>
          </a:p>
        </p:txBody>
      </p:sp>
      <p:sp>
        <p:nvSpPr>
          <p:cNvPr id="20" name="">
            <a:extLst xmlns:a="http://schemas.openxmlformats.org/drawingml/2006/main">
              <a:ext uri="{FF2B5EF4-FFF2-40B4-BE49-F238E27FC236}">
                <a16:creationId xmlns:a16="http://schemas.microsoft.com/office/drawing/2014/main" id="{45D1850B-99A4-4B08-B20B-9975FA09E9E2}"/>
              </a:ext>
            </a:extLst>
          </p:cNvPr>
          <p:cNvSpPr>
            <a:spLocks xmlns:a="http://schemas.openxmlformats.org/drawingml/2006/main" noGrp="1"/>
          </p:cNvSpPr>
          <p:nvPr/>
        </p:nvSpPr>
        <p:spPr>
          <a:xfrm xmlns:a="http://schemas.openxmlformats.org/drawingml/2006/main">
            <a:off x="5238750" y="4695825"/>
            <a:ext cx="514350" cy="323850"/>
          </a:xfrm>
          <a:prstGeom xmlns:a="http://schemas.openxmlformats.org/drawingml/2006/main" prst="roundRect">
            <a:avLst>
              <a:gd name="adj" fmla="val 23529"/>
            </a:avLst>
          </a:prstGeom>
          <a:solidFill xmlns:a="http://schemas.openxmlformats.org/drawingml/2006/main">
            <a:srgbClr val="2F7D5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ED53D7D-6CFE-4F8A-AF8D-B28915FD106A}"/>
              </a:ext>
            </a:extLst>
          </p:cNvPr>
          <p:cNvSpPr>
            <a:spLocks xmlns:a="http://schemas.openxmlformats.org/drawingml/2006/main" noGrp="1"/>
          </p:cNvSpPr>
          <p:nvPr/>
        </p:nvSpPr>
        <p:spPr>
          <a:xfrm xmlns:a="http://schemas.openxmlformats.org/drawingml/2006/main">
            <a:off x="5334000" y="47148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5</a:t>
            </a:r>
          </a:p>
        </p:txBody>
      </p:sp>
      <p:sp>
        <p:nvSpPr>
          <p:cNvPr id="22" name="">
            <a:extLst xmlns:a="http://schemas.openxmlformats.org/drawingml/2006/main">
              <a:ext uri="{FF2B5EF4-FFF2-40B4-BE49-F238E27FC236}">
                <a16:creationId xmlns:a16="http://schemas.microsoft.com/office/drawing/2014/main" id="{8C0D45E2-1D4E-4431-9639-CEE134DDBDD3}"/>
              </a:ext>
            </a:extLst>
          </p:cNvPr>
          <p:cNvSpPr>
            <a:spLocks xmlns:a="http://schemas.openxmlformats.org/drawingml/2006/main" noGrp="1"/>
          </p:cNvSpPr>
          <p:nvPr/>
        </p:nvSpPr>
        <p:spPr>
          <a:xfrm xmlns:a="http://schemas.openxmlformats.org/drawingml/2006/main">
            <a:off x="5953125" y="4695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7202A"/>
                </a:solidFill>
                <a:latin typeface="Bitstream Charter"/>
                <a:ea typeface="Bitstream Charter"/>
                <a:cs typeface="Bitstream Charter"/>
              </a:defRPr>
            </a:pPr>
            <a:r>
              <a:rPr sz="1425" b="1">
                <a:solidFill>
                  <a:srgbClr val="17202A"/>
                </a:solidFill>
                <a:latin typeface="Bitstream Charter"/>
                <a:ea typeface="Bitstream Charter"/>
                <a:cs typeface="Bitstream Charter"/>
              </a:rPr>
              <a:t>Validate data, detail and history</a:t>
            </a:r>
          </a:p>
        </p:txBody>
      </p:sp>
    </p:spTree>
    <p:extLst>
      <p:ext uri="{BB962C8B-B14F-4D97-AF65-F5344CB8AC3E}">
        <p14:creationId xmlns:p14="http://schemas.microsoft.com/office/powerpoint/2010/main" val="8807067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73692EE8-8948-4CD9-8C92-B263636C3C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01D74F-86FE-4251-9445-56A3E5358682}"/>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Troubleshooting by evidence</a:t>
            </a:r>
          </a:p>
        </p:txBody>
      </p:sp>
      <p:sp>
        <p:nvSpPr>
          <p:cNvPr id="3" name="">
            <a:extLst xmlns:a="http://schemas.openxmlformats.org/drawingml/2006/main">
              <a:ext uri="{FF2B5EF4-FFF2-40B4-BE49-F238E27FC236}">
                <a16:creationId xmlns:a16="http://schemas.microsoft.com/office/drawing/2014/main" id="{16C89F1E-87C3-41AF-AD03-1988E380A5B4}"/>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Read the exact error before changing permissions or code</a:t>
            </a:r>
          </a:p>
        </p:txBody>
      </p:sp>
      <p:sp>
        <p:nvSpPr>
          <p:cNvPr id="4" name="">
            <a:extLst xmlns:a="http://schemas.openxmlformats.org/drawingml/2006/main">
              <a:ext uri="{FF2B5EF4-FFF2-40B4-BE49-F238E27FC236}">
                <a16:creationId xmlns:a16="http://schemas.microsoft.com/office/drawing/2014/main" id="{3F53833A-CF69-411D-A322-9C076AA90A47}"/>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DF3F1F0-F7C1-41F4-B8B8-6887F846748C}"/>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3C23C10B-C4E0-46CB-854E-871D7CC5CCBC}"/>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29</a:t>
            </a:r>
          </a:p>
        </p:txBody>
      </p:sp>
      <p:sp>
        <p:nvSpPr>
          <p:cNvPr id="7" name="">
            <a:extLst xmlns:a="http://schemas.openxmlformats.org/drawingml/2006/main">
              <a:ext uri="{FF2B5EF4-FFF2-40B4-BE49-F238E27FC236}">
                <a16:creationId xmlns:a16="http://schemas.microsoft.com/office/drawing/2014/main" id="{A1A4377F-CACB-4A51-8697-C2C9B1C9F814}"/>
              </a:ext>
            </a:extLst>
          </p:cNvPr>
          <p:cNvSpPr>
            <a:spLocks xmlns:a="http://schemas.openxmlformats.org/drawingml/2006/main" noGrp="1"/>
          </p:cNvSpPr>
          <p:nvPr/>
        </p:nvSpPr>
        <p:spPr>
          <a:xfrm xmlns:a="http://schemas.openxmlformats.org/drawingml/2006/main">
            <a:off x="714375" y="1571625"/>
            <a:ext cx="3238500" cy="552450"/>
          </a:xfrm>
          <a:prstGeom xmlns:a="http://schemas.openxmlformats.org/drawingml/2006/main" prst="roundRect">
            <a:avLst>
              <a:gd name="adj" fmla="val 13793"/>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D1B3BAFD-60FD-4A1E-8419-F059C2024DB3}"/>
              </a:ext>
            </a:extLst>
          </p:cNvPr>
          <p:cNvSpPr>
            <a:spLocks xmlns:a="http://schemas.openxmlformats.org/drawingml/2006/main" noGrp="1"/>
          </p:cNvSpPr>
          <p:nvPr/>
        </p:nvSpPr>
        <p:spPr>
          <a:xfrm xmlns:a="http://schemas.openxmlformats.org/drawingml/2006/main">
            <a:off x="904875" y="16478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C2C"/>
                </a:solidFill>
                <a:latin typeface="Bitstream Charter"/>
                <a:ea typeface="Bitstream Charter"/>
                <a:cs typeface="Bitstream Charter"/>
              </a:defRPr>
            </a:pPr>
            <a:r>
              <a:rPr sz="1275" b="1">
                <a:solidFill>
                  <a:srgbClr val="071C2C"/>
                </a:solidFill>
                <a:latin typeface="Bitstream Charter"/>
                <a:ea typeface="Bitstream Charter"/>
                <a:cs typeface="Bitstream Charter"/>
              </a:rPr>
              <a:t>Detached notebook</a:t>
            </a:r>
          </a:p>
        </p:txBody>
      </p:sp>
      <p:sp>
        <p:nvSpPr>
          <p:cNvPr id="9" name="">
            <a:extLst xmlns:a="http://schemas.openxmlformats.org/drawingml/2006/main">
              <a:ext uri="{FF2B5EF4-FFF2-40B4-BE49-F238E27FC236}">
                <a16:creationId xmlns:a16="http://schemas.microsoft.com/office/drawing/2014/main" id="{28CB5B06-4BBB-45F4-9635-8BC09D6640E3}"/>
              </a:ext>
            </a:extLst>
          </p:cNvPr>
          <p:cNvSpPr>
            <a:spLocks xmlns:a="http://schemas.openxmlformats.org/drawingml/2006/main" noGrp="1"/>
          </p:cNvSpPr>
          <p:nvPr/>
        </p:nvSpPr>
        <p:spPr>
          <a:xfrm xmlns:a="http://schemas.openxmlformats.org/drawingml/2006/main">
            <a:off x="4191000" y="16478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E74B5"/>
                </a:solidFill>
                <a:latin typeface="Bitstream Charter"/>
                <a:ea typeface="Bitstream Charter"/>
                <a:cs typeface="Bitstream Charter"/>
              </a:defRPr>
            </a:pPr>
            <a:r>
              <a:rPr sz="1800" b="1">
                <a:solidFill>
                  <a:srgbClr val="2E74B5"/>
                </a:solidFill>
                <a:latin typeface="Bitstream Charter"/>
                <a:ea typeface="Bitstream Charter"/>
                <a:cs typeface="Bitstream Charter"/>
              </a:rPr>
              <a:t>→</a:t>
            </a:r>
          </a:p>
        </p:txBody>
      </p:sp>
      <p:sp>
        <p:nvSpPr>
          <p:cNvPr id="10" name="">
            <a:extLst xmlns:a="http://schemas.openxmlformats.org/drawingml/2006/main">
              <a:ext uri="{FF2B5EF4-FFF2-40B4-BE49-F238E27FC236}">
                <a16:creationId xmlns:a16="http://schemas.microsoft.com/office/drawing/2014/main" id="{B0F30C11-BEEC-40A6-B4AF-C7915EC6895B}"/>
              </a:ext>
            </a:extLst>
          </p:cNvPr>
          <p:cNvSpPr>
            <a:spLocks xmlns:a="http://schemas.openxmlformats.org/drawingml/2006/main" noGrp="1"/>
          </p:cNvSpPr>
          <p:nvPr/>
        </p:nvSpPr>
        <p:spPr>
          <a:xfrm xmlns:a="http://schemas.openxmlformats.org/drawingml/2006/main">
            <a:off x="4953000" y="1571625"/>
            <a:ext cx="642937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1E8"/>
            </a:solidFill>
          </a:ln>
        </p:spPr>
      </p:sp>
      <p:sp>
        <p:nvSpPr>
          <p:cNvPr id="11" name="">
            <a:extLst xmlns:a="http://schemas.openxmlformats.org/drawingml/2006/main">
              <a:ext uri="{FF2B5EF4-FFF2-40B4-BE49-F238E27FC236}">
                <a16:creationId xmlns:a16="http://schemas.microsoft.com/office/drawing/2014/main" id="{6A170C63-ED68-4CF9-A046-AF231783EB0B}"/>
              </a:ext>
            </a:extLst>
          </p:cNvPr>
          <p:cNvSpPr>
            <a:spLocks xmlns:a="http://schemas.openxmlformats.org/drawingml/2006/main" noGrp="1"/>
          </p:cNvSpPr>
          <p:nvPr/>
        </p:nvSpPr>
        <p:spPr>
          <a:xfrm xmlns:a="http://schemas.openxmlformats.org/drawingml/2006/main">
            <a:off x="5191125" y="1647825"/>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2A"/>
                </a:solidFill>
                <a:latin typeface="Bitstream Charter"/>
                <a:ea typeface="Bitstream Charter"/>
                <a:cs typeface="Bitstream Charter"/>
              </a:defRPr>
            </a:pPr>
            <a:r>
              <a:rPr sz="1350" b="0">
                <a:solidFill>
                  <a:srgbClr val="17202A"/>
                </a:solidFill>
                <a:latin typeface="Bitstream Charter"/>
                <a:ea typeface="Bitstream Charter"/>
                <a:cs typeface="Bitstream Charter"/>
              </a:rPr>
              <a:t>Compute selector and policy</a:t>
            </a:r>
          </a:p>
        </p:txBody>
      </p:sp>
      <p:sp>
        <p:nvSpPr>
          <p:cNvPr id="12" name="">
            <a:extLst xmlns:a="http://schemas.openxmlformats.org/drawingml/2006/main">
              <a:ext uri="{FF2B5EF4-FFF2-40B4-BE49-F238E27FC236}">
                <a16:creationId xmlns:a16="http://schemas.microsoft.com/office/drawing/2014/main" id="{FB4FBE4D-B3A9-476D-80A4-4BE5B3B0C455}"/>
              </a:ext>
            </a:extLst>
          </p:cNvPr>
          <p:cNvSpPr>
            <a:spLocks xmlns:a="http://schemas.openxmlformats.org/drawingml/2006/main" noGrp="1"/>
          </p:cNvSpPr>
          <p:nvPr/>
        </p:nvSpPr>
        <p:spPr>
          <a:xfrm xmlns:a="http://schemas.openxmlformats.org/drawingml/2006/main">
            <a:off x="714375" y="2362200"/>
            <a:ext cx="3238500" cy="552450"/>
          </a:xfrm>
          <a:prstGeom xmlns:a="http://schemas.openxmlformats.org/drawingml/2006/main" prst="roundRect">
            <a:avLst>
              <a:gd name="adj" fmla="val 13793"/>
            </a:avLst>
          </a:prstGeom>
          <a:solidFill xmlns:a="http://schemas.openxmlformats.org/drawingml/2006/main">
            <a:srgbClr val="FBECEC"/>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17A84A2B-CA11-409E-96E4-5C38F740D78C}"/>
              </a:ext>
            </a:extLst>
          </p:cNvPr>
          <p:cNvSpPr>
            <a:spLocks xmlns:a="http://schemas.openxmlformats.org/drawingml/2006/main" noGrp="1"/>
          </p:cNvSpPr>
          <p:nvPr/>
        </p:nvSpPr>
        <p:spPr>
          <a:xfrm xmlns:a="http://schemas.openxmlformats.org/drawingml/2006/main">
            <a:off x="904875" y="24384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A03C3C"/>
                </a:solidFill>
                <a:latin typeface="Bitstream Charter"/>
                <a:ea typeface="Bitstream Charter"/>
                <a:cs typeface="Bitstream Charter"/>
              </a:defRPr>
            </a:pPr>
            <a:r>
              <a:rPr sz="1275" b="1">
                <a:solidFill>
                  <a:srgbClr val="A03C3C"/>
                </a:solidFill>
                <a:latin typeface="Bitstream Charter"/>
                <a:ea typeface="Bitstream Charter"/>
                <a:cs typeface="Bitstream Charter"/>
              </a:rPr>
              <a:t>PERMISSION_DENIED</a:t>
            </a:r>
          </a:p>
        </p:txBody>
      </p:sp>
      <p:sp>
        <p:nvSpPr>
          <p:cNvPr id="14" name="">
            <a:extLst xmlns:a="http://schemas.openxmlformats.org/drawingml/2006/main">
              <a:ext uri="{FF2B5EF4-FFF2-40B4-BE49-F238E27FC236}">
                <a16:creationId xmlns:a16="http://schemas.microsoft.com/office/drawing/2014/main" id="{5363ED52-3E01-4664-9B6F-526330F21130}"/>
              </a:ext>
            </a:extLst>
          </p:cNvPr>
          <p:cNvSpPr>
            <a:spLocks xmlns:a="http://schemas.openxmlformats.org/drawingml/2006/main" noGrp="1"/>
          </p:cNvSpPr>
          <p:nvPr/>
        </p:nvSpPr>
        <p:spPr>
          <a:xfrm xmlns:a="http://schemas.openxmlformats.org/drawingml/2006/main">
            <a:off x="4191000" y="243840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E74B5"/>
                </a:solidFill>
                <a:latin typeface="Bitstream Charter"/>
                <a:ea typeface="Bitstream Charter"/>
                <a:cs typeface="Bitstream Charter"/>
              </a:defRPr>
            </a:pPr>
            <a:r>
              <a:rPr sz="1800" b="1">
                <a:solidFill>
                  <a:srgbClr val="2E74B5"/>
                </a:solidFill>
                <a:latin typeface="Bitstream Charter"/>
                <a:ea typeface="Bitstream Charter"/>
                <a:cs typeface="Bitstream Charter"/>
              </a:rPr>
              <a:t>→</a:t>
            </a:r>
          </a:p>
        </p:txBody>
      </p:sp>
      <p:sp>
        <p:nvSpPr>
          <p:cNvPr id="15" name="">
            <a:extLst xmlns:a="http://schemas.openxmlformats.org/drawingml/2006/main">
              <a:ext uri="{FF2B5EF4-FFF2-40B4-BE49-F238E27FC236}">
                <a16:creationId xmlns:a16="http://schemas.microsoft.com/office/drawing/2014/main" id="{8FCB14A0-5955-401B-AAFB-3261F42071ED}"/>
              </a:ext>
            </a:extLst>
          </p:cNvPr>
          <p:cNvSpPr>
            <a:spLocks xmlns:a="http://schemas.openxmlformats.org/drawingml/2006/main" noGrp="1"/>
          </p:cNvSpPr>
          <p:nvPr/>
        </p:nvSpPr>
        <p:spPr>
          <a:xfrm xmlns:a="http://schemas.openxmlformats.org/drawingml/2006/main">
            <a:off x="4953000" y="2362200"/>
            <a:ext cx="642937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79E5E46A-5708-4E1B-89C1-30C652FFA1C0}"/>
              </a:ext>
            </a:extLst>
          </p:cNvPr>
          <p:cNvSpPr>
            <a:spLocks xmlns:a="http://schemas.openxmlformats.org/drawingml/2006/main" noGrp="1"/>
          </p:cNvSpPr>
          <p:nvPr/>
        </p:nvSpPr>
        <p:spPr>
          <a:xfrm xmlns:a="http://schemas.openxmlformats.org/drawingml/2006/main">
            <a:off x="5191125" y="2438400"/>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2A"/>
                </a:solidFill>
                <a:latin typeface="Bitstream Charter"/>
                <a:ea typeface="Bitstream Charter"/>
                <a:cs typeface="Bitstream Charter"/>
              </a:defRPr>
            </a:pPr>
            <a:r>
              <a:rPr sz="1350" b="0">
                <a:solidFill>
                  <a:srgbClr val="17202A"/>
                </a:solidFill>
                <a:latin typeface="Bitstream Charter"/>
                <a:ea typeface="Bitstream Charter"/>
                <a:cs typeface="Bitstream Charter"/>
              </a:rPr>
              <a:t>Identity, object name and SHOW GRANTS</a:t>
            </a:r>
          </a:p>
        </p:txBody>
      </p:sp>
      <p:sp>
        <p:nvSpPr>
          <p:cNvPr id="17" name="">
            <a:extLst xmlns:a="http://schemas.openxmlformats.org/drawingml/2006/main">
              <a:ext uri="{FF2B5EF4-FFF2-40B4-BE49-F238E27FC236}">
                <a16:creationId xmlns:a16="http://schemas.microsoft.com/office/drawing/2014/main" id="{FA29E4FE-5177-49EC-B08C-AE4DC16FA09B}"/>
              </a:ext>
            </a:extLst>
          </p:cNvPr>
          <p:cNvSpPr>
            <a:spLocks xmlns:a="http://schemas.openxmlformats.org/drawingml/2006/main" noGrp="1"/>
          </p:cNvSpPr>
          <p:nvPr/>
        </p:nvSpPr>
        <p:spPr>
          <a:xfrm xmlns:a="http://schemas.openxmlformats.org/drawingml/2006/main">
            <a:off x="714375" y="3152775"/>
            <a:ext cx="3238500" cy="552450"/>
          </a:xfrm>
          <a:prstGeom xmlns:a="http://schemas.openxmlformats.org/drawingml/2006/main" prst="roundRect">
            <a:avLst>
              <a:gd name="adj" fmla="val 13793"/>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CC421F5E-896C-4BD5-BE2D-E1A9FA314CF6}"/>
              </a:ext>
            </a:extLst>
          </p:cNvPr>
          <p:cNvSpPr>
            <a:spLocks xmlns:a="http://schemas.openxmlformats.org/drawingml/2006/main" noGrp="1"/>
          </p:cNvSpPr>
          <p:nvPr/>
        </p:nvSpPr>
        <p:spPr>
          <a:xfrm xmlns:a="http://schemas.openxmlformats.org/drawingml/2006/main">
            <a:off x="904875" y="32289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C2C"/>
                </a:solidFill>
                <a:latin typeface="Bitstream Charter"/>
                <a:ea typeface="Bitstream Charter"/>
                <a:cs typeface="Bitstream Charter"/>
              </a:defRPr>
            </a:pPr>
            <a:r>
              <a:rPr sz="1275" b="1">
                <a:solidFill>
                  <a:srgbClr val="071C2C"/>
                </a:solidFill>
                <a:latin typeface="Bitstream Charter"/>
                <a:ea typeface="Bitstream Charter"/>
                <a:cs typeface="Bitstream Charter"/>
              </a:rPr>
              <a:t>TABLE_OR_VIEW_NOT_FOUND</a:t>
            </a:r>
          </a:p>
        </p:txBody>
      </p:sp>
      <p:sp>
        <p:nvSpPr>
          <p:cNvPr id="19" name="">
            <a:extLst xmlns:a="http://schemas.openxmlformats.org/drawingml/2006/main">
              <a:ext uri="{FF2B5EF4-FFF2-40B4-BE49-F238E27FC236}">
                <a16:creationId xmlns:a16="http://schemas.microsoft.com/office/drawing/2014/main" id="{676D4920-4101-4B81-BA3D-17B9EE96C652}"/>
              </a:ext>
            </a:extLst>
          </p:cNvPr>
          <p:cNvSpPr>
            <a:spLocks xmlns:a="http://schemas.openxmlformats.org/drawingml/2006/main" noGrp="1"/>
          </p:cNvSpPr>
          <p:nvPr/>
        </p:nvSpPr>
        <p:spPr>
          <a:xfrm xmlns:a="http://schemas.openxmlformats.org/drawingml/2006/main">
            <a:off x="4191000" y="32289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E74B5"/>
                </a:solidFill>
                <a:latin typeface="Bitstream Charter"/>
                <a:ea typeface="Bitstream Charter"/>
                <a:cs typeface="Bitstream Charter"/>
              </a:defRPr>
            </a:pPr>
            <a:r>
              <a:rPr sz="1800" b="1">
                <a:solidFill>
                  <a:srgbClr val="2E74B5"/>
                </a:solidFill>
                <a:latin typeface="Bitstream Charter"/>
                <a:ea typeface="Bitstream Charter"/>
                <a:cs typeface="Bitstream Charter"/>
              </a:rPr>
              <a:t>→</a:t>
            </a:r>
          </a:p>
        </p:txBody>
      </p:sp>
      <p:sp>
        <p:nvSpPr>
          <p:cNvPr id="20" name="">
            <a:extLst xmlns:a="http://schemas.openxmlformats.org/drawingml/2006/main">
              <a:ext uri="{FF2B5EF4-FFF2-40B4-BE49-F238E27FC236}">
                <a16:creationId xmlns:a16="http://schemas.microsoft.com/office/drawing/2014/main" id="{4C1B11B4-BD38-43E8-89EF-55A4837986A7}"/>
              </a:ext>
            </a:extLst>
          </p:cNvPr>
          <p:cNvSpPr>
            <a:spLocks xmlns:a="http://schemas.openxmlformats.org/drawingml/2006/main" noGrp="1"/>
          </p:cNvSpPr>
          <p:nvPr/>
        </p:nvSpPr>
        <p:spPr>
          <a:xfrm xmlns:a="http://schemas.openxmlformats.org/drawingml/2006/main">
            <a:off x="4953000" y="3152775"/>
            <a:ext cx="642937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1E8"/>
            </a:solidFill>
          </a:ln>
        </p:spPr>
      </p:sp>
      <p:sp>
        <p:nvSpPr>
          <p:cNvPr id="21" name="">
            <a:extLst xmlns:a="http://schemas.openxmlformats.org/drawingml/2006/main">
              <a:ext uri="{FF2B5EF4-FFF2-40B4-BE49-F238E27FC236}">
                <a16:creationId xmlns:a16="http://schemas.microsoft.com/office/drawing/2014/main" id="{3B7C329F-ACB6-413E-B319-D5891D35D23A}"/>
              </a:ext>
            </a:extLst>
          </p:cNvPr>
          <p:cNvSpPr>
            <a:spLocks xmlns:a="http://schemas.openxmlformats.org/drawingml/2006/main" noGrp="1"/>
          </p:cNvSpPr>
          <p:nvPr/>
        </p:nvSpPr>
        <p:spPr>
          <a:xfrm xmlns:a="http://schemas.openxmlformats.org/drawingml/2006/main">
            <a:off x="5191125" y="3228975"/>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2A"/>
                </a:solidFill>
                <a:latin typeface="Bitstream Charter"/>
                <a:ea typeface="Bitstream Charter"/>
                <a:cs typeface="Bitstream Charter"/>
              </a:defRPr>
            </a:pPr>
            <a:r>
              <a:rPr sz="1350" b="0">
                <a:solidFill>
                  <a:srgbClr val="17202A"/>
                </a:solidFill>
                <a:latin typeface="Bitstream Charter"/>
                <a:ea typeface="Bitstream Charter"/>
                <a:cs typeface="Bitstream Charter"/>
              </a:rPr>
              <a:t>Catalog, schema and spelling</a:t>
            </a:r>
          </a:p>
        </p:txBody>
      </p:sp>
      <p:sp>
        <p:nvSpPr>
          <p:cNvPr id="22" name="">
            <a:extLst xmlns:a="http://schemas.openxmlformats.org/drawingml/2006/main">
              <a:ext uri="{FF2B5EF4-FFF2-40B4-BE49-F238E27FC236}">
                <a16:creationId xmlns:a16="http://schemas.microsoft.com/office/drawing/2014/main" id="{1D79E405-1197-4D33-9D1B-41F98DA50A71}"/>
              </a:ext>
            </a:extLst>
          </p:cNvPr>
          <p:cNvSpPr>
            <a:spLocks xmlns:a="http://schemas.openxmlformats.org/drawingml/2006/main" noGrp="1"/>
          </p:cNvSpPr>
          <p:nvPr/>
        </p:nvSpPr>
        <p:spPr>
          <a:xfrm xmlns:a="http://schemas.openxmlformats.org/drawingml/2006/main">
            <a:off x="714375" y="3943350"/>
            <a:ext cx="3238500" cy="552450"/>
          </a:xfrm>
          <a:prstGeom xmlns:a="http://schemas.openxmlformats.org/drawingml/2006/main" prst="roundRect">
            <a:avLst>
              <a:gd name="adj" fmla="val 13793"/>
            </a:avLst>
          </a:prstGeom>
          <a:solidFill xmlns:a="http://schemas.openxmlformats.org/drawingml/2006/main">
            <a:srgbClr val="F3F7FA"/>
          </a:solidFill>
          <a:ln xmlns:a="http://schemas.openxmlformats.org/drawingml/2006/main" w="9525">
            <a:solidFill>
              <a:srgbClr val="D9E1E8"/>
            </a:solidFill>
          </a:ln>
        </p:spPr>
      </p:sp>
      <p:sp>
        <p:nvSpPr>
          <p:cNvPr id="23" name="">
            <a:extLst xmlns:a="http://schemas.openxmlformats.org/drawingml/2006/main">
              <a:ext uri="{FF2B5EF4-FFF2-40B4-BE49-F238E27FC236}">
                <a16:creationId xmlns:a16="http://schemas.microsoft.com/office/drawing/2014/main" id="{13AD9C8D-2EA9-420B-A12F-B57B4F04F8EE}"/>
              </a:ext>
            </a:extLst>
          </p:cNvPr>
          <p:cNvSpPr>
            <a:spLocks xmlns:a="http://schemas.openxmlformats.org/drawingml/2006/main" noGrp="1"/>
          </p:cNvSpPr>
          <p:nvPr/>
        </p:nvSpPr>
        <p:spPr>
          <a:xfrm xmlns:a="http://schemas.openxmlformats.org/drawingml/2006/main">
            <a:off x="904875"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C2C"/>
                </a:solidFill>
                <a:latin typeface="Bitstream Charter"/>
                <a:ea typeface="Bitstream Charter"/>
                <a:cs typeface="Bitstream Charter"/>
              </a:defRPr>
            </a:pPr>
            <a:r>
              <a:rPr sz="1275" b="1">
                <a:solidFill>
                  <a:srgbClr val="071C2C"/>
                </a:solidFill>
                <a:latin typeface="Bitstream Charter"/>
                <a:ea typeface="Bitstream Charter"/>
                <a:cs typeface="Bitstream Charter"/>
              </a:rPr>
              <a:t>COLUMN_NOT_FOUND</a:t>
            </a:r>
          </a:p>
        </p:txBody>
      </p:sp>
      <p:sp>
        <p:nvSpPr>
          <p:cNvPr id="24" name="">
            <a:extLst xmlns:a="http://schemas.openxmlformats.org/drawingml/2006/main">
              <a:ext uri="{FF2B5EF4-FFF2-40B4-BE49-F238E27FC236}">
                <a16:creationId xmlns:a16="http://schemas.microsoft.com/office/drawing/2014/main" id="{4033F3BC-7F43-4ACD-8D25-C5591209E9E1}"/>
              </a:ext>
            </a:extLst>
          </p:cNvPr>
          <p:cNvSpPr>
            <a:spLocks xmlns:a="http://schemas.openxmlformats.org/drawingml/2006/main" noGrp="1"/>
          </p:cNvSpPr>
          <p:nvPr/>
        </p:nvSpPr>
        <p:spPr>
          <a:xfrm xmlns:a="http://schemas.openxmlformats.org/drawingml/2006/main">
            <a:off x="4191000" y="40195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E74B5"/>
                </a:solidFill>
                <a:latin typeface="Bitstream Charter"/>
                <a:ea typeface="Bitstream Charter"/>
                <a:cs typeface="Bitstream Charter"/>
              </a:defRPr>
            </a:pPr>
            <a:r>
              <a:rPr sz="1800" b="1">
                <a:solidFill>
                  <a:srgbClr val="2E74B5"/>
                </a:solidFill>
                <a:latin typeface="Bitstream Charter"/>
                <a:ea typeface="Bitstream Charter"/>
                <a:cs typeface="Bitstream Charter"/>
              </a:rPr>
              <a:t>→</a:t>
            </a:r>
          </a:p>
        </p:txBody>
      </p:sp>
      <p:sp>
        <p:nvSpPr>
          <p:cNvPr id="25" name="">
            <a:extLst xmlns:a="http://schemas.openxmlformats.org/drawingml/2006/main">
              <a:ext uri="{FF2B5EF4-FFF2-40B4-BE49-F238E27FC236}">
                <a16:creationId xmlns:a16="http://schemas.microsoft.com/office/drawing/2014/main" id="{8585D1D1-21FB-4A20-8F59-E6D0D1F14793}"/>
              </a:ext>
            </a:extLst>
          </p:cNvPr>
          <p:cNvSpPr>
            <a:spLocks xmlns:a="http://schemas.openxmlformats.org/drawingml/2006/main" noGrp="1"/>
          </p:cNvSpPr>
          <p:nvPr/>
        </p:nvSpPr>
        <p:spPr>
          <a:xfrm xmlns:a="http://schemas.openxmlformats.org/drawingml/2006/main">
            <a:off x="4953000" y="3943350"/>
            <a:ext cx="642937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1E8"/>
            </a:solidFill>
          </a:ln>
        </p:spPr>
      </p:sp>
      <p:sp>
        <p:nvSpPr>
          <p:cNvPr id="26" name="">
            <a:extLst xmlns:a="http://schemas.openxmlformats.org/drawingml/2006/main">
              <a:ext uri="{FF2B5EF4-FFF2-40B4-BE49-F238E27FC236}">
                <a16:creationId xmlns:a16="http://schemas.microsoft.com/office/drawing/2014/main" id="{7FB1920E-2B06-48E6-BDD4-31AEA4DE50AA}"/>
              </a:ext>
            </a:extLst>
          </p:cNvPr>
          <p:cNvSpPr>
            <a:spLocks xmlns:a="http://schemas.openxmlformats.org/drawingml/2006/main" noGrp="1"/>
          </p:cNvSpPr>
          <p:nvPr/>
        </p:nvSpPr>
        <p:spPr>
          <a:xfrm xmlns:a="http://schemas.openxmlformats.org/drawingml/2006/main">
            <a:off x="5191125" y="4019550"/>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2A"/>
                </a:solidFill>
                <a:latin typeface="Bitstream Charter"/>
                <a:ea typeface="Bitstream Charter"/>
                <a:cs typeface="Bitstream Charter"/>
              </a:defRPr>
            </a:pPr>
            <a:r>
              <a:rPr sz="1350" b="0">
                <a:solidFill>
                  <a:srgbClr val="17202A"/>
                </a:solidFill>
                <a:latin typeface="Bitstream Charter"/>
                <a:ea typeface="Bitstream Charter"/>
                <a:cs typeface="Bitstream Charter"/>
              </a:rPr>
              <a:t>printSchema and input sample</a:t>
            </a:r>
          </a:p>
        </p:txBody>
      </p:sp>
      <p:sp>
        <p:nvSpPr>
          <p:cNvPr id="27" name="">
            <a:extLst xmlns:a="http://schemas.openxmlformats.org/drawingml/2006/main">
              <a:ext uri="{FF2B5EF4-FFF2-40B4-BE49-F238E27FC236}">
                <a16:creationId xmlns:a16="http://schemas.microsoft.com/office/drawing/2014/main" id="{CC737704-1B7D-4770-85D2-C1ED61C51280}"/>
              </a:ext>
            </a:extLst>
          </p:cNvPr>
          <p:cNvSpPr>
            <a:spLocks xmlns:a="http://schemas.openxmlformats.org/drawingml/2006/main" noGrp="1"/>
          </p:cNvSpPr>
          <p:nvPr/>
        </p:nvSpPr>
        <p:spPr>
          <a:xfrm xmlns:a="http://schemas.openxmlformats.org/drawingml/2006/main">
            <a:off x="714375" y="4733925"/>
            <a:ext cx="3238500" cy="552450"/>
          </a:xfrm>
          <a:prstGeom xmlns:a="http://schemas.openxmlformats.org/drawingml/2006/main" prst="roundRect">
            <a:avLst>
              <a:gd name="adj" fmla="val 13793"/>
            </a:avLst>
          </a:prstGeom>
          <a:solidFill xmlns:a="http://schemas.openxmlformats.org/drawingml/2006/main">
            <a:srgbClr val="F3F7FA"/>
          </a:solidFill>
          <a:ln xmlns:a="http://schemas.openxmlformats.org/drawingml/2006/main" w="9525">
            <a:solidFill>
              <a:srgbClr val="D9E1E8"/>
            </a:solidFill>
          </a:ln>
        </p:spPr>
      </p:sp>
      <p:sp>
        <p:nvSpPr>
          <p:cNvPr id="28" name="">
            <a:extLst xmlns:a="http://schemas.openxmlformats.org/drawingml/2006/main">
              <a:ext uri="{FF2B5EF4-FFF2-40B4-BE49-F238E27FC236}">
                <a16:creationId xmlns:a16="http://schemas.microsoft.com/office/drawing/2014/main" id="{39F6ECEF-20DB-4158-8A93-100183AC418A}"/>
              </a:ext>
            </a:extLst>
          </p:cNvPr>
          <p:cNvSpPr>
            <a:spLocks xmlns:a="http://schemas.openxmlformats.org/drawingml/2006/main" noGrp="1"/>
          </p:cNvSpPr>
          <p:nvPr/>
        </p:nvSpPr>
        <p:spPr>
          <a:xfrm xmlns:a="http://schemas.openxmlformats.org/drawingml/2006/main">
            <a:off x="904875" y="48101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071C2C"/>
                </a:solidFill>
                <a:latin typeface="Bitstream Charter"/>
                <a:ea typeface="Bitstream Charter"/>
                <a:cs typeface="Bitstream Charter"/>
              </a:defRPr>
            </a:pPr>
            <a:r>
              <a:rPr sz="1275" b="1">
                <a:solidFill>
                  <a:srgbClr val="071C2C"/>
                </a:solidFill>
                <a:latin typeface="Bitstream Charter"/>
                <a:ea typeface="Bitstream Charter"/>
                <a:cs typeface="Bitstream Charter"/>
              </a:rPr>
              <a:t>Unexpected duplicates</a:t>
            </a:r>
          </a:p>
        </p:txBody>
      </p:sp>
      <p:sp>
        <p:nvSpPr>
          <p:cNvPr id="29" name="">
            <a:extLst xmlns:a="http://schemas.openxmlformats.org/drawingml/2006/main">
              <a:ext uri="{FF2B5EF4-FFF2-40B4-BE49-F238E27FC236}">
                <a16:creationId xmlns:a16="http://schemas.microsoft.com/office/drawing/2014/main" id="{F7C46527-7094-4F51-A437-21EE59C1DAAD}"/>
              </a:ext>
            </a:extLst>
          </p:cNvPr>
          <p:cNvSpPr>
            <a:spLocks xmlns:a="http://schemas.openxmlformats.org/drawingml/2006/main" noGrp="1"/>
          </p:cNvSpPr>
          <p:nvPr/>
        </p:nvSpPr>
        <p:spPr>
          <a:xfrm xmlns:a="http://schemas.openxmlformats.org/drawingml/2006/main">
            <a:off x="4191000" y="4810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E74B5"/>
                </a:solidFill>
                <a:latin typeface="Bitstream Charter"/>
                <a:ea typeface="Bitstream Charter"/>
                <a:cs typeface="Bitstream Charter"/>
              </a:defRPr>
            </a:pPr>
            <a:r>
              <a:rPr sz="1800" b="1">
                <a:solidFill>
                  <a:srgbClr val="2E74B5"/>
                </a:solidFill>
                <a:latin typeface="Bitstream Charter"/>
                <a:ea typeface="Bitstream Charter"/>
                <a:cs typeface="Bitstream Charter"/>
              </a:rPr>
              <a:t>→</a:t>
            </a:r>
          </a:p>
        </p:txBody>
      </p:sp>
      <p:sp>
        <p:nvSpPr>
          <p:cNvPr id="30" name="">
            <a:extLst xmlns:a="http://schemas.openxmlformats.org/drawingml/2006/main">
              <a:ext uri="{FF2B5EF4-FFF2-40B4-BE49-F238E27FC236}">
                <a16:creationId xmlns:a16="http://schemas.microsoft.com/office/drawing/2014/main" id="{BBD07072-0C8F-4B52-800E-F5A379CBB5D9}"/>
              </a:ext>
            </a:extLst>
          </p:cNvPr>
          <p:cNvSpPr>
            <a:spLocks xmlns:a="http://schemas.openxmlformats.org/drawingml/2006/main" noGrp="1"/>
          </p:cNvSpPr>
          <p:nvPr/>
        </p:nvSpPr>
        <p:spPr>
          <a:xfrm xmlns:a="http://schemas.openxmlformats.org/drawingml/2006/main">
            <a:off x="4953000" y="4733925"/>
            <a:ext cx="6429375"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9E1E8"/>
            </a:solidFill>
          </a:ln>
        </p:spPr>
      </p:sp>
      <p:sp>
        <p:nvSpPr>
          <p:cNvPr id="31" name="">
            <a:extLst xmlns:a="http://schemas.openxmlformats.org/drawingml/2006/main">
              <a:ext uri="{FF2B5EF4-FFF2-40B4-BE49-F238E27FC236}">
                <a16:creationId xmlns:a16="http://schemas.microsoft.com/office/drawing/2014/main" id="{68F4F55C-7B38-4380-B524-DB52B93A2F43}"/>
              </a:ext>
            </a:extLst>
          </p:cNvPr>
          <p:cNvSpPr>
            <a:spLocks xmlns:a="http://schemas.openxmlformats.org/drawingml/2006/main" noGrp="1"/>
          </p:cNvSpPr>
          <p:nvPr/>
        </p:nvSpPr>
        <p:spPr>
          <a:xfrm xmlns:a="http://schemas.openxmlformats.org/drawingml/2006/main">
            <a:off x="5191125" y="4810125"/>
            <a:ext cx="595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2A"/>
                </a:solidFill>
                <a:latin typeface="Bitstream Charter"/>
                <a:ea typeface="Bitstream Charter"/>
                <a:cs typeface="Bitstream Charter"/>
              </a:defRPr>
            </a:pPr>
            <a:r>
              <a:rPr sz="1350" b="0">
                <a:solidFill>
                  <a:srgbClr val="17202A"/>
                </a:solidFill>
                <a:latin typeface="Bitstream Charter"/>
                <a:ea typeface="Bitstream Charter"/>
                <a:cs typeface="Bitstream Charter"/>
              </a:rPr>
              <a:t>History and business-key counts</a:t>
            </a:r>
          </a:p>
        </p:txBody>
      </p:sp>
      <p:sp>
        <p:nvSpPr>
          <p:cNvPr id="32" name="">
            <a:extLst xmlns:a="http://schemas.openxmlformats.org/drawingml/2006/main">
              <a:ext uri="{FF2B5EF4-FFF2-40B4-BE49-F238E27FC236}">
                <a16:creationId xmlns:a16="http://schemas.microsoft.com/office/drawing/2014/main" id="{91698163-7450-44F9-AB04-ABC6FB3049BB}"/>
              </a:ext>
            </a:extLst>
          </p:cNvPr>
          <p:cNvSpPr>
            <a:spLocks xmlns:a="http://schemas.openxmlformats.org/drawingml/2006/main" noGrp="1"/>
          </p:cNvSpPr>
          <p:nvPr/>
        </p:nvSpPr>
        <p:spPr>
          <a:xfrm xmlns:a="http://schemas.openxmlformats.org/drawingml/2006/main">
            <a:off x="3619500" y="57150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71C2C"/>
                </a:solidFill>
                <a:latin typeface="Bitstream Charter"/>
                <a:ea typeface="Bitstream Charter"/>
                <a:cs typeface="Bitstream Charter"/>
              </a:defRPr>
            </a:pPr>
            <a:r>
              <a:rPr sz="1725" b="1">
                <a:solidFill>
                  <a:srgbClr val="071C2C"/>
                </a:solidFill>
                <a:latin typeface="Bitstream Charter"/>
                <a:ea typeface="Bitstream Charter"/>
                <a:cs typeface="Bitstream Charter"/>
              </a:rPr>
              <a:t>Narrow fix &gt; broad admin access</a:t>
            </a:r>
          </a:p>
        </p:txBody>
      </p:sp>
    </p:spTree>
    <p:extLst>
      <p:ext uri="{BB962C8B-B14F-4D97-AF65-F5344CB8AC3E}">
        <p14:creationId xmlns:p14="http://schemas.microsoft.com/office/powerpoint/2010/main" val="15565432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9FB406-B38C-4737-A1E8-55F66C872CA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F4B60C-1869-4A40-9CB7-B95E3A5EBBFF}"/>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Assessment and close</a:t>
            </a:r>
          </a:p>
        </p:txBody>
      </p:sp>
      <p:sp>
        <p:nvSpPr>
          <p:cNvPr id="3" name="">
            <a:extLst xmlns:a="http://schemas.openxmlformats.org/drawingml/2006/main">
              <a:ext uri="{FF2B5EF4-FFF2-40B4-BE49-F238E27FC236}">
                <a16:creationId xmlns:a16="http://schemas.microsoft.com/office/drawing/2014/main" id="{7DD51E76-409D-4FE8-973D-9F80B97951D4}"/>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 learner passes by explaining and proving the workflow</a:t>
            </a:r>
          </a:p>
        </p:txBody>
      </p:sp>
      <p:sp>
        <p:nvSpPr>
          <p:cNvPr id="4" name="">
            <a:extLst xmlns:a="http://schemas.openxmlformats.org/drawingml/2006/main">
              <a:ext uri="{FF2B5EF4-FFF2-40B4-BE49-F238E27FC236}">
                <a16:creationId xmlns:a16="http://schemas.microsoft.com/office/drawing/2014/main" id="{95944A79-4E12-44FC-9126-043E1B11A86E}"/>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9FA03E-3652-4E8F-8C07-DD1F45BF828D}"/>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59AB0ED-D8D9-4FFF-B162-4B46502BD532}"/>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30</a:t>
            </a:r>
          </a:p>
        </p:txBody>
      </p:sp>
      <p:sp>
        <p:nvSpPr>
          <p:cNvPr id="7" name="">
            <a:extLst xmlns:a="http://schemas.openxmlformats.org/drawingml/2006/main">
              <a:ext uri="{FF2B5EF4-FFF2-40B4-BE49-F238E27FC236}">
                <a16:creationId xmlns:a16="http://schemas.microsoft.com/office/drawing/2014/main" id="{1A0AE354-4388-4FE9-98DC-1EAA7AE40326}"/>
              </a:ext>
            </a:extLst>
          </p:cNvPr>
          <p:cNvSpPr>
            <a:spLocks xmlns:a="http://schemas.openxmlformats.org/drawingml/2006/main" noGrp="1"/>
          </p:cNvSpPr>
          <p:nvPr/>
        </p:nvSpPr>
        <p:spPr>
          <a:xfrm xmlns:a="http://schemas.openxmlformats.org/drawingml/2006/main">
            <a:off x="666750" y="1619250"/>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257D7BFC-3447-4426-A2AF-962635C46EFE}"/>
              </a:ext>
            </a:extLst>
          </p:cNvPr>
          <p:cNvSpPr>
            <a:spLocks xmlns:a="http://schemas.openxmlformats.org/drawingml/2006/main" noGrp="1"/>
          </p:cNvSpPr>
          <p:nvPr/>
        </p:nvSpPr>
        <p:spPr>
          <a:xfrm xmlns:a="http://schemas.openxmlformats.org/drawingml/2006/main">
            <a:off x="666750" y="1619250"/>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5D644D-55EC-46B1-A3D2-04AB2C6094AD}"/>
              </a:ext>
            </a:extLst>
          </p:cNvPr>
          <p:cNvSpPr>
            <a:spLocks xmlns:a="http://schemas.openxmlformats.org/drawingml/2006/main" noGrp="1"/>
          </p:cNvSpPr>
          <p:nvPr/>
        </p:nvSpPr>
        <p:spPr>
          <a:xfrm xmlns:a="http://schemas.openxmlformats.org/drawingml/2006/main">
            <a:off x="895350" y="1771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Explain</a:t>
            </a:r>
          </a:p>
        </p:txBody>
      </p:sp>
      <p:sp>
        <p:nvSpPr>
          <p:cNvPr id="10" name="">
            <a:extLst xmlns:a="http://schemas.openxmlformats.org/drawingml/2006/main">
              <a:ext uri="{FF2B5EF4-FFF2-40B4-BE49-F238E27FC236}">
                <a16:creationId xmlns:a16="http://schemas.microsoft.com/office/drawing/2014/main" id="{96DCA204-05FB-4789-8955-5403CD89F155}"/>
              </a:ext>
            </a:extLst>
          </p:cNvPr>
          <p:cNvSpPr>
            <a:spLocks xmlns:a="http://schemas.openxmlformats.org/drawingml/2006/main" noGrp="1"/>
          </p:cNvSpPr>
          <p:nvPr/>
        </p:nvSpPr>
        <p:spPr>
          <a:xfrm xmlns:a="http://schemas.openxmlformats.org/drawingml/2006/main">
            <a:off x="895350" y="2114550"/>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Workspace vs compute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Transformation vs action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catalog.schema.table</a:t>
            </a:r>
          </a:p>
        </p:txBody>
      </p:sp>
      <p:sp>
        <p:nvSpPr>
          <p:cNvPr id="11" name="">
            <a:extLst xmlns:a="http://schemas.openxmlformats.org/drawingml/2006/main">
              <a:ext uri="{FF2B5EF4-FFF2-40B4-BE49-F238E27FC236}">
                <a16:creationId xmlns:a16="http://schemas.microsoft.com/office/drawing/2014/main" id="{EBE5D866-2C11-418B-A98C-B92F14039E34}"/>
              </a:ext>
            </a:extLst>
          </p:cNvPr>
          <p:cNvSpPr>
            <a:spLocks xmlns:a="http://schemas.openxmlformats.org/drawingml/2006/main" noGrp="1"/>
          </p:cNvSpPr>
          <p:nvPr/>
        </p:nvSpPr>
        <p:spPr>
          <a:xfrm xmlns:a="http://schemas.openxmlformats.org/drawingml/2006/main">
            <a:off x="4429125" y="1619250"/>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EF90237B-7A52-4A34-9857-F841B9C9894D}"/>
              </a:ext>
            </a:extLst>
          </p:cNvPr>
          <p:cNvSpPr>
            <a:spLocks xmlns:a="http://schemas.openxmlformats.org/drawingml/2006/main" noGrp="1"/>
          </p:cNvSpPr>
          <p:nvPr/>
        </p:nvSpPr>
        <p:spPr>
          <a:xfrm xmlns:a="http://schemas.openxmlformats.org/drawingml/2006/main">
            <a:off x="4429125" y="1619250"/>
            <a:ext cx="76200" cy="23812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33F4AC-75BE-429D-BAC5-54B6284158A3}"/>
              </a:ext>
            </a:extLst>
          </p:cNvPr>
          <p:cNvSpPr>
            <a:spLocks xmlns:a="http://schemas.openxmlformats.org/drawingml/2006/main" noGrp="1"/>
          </p:cNvSpPr>
          <p:nvPr/>
        </p:nvSpPr>
        <p:spPr>
          <a:xfrm xmlns:a="http://schemas.openxmlformats.org/drawingml/2006/main">
            <a:off x="4657725" y="1771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Demonstrate</a:t>
            </a:r>
          </a:p>
        </p:txBody>
      </p:sp>
      <p:sp>
        <p:nvSpPr>
          <p:cNvPr id="14" name="">
            <a:extLst xmlns:a="http://schemas.openxmlformats.org/drawingml/2006/main">
              <a:ext uri="{FF2B5EF4-FFF2-40B4-BE49-F238E27FC236}">
                <a16:creationId xmlns:a16="http://schemas.microsoft.com/office/drawing/2014/main" id="{EB2C5865-B65F-436A-9931-A942BE9EC40B}"/>
              </a:ext>
            </a:extLst>
          </p:cNvPr>
          <p:cNvSpPr>
            <a:spLocks xmlns:a="http://schemas.openxmlformats.org/drawingml/2006/main" noGrp="1"/>
          </p:cNvSpPr>
          <p:nvPr/>
        </p:nvSpPr>
        <p:spPr>
          <a:xfrm xmlns:a="http://schemas.openxmlformats.org/drawingml/2006/main">
            <a:off x="4657725" y="2114550"/>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Correct totals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Governed orders table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History and second version</a:t>
            </a:r>
          </a:p>
        </p:txBody>
      </p:sp>
      <p:sp>
        <p:nvSpPr>
          <p:cNvPr id="15" name="">
            <a:extLst xmlns:a="http://schemas.openxmlformats.org/drawingml/2006/main">
              <a:ext uri="{FF2B5EF4-FFF2-40B4-BE49-F238E27FC236}">
                <a16:creationId xmlns:a16="http://schemas.microsoft.com/office/drawing/2014/main" id="{41E2D275-2B87-4865-A5B5-C08F98D2E6ED}"/>
              </a:ext>
            </a:extLst>
          </p:cNvPr>
          <p:cNvSpPr>
            <a:spLocks xmlns:a="http://schemas.openxmlformats.org/drawingml/2006/main" noGrp="1"/>
          </p:cNvSpPr>
          <p:nvPr/>
        </p:nvSpPr>
        <p:spPr>
          <a:xfrm xmlns:a="http://schemas.openxmlformats.org/drawingml/2006/main">
            <a:off x="8191500" y="1619250"/>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0F6C79E7-4F1C-428E-AD9E-5718956A2086}"/>
              </a:ext>
            </a:extLst>
          </p:cNvPr>
          <p:cNvSpPr>
            <a:spLocks xmlns:a="http://schemas.openxmlformats.org/drawingml/2006/main" noGrp="1"/>
          </p:cNvSpPr>
          <p:nvPr/>
        </p:nvSpPr>
        <p:spPr>
          <a:xfrm xmlns:a="http://schemas.openxmlformats.org/drawingml/2006/main">
            <a:off x="8191500" y="1619250"/>
            <a:ext cx="76200" cy="23812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144DE7D-AEF1-4EEA-86CE-6618C560F04D}"/>
              </a:ext>
            </a:extLst>
          </p:cNvPr>
          <p:cNvSpPr>
            <a:spLocks xmlns:a="http://schemas.openxmlformats.org/drawingml/2006/main" noGrp="1"/>
          </p:cNvSpPr>
          <p:nvPr/>
        </p:nvSpPr>
        <p:spPr>
          <a:xfrm xmlns:a="http://schemas.openxmlformats.org/drawingml/2006/main">
            <a:off x="8420100" y="1771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Judge</a:t>
            </a:r>
          </a:p>
        </p:txBody>
      </p:sp>
      <p:sp>
        <p:nvSpPr>
          <p:cNvPr id="18" name="">
            <a:extLst xmlns:a="http://schemas.openxmlformats.org/drawingml/2006/main">
              <a:ext uri="{FF2B5EF4-FFF2-40B4-BE49-F238E27FC236}">
                <a16:creationId xmlns:a16="http://schemas.microsoft.com/office/drawing/2014/main" id="{A970A9EC-9D88-4537-8945-A41E0686416E}"/>
              </a:ext>
            </a:extLst>
          </p:cNvPr>
          <p:cNvSpPr>
            <a:spLocks xmlns:a="http://schemas.openxmlformats.org/drawingml/2006/main" noGrp="1"/>
          </p:cNvSpPr>
          <p:nvPr/>
        </p:nvSpPr>
        <p:spPr>
          <a:xfrm xmlns:a="http://schemas.openxmlformats.org/drawingml/2006/main">
            <a:off x="8420100" y="2114550"/>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Overwrite risk</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Append vs MERGE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Least-privilege response</a:t>
            </a:r>
          </a:p>
        </p:txBody>
      </p:sp>
      <p:sp>
        <p:nvSpPr>
          <p:cNvPr id="19" name="">
            <a:extLst xmlns:a="http://schemas.openxmlformats.org/drawingml/2006/main">
              <a:ext uri="{FF2B5EF4-FFF2-40B4-BE49-F238E27FC236}">
                <a16:creationId xmlns:a16="http://schemas.microsoft.com/office/drawing/2014/main" id="{D710CC3A-E0B5-4A05-A6E4-D92C5A854785}"/>
              </a:ext>
            </a:extLst>
          </p:cNvPr>
          <p:cNvSpPr>
            <a:spLocks xmlns:a="http://schemas.openxmlformats.org/drawingml/2006/main" noGrp="1"/>
          </p:cNvSpPr>
          <p:nvPr/>
        </p:nvSpPr>
        <p:spPr>
          <a:xfrm xmlns:a="http://schemas.openxmlformats.org/drawingml/2006/main">
            <a:off x="1238250" y="4619625"/>
            <a:ext cx="9715500" cy="714375"/>
          </a:xfrm>
          <a:prstGeom xmlns:a="http://schemas.openxmlformats.org/drawingml/2006/main" prst="roundRect">
            <a:avLst>
              <a:gd name="adj" fmla="val 10667"/>
            </a:avLst>
          </a:prstGeom>
          <a:solidFill xmlns:a="http://schemas.openxmlformats.org/drawingml/2006/main">
            <a:srgbClr val="071C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673E29-A658-4A64-BBB0-7528506910BE}"/>
              </a:ext>
            </a:extLst>
          </p:cNvPr>
          <p:cNvSpPr>
            <a:spLocks xmlns:a="http://schemas.openxmlformats.org/drawingml/2006/main" noGrp="1"/>
          </p:cNvSpPr>
          <p:nvPr/>
        </p:nvSpPr>
        <p:spPr>
          <a:xfrm xmlns:a="http://schemas.openxmlformats.org/drawingml/2006/main">
            <a:off x="1524000" y="4762500"/>
            <a:ext cx="914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Notebook → Spark → Unity Catalog → Delta table → evidence</a:t>
            </a:r>
          </a:p>
        </p:txBody>
      </p:sp>
      <p:sp>
        <p:nvSpPr>
          <p:cNvPr id="21" name="">
            <a:extLst xmlns:a="http://schemas.openxmlformats.org/drawingml/2006/main">
              <a:ext uri="{FF2B5EF4-FFF2-40B4-BE49-F238E27FC236}">
                <a16:creationId xmlns:a16="http://schemas.microsoft.com/office/drawing/2014/main" id="{D28A49FB-AA2A-4CAF-9FF6-8DF8E9902B4D}"/>
              </a:ext>
            </a:extLst>
          </p:cNvPr>
          <p:cNvSpPr>
            <a:spLocks xmlns:a="http://schemas.openxmlformats.org/drawingml/2006/main" noGrp="1"/>
          </p:cNvSpPr>
          <p:nvPr/>
        </p:nvSpPr>
        <p:spPr>
          <a:xfrm xmlns:a="http://schemas.openxmlformats.org/drawingml/2006/main">
            <a:off x="2238375" y="5619750"/>
            <a:ext cx="771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B6875"/>
                </a:solidFill>
                <a:latin typeface="Bitstream Charter"/>
                <a:ea typeface="Bitstream Charter"/>
                <a:cs typeface="Bitstream Charter"/>
              </a:defRPr>
            </a:pPr>
            <a:r>
              <a:rPr sz="1350" b="0">
                <a:solidFill>
                  <a:srgbClr val="5B6875"/>
                </a:solidFill>
                <a:latin typeface="Bitstream Charter"/>
                <a:ea typeface="Bitstream Charter"/>
                <a:cs typeface="Bitstream Charter"/>
              </a:rPr>
              <a:t>Next: automate the path with jobs and reliable ingestion patterns.</a:t>
            </a:r>
          </a:p>
        </p:txBody>
      </p:sp>
    </p:spTree>
    <p:extLst>
      <p:ext uri="{BB962C8B-B14F-4D97-AF65-F5344CB8AC3E}">
        <p14:creationId xmlns:p14="http://schemas.microsoft.com/office/powerpoint/2010/main" val="1334095404"/>
      </p:ext>
    </p:extLst>
  </p:cSld>
</p:sld>
</file>

<file path=ppt/slides/slide31.xml><?xml version="1.0" encoding="utf-8"?>
<p:sld xmlns:p="http://schemas.openxmlformats.org/presentationml/2006/main">
  <p:cSld>
    <p:bg>
      <p:bgPr>
        <a:solidFill xmlns:a="http://schemas.openxmlformats.org/drawingml/2006/main">
          <a:srgbClr val="07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84244F-81FA-413B-824B-9EA0D77DE435}"/>
              </a:ext>
            </a:extLst>
          </p:cNvPr>
          <p:cNvSpPr>
            <a:spLocks xmlns:a="http://schemas.openxmlformats.org/drawingml/2006/main" noGrp="1"/>
          </p:cNvSpPr>
          <p:nvPr/>
        </p:nvSpPr>
        <p:spPr>
          <a:xfrm xmlns:a="http://schemas.openxmlformats.org/drawingml/2006/main">
            <a:off x="685800" y="876300"/>
            <a:ext cx="238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8700" b="1">
                <a:solidFill>
                  <a:srgbClr val="49C0B6"/>
                </a:solidFill>
                <a:latin typeface="Bitstream Charter"/>
                <a:ea typeface="Bitstream Charter"/>
                <a:cs typeface="Bitstream Charter"/>
              </a:defRPr>
            </a:pPr>
            <a:r>
              <a:rPr sz="8700" b="1">
                <a:solidFill>
                  <a:srgbClr val="49C0B6"/>
                </a:solidFill>
                <a:latin typeface="Bitstream Charter"/>
                <a:ea typeface="Bitstream Charter"/>
                <a:cs typeface="Bitstream Charter"/>
              </a:rPr>
              <a:t>03</a:t>
            </a:r>
          </a:p>
        </p:txBody>
      </p:sp>
      <p:sp>
        <p:nvSpPr>
          <p:cNvPr id="2" name="">
            <a:extLst xmlns:a="http://schemas.openxmlformats.org/drawingml/2006/main">
              <a:ext uri="{FF2B5EF4-FFF2-40B4-BE49-F238E27FC236}">
                <a16:creationId xmlns:a16="http://schemas.microsoft.com/office/drawing/2014/main" id="{59FED8A3-2734-43F4-A326-23C5F0042E18}"/>
              </a:ext>
            </a:extLst>
          </p:cNvPr>
          <p:cNvSpPr>
            <a:spLocks xmlns:a="http://schemas.openxmlformats.org/drawingml/2006/main" noGrp="1"/>
          </p:cNvSpPr>
          <p:nvPr/>
        </p:nvSpPr>
        <p:spPr>
          <a:xfrm xmlns:a="http://schemas.openxmlformats.org/drawingml/2006/main">
            <a:off x="3143250" y="1190625"/>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450" b="1">
                <a:solidFill>
                  <a:srgbClr val="FFFFFF"/>
                </a:solidFill>
                <a:latin typeface="Bitstream Charter"/>
                <a:ea typeface="Bitstream Charter"/>
                <a:cs typeface="Bitstream Charter"/>
              </a:defRPr>
            </a:pPr>
            <a:r>
              <a:rPr sz="3450" b="1">
                <a:solidFill>
                  <a:srgbClr val="FFFFFF"/>
                </a:solidFill>
                <a:latin typeface="Bitstream Charter"/>
                <a:ea typeface="Bitstream Charter"/>
                <a:cs typeface="Bitstream Charter"/>
              </a:rPr>
              <a:t>Live demonstration</a:t>
            </a:r>
          </a:p>
        </p:txBody>
      </p:sp>
      <p:sp>
        <p:nvSpPr>
          <p:cNvPr id="3" name="">
            <a:extLst xmlns:a="http://schemas.openxmlformats.org/drawingml/2006/main">
              <a:ext uri="{FF2B5EF4-FFF2-40B4-BE49-F238E27FC236}">
                <a16:creationId xmlns:a16="http://schemas.microsoft.com/office/drawing/2014/main" id="{FFC3B1E5-8CBF-48A9-9CF7-C5F1B19A3853}"/>
              </a:ext>
            </a:extLst>
          </p:cNvPr>
          <p:cNvSpPr>
            <a:spLocks xmlns:a="http://schemas.openxmlformats.org/drawingml/2006/main" noGrp="1"/>
          </p:cNvSpPr>
          <p:nvPr/>
        </p:nvSpPr>
        <p:spPr>
          <a:xfrm xmlns:a="http://schemas.openxmlformats.org/drawingml/2006/main">
            <a:off x="3181350" y="233362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9D8E5"/>
                </a:solidFill>
                <a:latin typeface="Bitstream Charter"/>
                <a:ea typeface="Bitstream Charter"/>
                <a:cs typeface="Bitstream Charter"/>
              </a:defRPr>
            </a:pPr>
            <a:r>
              <a:rPr sz="1650" b="0">
                <a:solidFill>
                  <a:srgbClr val="C9D8E5"/>
                </a:solidFill>
                <a:latin typeface="Bitstream Charter"/>
                <a:ea typeface="Bitstream Charter"/>
                <a:cs typeface="Bitstream Charter"/>
              </a:rPr>
              <a:t>A complete instructor walkthrough with expected results</a:t>
            </a:r>
          </a:p>
        </p:txBody>
      </p:sp>
      <p:sp>
        <p:nvSpPr>
          <p:cNvPr id="4" name="">
            <a:extLst xmlns:a="http://schemas.openxmlformats.org/drawingml/2006/main">
              <a:ext uri="{FF2B5EF4-FFF2-40B4-BE49-F238E27FC236}">
                <a16:creationId xmlns:a16="http://schemas.microsoft.com/office/drawing/2014/main" id="{1B71BBDB-2FD2-4066-9108-6FB5816D081F}"/>
              </a:ext>
            </a:extLst>
          </p:cNvPr>
          <p:cNvSpPr>
            <a:spLocks xmlns:a="http://schemas.openxmlformats.org/drawingml/2006/main" noGrp="1"/>
          </p:cNvSpPr>
          <p:nvPr/>
        </p:nvSpPr>
        <p:spPr>
          <a:xfrm xmlns:a="http://schemas.openxmlformats.org/drawingml/2006/main">
            <a:off x="3181350" y="3371850"/>
            <a:ext cx="6191250" cy="47625"/>
          </a:xfrm>
          <a:prstGeom xmlns:a="http://schemas.openxmlformats.org/drawingml/2006/main" prst="rect">
            <a:avLst/>
          </a:prstGeom>
          <a:solidFill xmlns:a="http://schemas.openxmlformats.org/drawingml/2006/main">
            <a:srgbClr val="F4B94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E0D8A04-E3B2-41AD-A3B5-7E8ACD16B89C}"/>
              </a:ext>
            </a:extLst>
          </p:cNvPr>
          <p:cNvSpPr>
            <a:spLocks xmlns:a="http://schemas.openxmlformats.org/drawingml/2006/main" noGrp="1"/>
          </p:cNvSpPr>
          <p:nvPr/>
        </p:nvSpPr>
        <p:spPr>
          <a:xfrm xmlns:a="http://schemas.openxmlformats.org/drawingml/2006/main">
            <a:off x="3181350" y="363855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Bitstream Charter"/>
                <a:ea typeface="Bitstream Charter"/>
                <a:cs typeface="Bitstream Charter"/>
              </a:defRPr>
            </a:pPr>
            <a:r>
              <a:rPr sz="1350" b="1">
                <a:solidFill>
                  <a:srgbClr val="FFFFFF"/>
                </a:solidFill>
                <a:latin typeface="Bitstream Charter"/>
                <a:ea typeface="Bitstream Charter"/>
                <a:cs typeface="Bitstream Charter"/>
              </a:rPr>
              <a:t>Concept → demonstration → guided lab → assessment</a:t>
            </a:r>
          </a:p>
        </p:txBody>
      </p:sp>
      <p:sp>
        <p:nvSpPr>
          <p:cNvPr id="6" name="">
            <a:extLst xmlns:a="http://schemas.openxmlformats.org/drawingml/2006/main">
              <a:ext uri="{FF2B5EF4-FFF2-40B4-BE49-F238E27FC236}">
                <a16:creationId xmlns:a16="http://schemas.microsoft.com/office/drawing/2014/main" id="{FBC1DE68-79B2-4F52-835A-7319C5487682}"/>
              </a:ext>
            </a:extLst>
          </p:cNvPr>
          <p:cNvSpPr>
            <a:spLocks xmlns:a="http://schemas.openxmlformats.org/drawingml/2006/main" noGrp="1"/>
          </p:cNvSpPr>
          <p:nvPr/>
        </p:nvSpPr>
        <p:spPr>
          <a:xfrm xmlns:a="http://schemas.openxmlformats.org/drawingml/2006/main">
            <a:off x="11049000"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9DB0BF"/>
                </a:solidFill>
                <a:latin typeface="Bitstream Charter"/>
                <a:ea typeface="Bitstream Charter"/>
                <a:cs typeface="Bitstream Charter"/>
              </a:defRPr>
            </a:pPr>
            <a:r>
              <a:rPr sz="900" b="1">
                <a:solidFill>
                  <a:srgbClr val="9DB0BF"/>
                </a:solidFill>
                <a:latin typeface="Bitstream Charter"/>
                <a:ea typeface="Bitstream Charter"/>
                <a:cs typeface="Bitstream Charter"/>
              </a:rPr>
              <a:t>31</a:t>
            </a:r>
          </a:p>
        </p:txBody>
      </p:sp>
    </p:spTree>
    <p:extLst>
      <p:ext uri="{BB962C8B-B14F-4D97-AF65-F5344CB8AC3E}">
        <p14:creationId xmlns:p14="http://schemas.microsoft.com/office/powerpoint/2010/main" val="9854775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C2EC3A5-6143-49BE-B543-4E2AE5A148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541F3B-E92A-4433-B8E4-06AA8F350C4E}"/>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Live demonstration setup</a:t>
            </a:r>
          </a:p>
        </p:txBody>
      </p:sp>
      <p:sp>
        <p:nvSpPr>
          <p:cNvPr id="3" name="">
            <a:extLst xmlns:a="http://schemas.openxmlformats.org/drawingml/2006/main">
              <a:ext uri="{FF2B5EF4-FFF2-40B4-BE49-F238E27FC236}">
                <a16:creationId xmlns:a16="http://schemas.microsoft.com/office/drawing/2014/main" id="{9A39477B-94AF-41DB-AE6A-E7DA168B2FB8}"/>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Prepare three windows before learners join</a:t>
            </a:r>
          </a:p>
        </p:txBody>
      </p:sp>
      <p:sp>
        <p:nvSpPr>
          <p:cNvPr id="4" name="">
            <a:extLst xmlns:a="http://schemas.openxmlformats.org/drawingml/2006/main">
              <a:ext uri="{FF2B5EF4-FFF2-40B4-BE49-F238E27FC236}">
                <a16:creationId xmlns:a16="http://schemas.microsoft.com/office/drawing/2014/main" id="{88617E1D-F256-4A50-AFA0-1F577DA0989F}"/>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602633-76BF-4AE8-892E-86C19E034E9B}"/>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E6B96D6-B65B-4E08-B594-4DB06C57733F}"/>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32</a:t>
            </a:r>
          </a:p>
        </p:txBody>
      </p:sp>
      <p:sp>
        <p:nvSpPr>
          <p:cNvPr id="7" name="">
            <a:extLst xmlns:a="http://schemas.openxmlformats.org/drawingml/2006/main">
              <a:ext uri="{FF2B5EF4-FFF2-40B4-BE49-F238E27FC236}">
                <a16:creationId xmlns:a16="http://schemas.microsoft.com/office/drawing/2014/main" id="{37A77C69-28E7-423E-A52A-1A151F1DCB86}"/>
              </a:ext>
            </a:extLst>
          </p:cNvPr>
          <p:cNvSpPr>
            <a:spLocks xmlns:a="http://schemas.openxmlformats.org/drawingml/2006/main" noGrp="1"/>
          </p:cNvSpPr>
          <p:nvPr/>
        </p:nvSpPr>
        <p:spPr>
          <a:xfrm xmlns:a="http://schemas.openxmlformats.org/drawingml/2006/main">
            <a:off x="666750" y="1666875"/>
            <a:ext cx="3333750" cy="2095500"/>
          </a:xfrm>
          <a:prstGeom xmlns:a="http://schemas.openxmlformats.org/drawingml/2006/main" prst="roundRect">
            <a:avLst>
              <a:gd name="adj" fmla="val 3636"/>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7CCBB855-0798-4F89-A6F6-436C8C4E316C}"/>
              </a:ext>
            </a:extLst>
          </p:cNvPr>
          <p:cNvSpPr>
            <a:spLocks xmlns:a="http://schemas.openxmlformats.org/drawingml/2006/main" noGrp="1"/>
          </p:cNvSpPr>
          <p:nvPr/>
        </p:nvSpPr>
        <p:spPr>
          <a:xfrm xmlns:a="http://schemas.openxmlformats.org/drawingml/2006/main">
            <a:off x="666750" y="1666875"/>
            <a:ext cx="76200" cy="2095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2DD93C-30BE-410B-A7E2-F37434FBEC5F}"/>
              </a:ext>
            </a:extLst>
          </p:cNvPr>
          <p:cNvSpPr>
            <a:spLocks xmlns:a="http://schemas.openxmlformats.org/drawingml/2006/main" noGrp="1"/>
          </p:cNvSpPr>
          <p:nvPr/>
        </p:nvSpPr>
        <p:spPr>
          <a:xfrm xmlns:a="http://schemas.openxmlformats.org/drawingml/2006/main">
            <a:off x="89535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Azure portal</a:t>
            </a:r>
          </a:p>
        </p:txBody>
      </p:sp>
      <p:sp>
        <p:nvSpPr>
          <p:cNvPr id="10" name="">
            <a:extLst xmlns:a="http://schemas.openxmlformats.org/drawingml/2006/main">
              <a:ext uri="{FF2B5EF4-FFF2-40B4-BE49-F238E27FC236}">
                <a16:creationId xmlns:a16="http://schemas.microsoft.com/office/drawing/2014/main" id="{C77B0D23-90EA-4A9C-812E-44A3D15AC484}"/>
              </a:ext>
            </a:extLst>
          </p:cNvPr>
          <p:cNvSpPr>
            <a:spLocks xmlns:a="http://schemas.openxmlformats.org/drawingml/2006/main" noGrp="1"/>
          </p:cNvSpPr>
          <p:nvPr/>
        </p:nvSpPr>
        <p:spPr>
          <a:xfrm xmlns:a="http://schemas.openxmlformats.org/drawingml/2006/main">
            <a:off x="895350" y="2162175"/>
            <a:ext cx="29146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Workspace resource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Subscription and resource group</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Deployment status</a:t>
            </a:r>
          </a:p>
        </p:txBody>
      </p:sp>
      <p:sp>
        <p:nvSpPr>
          <p:cNvPr id="11" name="">
            <a:extLst xmlns:a="http://schemas.openxmlformats.org/drawingml/2006/main">
              <a:ext uri="{FF2B5EF4-FFF2-40B4-BE49-F238E27FC236}">
                <a16:creationId xmlns:a16="http://schemas.microsoft.com/office/drawing/2014/main" id="{CC3B5305-ABDF-42DF-8B2F-2093CF899EE1}"/>
              </a:ext>
            </a:extLst>
          </p:cNvPr>
          <p:cNvSpPr>
            <a:spLocks xmlns:a="http://schemas.openxmlformats.org/drawingml/2006/main" noGrp="1"/>
          </p:cNvSpPr>
          <p:nvPr/>
        </p:nvSpPr>
        <p:spPr>
          <a:xfrm xmlns:a="http://schemas.openxmlformats.org/drawingml/2006/main">
            <a:off x="4429125" y="1666875"/>
            <a:ext cx="3333750" cy="2095500"/>
          </a:xfrm>
          <a:prstGeom xmlns:a="http://schemas.openxmlformats.org/drawingml/2006/main" prst="roundRect">
            <a:avLst>
              <a:gd name="adj" fmla="val 3636"/>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6BFF1093-B229-4F32-95D7-BF85290B7F28}"/>
              </a:ext>
            </a:extLst>
          </p:cNvPr>
          <p:cNvSpPr>
            <a:spLocks xmlns:a="http://schemas.openxmlformats.org/drawingml/2006/main" noGrp="1"/>
          </p:cNvSpPr>
          <p:nvPr/>
        </p:nvSpPr>
        <p:spPr>
          <a:xfrm xmlns:a="http://schemas.openxmlformats.org/drawingml/2006/main">
            <a:off x="4429125" y="1666875"/>
            <a:ext cx="76200" cy="20955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EC27157-A549-4DC3-ACB3-0831425BA474}"/>
              </a:ext>
            </a:extLst>
          </p:cNvPr>
          <p:cNvSpPr>
            <a:spLocks xmlns:a="http://schemas.openxmlformats.org/drawingml/2006/main" noGrp="1"/>
          </p:cNvSpPr>
          <p:nvPr/>
        </p:nvSpPr>
        <p:spPr>
          <a:xfrm xmlns:a="http://schemas.openxmlformats.org/drawingml/2006/main">
            <a:off x="4657725"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Databricks workspace</a:t>
            </a:r>
          </a:p>
        </p:txBody>
      </p:sp>
      <p:sp>
        <p:nvSpPr>
          <p:cNvPr id="14" name="">
            <a:extLst xmlns:a="http://schemas.openxmlformats.org/drawingml/2006/main">
              <a:ext uri="{FF2B5EF4-FFF2-40B4-BE49-F238E27FC236}">
                <a16:creationId xmlns:a16="http://schemas.microsoft.com/office/drawing/2014/main" id="{C4FA94B8-0FC9-4B50-8558-8B19B28225E1}"/>
              </a:ext>
            </a:extLst>
          </p:cNvPr>
          <p:cNvSpPr>
            <a:spLocks xmlns:a="http://schemas.openxmlformats.org/drawingml/2006/main" noGrp="1"/>
          </p:cNvSpPr>
          <p:nvPr/>
        </p:nvSpPr>
        <p:spPr>
          <a:xfrm xmlns:a="http://schemas.openxmlformats.org/drawingml/2006/main">
            <a:off x="4657725" y="2162175"/>
            <a:ext cx="29146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Workspace navigation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Compute selector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Catalog Explorer</a:t>
            </a:r>
          </a:p>
        </p:txBody>
      </p:sp>
      <p:sp>
        <p:nvSpPr>
          <p:cNvPr id="15" name="">
            <a:extLst xmlns:a="http://schemas.openxmlformats.org/drawingml/2006/main">
              <a:ext uri="{FF2B5EF4-FFF2-40B4-BE49-F238E27FC236}">
                <a16:creationId xmlns:a16="http://schemas.microsoft.com/office/drawing/2014/main" id="{441C80EE-DC7A-4303-985E-71555EFD4447}"/>
              </a:ext>
            </a:extLst>
          </p:cNvPr>
          <p:cNvSpPr>
            <a:spLocks xmlns:a="http://schemas.openxmlformats.org/drawingml/2006/main" noGrp="1"/>
          </p:cNvSpPr>
          <p:nvPr/>
        </p:nvSpPr>
        <p:spPr>
          <a:xfrm xmlns:a="http://schemas.openxmlformats.org/drawingml/2006/main">
            <a:off x="8191500" y="1666875"/>
            <a:ext cx="3333750" cy="2095500"/>
          </a:xfrm>
          <a:prstGeom xmlns:a="http://schemas.openxmlformats.org/drawingml/2006/main" prst="roundRect">
            <a:avLst>
              <a:gd name="adj" fmla="val 3636"/>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FCF8974B-22CA-4807-865D-7D8101DB8675}"/>
              </a:ext>
            </a:extLst>
          </p:cNvPr>
          <p:cNvSpPr>
            <a:spLocks xmlns:a="http://schemas.openxmlformats.org/drawingml/2006/main" noGrp="1"/>
          </p:cNvSpPr>
          <p:nvPr/>
        </p:nvSpPr>
        <p:spPr>
          <a:xfrm xmlns:a="http://schemas.openxmlformats.org/drawingml/2006/main">
            <a:off x="8191500" y="1666875"/>
            <a:ext cx="76200" cy="2095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503835-19C4-4E4A-BAC4-65464DF374F2}"/>
              </a:ext>
            </a:extLst>
          </p:cNvPr>
          <p:cNvSpPr>
            <a:spLocks xmlns:a="http://schemas.openxmlformats.org/drawingml/2006/main" noGrp="1"/>
          </p:cNvSpPr>
          <p:nvPr/>
        </p:nvSpPr>
        <p:spPr>
          <a:xfrm xmlns:a="http://schemas.openxmlformats.org/drawingml/2006/main">
            <a:off x="842010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Trainer notebook</a:t>
            </a:r>
          </a:p>
        </p:txBody>
      </p:sp>
      <p:sp>
        <p:nvSpPr>
          <p:cNvPr id="18" name="">
            <a:extLst xmlns:a="http://schemas.openxmlformats.org/drawingml/2006/main">
              <a:ext uri="{FF2B5EF4-FFF2-40B4-BE49-F238E27FC236}">
                <a16:creationId xmlns:a16="http://schemas.microsoft.com/office/drawing/2014/main" id="{7524450B-313B-432C-AFE0-E4643AFC05CA}"/>
              </a:ext>
            </a:extLst>
          </p:cNvPr>
          <p:cNvSpPr>
            <a:spLocks xmlns:a="http://schemas.openxmlformats.org/drawingml/2006/main" noGrp="1"/>
          </p:cNvSpPr>
          <p:nvPr/>
        </p:nvSpPr>
        <p:spPr>
          <a:xfrm xmlns:a="http://schemas.openxmlformats.org/drawingml/2006/main">
            <a:off x="8420100" y="2162175"/>
            <a:ext cx="29146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Admin setup cells separated from learner demonstration cells</a:t>
            </a:r>
          </a:p>
        </p:txBody>
      </p:sp>
      <p:sp>
        <p:nvSpPr>
          <p:cNvPr id="19" name="">
            <a:extLst xmlns:a="http://schemas.openxmlformats.org/drawingml/2006/main">
              <a:ext uri="{FF2B5EF4-FFF2-40B4-BE49-F238E27FC236}">
                <a16:creationId xmlns:a16="http://schemas.microsoft.com/office/drawing/2014/main" id="{B43CE851-6957-4BEB-914C-A232583BDF6D}"/>
              </a:ext>
            </a:extLst>
          </p:cNvPr>
          <p:cNvSpPr>
            <a:spLocks xmlns:a="http://schemas.openxmlformats.org/drawingml/2006/main" noGrp="1"/>
          </p:cNvSpPr>
          <p:nvPr/>
        </p:nvSpPr>
        <p:spPr>
          <a:xfrm xmlns:a="http://schemas.openxmlformats.org/drawingml/2006/main">
            <a:off x="857250" y="43338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5B6875"/>
                </a:solidFill>
                <a:latin typeface="Bitstream Charter"/>
                <a:ea typeface="Bitstream Charter"/>
                <a:cs typeface="Bitstream Charter"/>
              </a:defRPr>
            </a:pPr>
            <a:r>
              <a:rPr sz="1125" b="1">
                <a:solidFill>
                  <a:srgbClr val="5B6875"/>
                </a:solidFill>
                <a:latin typeface="Bitstream Charter"/>
                <a:ea typeface="Bitstream Charter"/>
                <a:cs typeface="Bitstream Charter"/>
              </a:rPr>
              <a:t>Trainer action</a:t>
            </a:r>
          </a:p>
        </p:txBody>
      </p:sp>
      <p:sp>
        <p:nvSpPr>
          <p:cNvPr id="20" name="">
            <a:extLst xmlns:a="http://schemas.openxmlformats.org/drawingml/2006/main">
              <a:ext uri="{FF2B5EF4-FFF2-40B4-BE49-F238E27FC236}">
                <a16:creationId xmlns:a16="http://schemas.microsoft.com/office/drawing/2014/main" id="{BAA3E7BD-AEEA-40ED-A665-555E6970756E}"/>
              </a:ext>
            </a:extLst>
          </p:cNvPr>
          <p:cNvSpPr>
            <a:spLocks xmlns:a="http://schemas.openxmlformats.org/drawingml/2006/main" noGrp="1"/>
          </p:cNvSpPr>
          <p:nvPr/>
        </p:nvSpPr>
        <p:spPr>
          <a:xfrm xmlns:a="http://schemas.openxmlformats.org/drawingml/2006/main">
            <a:off x="2571750" y="42386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71C2C"/>
                </a:solidFill>
                <a:latin typeface="Bitstream Charter"/>
                <a:ea typeface="Bitstream Charter"/>
                <a:cs typeface="Bitstream Charter"/>
              </a:defRPr>
            </a:pPr>
            <a:r>
              <a:rPr sz="1650" b="1">
                <a:solidFill>
                  <a:srgbClr val="071C2C"/>
                </a:solidFill>
                <a:latin typeface="Bitstream Charter"/>
                <a:ea typeface="Bitstream Charter"/>
                <a:cs typeface="Bitstream Charter"/>
              </a:rPr>
              <a:t>Test one learner identity, one compute command and one table write before class.</a:t>
            </a:r>
          </a:p>
        </p:txBody>
      </p:sp>
      <p:sp>
        <p:nvSpPr>
          <p:cNvPr id="21" name="">
            <a:extLst xmlns:a="http://schemas.openxmlformats.org/drawingml/2006/main">
              <a:ext uri="{FF2B5EF4-FFF2-40B4-BE49-F238E27FC236}">
                <a16:creationId xmlns:a16="http://schemas.microsoft.com/office/drawing/2014/main" id="{53D47224-8F91-4E51-B930-0F14276BA903}"/>
              </a:ext>
            </a:extLst>
          </p:cNvPr>
          <p:cNvSpPr>
            <a:spLocks xmlns:a="http://schemas.openxmlformats.org/drawingml/2006/main" noGrp="1"/>
          </p:cNvSpPr>
          <p:nvPr/>
        </p:nvSpPr>
        <p:spPr>
          <a:xfrm xmlns:a="http://schemas.openxmlformats.org/drawingml/2006/main">
            <a:off x="1762125" y="519112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E74B5"/>
                </a:solidFill>
                <a:latin typeface="Bitstream Charter"/>
                <a:ea typeface="Bitstream Charter"/>
                <a:cs typeface="Bitstream Charter"/>
              </a:defRPr>
            </a:pPr>
            <a:r>
              <a:rPr sz="1350" b="1">
                <a:solidFill>
                  <a:srgbClr val="2E74B5"/>
                </a:solidFill>
                <a:latin typeface="Bitstream Charter"/>
                <a:ea typeface="Bitstream Charter"/>
                <a:cs typeface="Bitstream Charter"/>
              </a:rPr>
              <a:t>Ask the class: Which window creates infrastructure, and which window runs Spark code?</a:t>
            </a:r>
          </a:p>
        </p:txBody>
      </p:sp>
    </p:spTree>
    <p:extLst>
      <p:ext uri="{BB962C8B-B14F-4D97-AF65-F5344CB8AC3E}">
        <p14:creationId xmlns:p14="http://schemas.microsoft.com/office/powerpoint/2010/main" val="12748574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661BCB-ACE6-4B23-B7E5-9C1B95EFC76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DD2C6-C3E8-48A7-BAD9-D5C08CD2D5BB}"/>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Workspace creation example</a:t>
            </a:r>
          </a:p>
        </p:txBody>
      </p:sp>
      <p:sp>
        <p:nvSpPr>
          <p:cNvPr id="3" name="">
            <a:extLst xmlns:a="http://schemas.openxmlformats.org/drawingml/2006/main">
              <a:ext uri="{FF2B5EF4-FFF2-40B4-BE49-F238E27FC236}">
                <a16:creationId xmlns:a16="http://schemas.microsoft.com/office/drawing/2014/main" id="{DEF62CC0-79A4-42A4-BA7B-CF692CB06521}"/>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Example values for the trainer deployment</a:t>
            </a:r>
          </a:p>
        </p:txBody>
      </p:sp>
      <p:sp>
        <p:nvSpPr>
          <p:cNvPr id="4" name="">
            <a:extLst xmlns:a="http://schemas.openxmlformats.org/drawingml/2006/main">
              <a:ext uri="{FF2B5EF4-FFF2-40B4-BE49-F238E27FC236}">
                <a16:creationId xmlns:a16="http://schemas.microsoft.com/office/drawing/2014/main" id="{BCF9386D-07DA-49D0-B9F7-AC396CD265E7}"/>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EA43E2-A81C-4E6A-8BE4-B81C8649F643}"/>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53F48B9-E904-4FD6-99AD-DFC24193EB0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33</a:t>
            </a:r>
          </a:p>
        </p:txBody>
      </p:sp>
      <p:graphicFrame>
        <p:nvGraphicFramePr>
          <p:cNvPr id="15" name=""/>
          <p:cNvGraphicFramePr/>
          <p:nvPr/>
        </p:nvGraphicFramePr>
        <p:xfrm>
          <a:off xmlns:a="http://schemas.openxmlformats.org/drawingml/2006/main" x="666750" y="1619250"/>
          <a:ext xmlns:a="http://schemas.openxmlformats.org/drawingml/2006/main" cx="10858500" cy="3429000"/>
        </p:xfrm>
        <a:graphic xmlns:a="http://schemas.openxmlformats.org/drawingml/2006/main">
          <a:graphicData uri="http://schemas.openxmlformats.org/drawingml/2006/table">
            <a:tbl>
              <a:tblPr firstRow="1" bandRow="1"/>
              <a:tblGrid>
                <a:gridCol w="2095500"/>
                <a:gridCol w="3714750"/>
                <a:gridCol w="5048250"/>
              </a:tblGrid>
              <a:tr h="489857">
                <a:tc>
                  <a:txBody>
                    <a:bodyPr/>
                    <a:lstStyle/>
                    <a:p>
                      <a:r>
                        <a:rPr sz="1050" b="1">
                          <a:solidFill>
                            <a:srgbClr val="FFFFFF"/>
                          </a:solidFill>
                          <a:latin typeface="Bitstream Charter"/>
                          <a:ea typeface="Bitstream Charter"/>
                          <a:cs typeface="Bitstream Charter"/>
                        </a:rPr>
                        <a:t>Azure field</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Example value</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Reason</a:t>
                      </a:r>
                    </a:p>
                  </a:txBody>
                  <a:tcPr marL="91440" marR="91440" marT="45720" marB="45720">
                    <a:solidFill>
                      <a:srgbClr val="071C2C"/>
                    </a:solidFill>
                  </a:tcPr>
                </a:tc>
              </a:tr>
              <a:tr h="489857">
                <a:tc>
                  <a:txBody>
                    <a:bodyPr/>
                    <a:lstStyle/>
                    <a:p>
                      <a:r>
                        <a:rPr sz="975">
                          <a:solidFill>
                            <a:srgbClr val="17202A"/>
                          </a:solidFill>
                          <a:latin typeface="Bitstream Charter"/>
                          <a:ea typeface="Bitstream Charter"/>
                          <a:cs typeface="Bitstream Charter"/>
                        </a:rPr>
                        <a:t>Subscription</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Approved training subscription</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Billing and quota boundary</a:t>
                      </a:r>
                    </a:p>
                  </a:txBody>
                  <a:tcPr marL="91440" marR="91440" marT="45720" marB="45720">
                    <a:solidFill>
                      <a:srgbClr val="FFFFFF"/>
                    </a:solidFill>
                  </a:tcPr>
                </a:tc>
              </a:tr>
              <a:tr h="489857">
                <a:tc>
                  <a:txBody>
                    <a:bodyPr/>
                    <a:lstStyle/>
                    <a:p>
                      <a:r>
                        <a:rPr sz="975">
                          <a:solidFill>
                            <a:srgbClr val="17202A"/>
                          </a:solidFill>
                          <a:latin typeface="Bitstream Charter"/>
                          <a:ea typeface="Bitstream Charter"/>
                          <a:cs typeface="Bitstream Charter"/>
                        </a:rPr>
                        <a:t>Resource group</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rg-dbx-training</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Keeps training resources together</a:t>
                      </a:r>
                    </a:p>
                  </a:txBody>
                  <a:tcPr marL="91440" marR="91440" marT="45720" marB="45720">
                    <a:solidFill>
                      <a:srgbClr val="F3F7FA"/>
                    </a:solidFill>
                  </a:tcPr>
                </a:tc>
              </a:tr>
              <a:tr h="489857">
                <a:tc>
                  <a:txBody>
                    <a:bodyPr/>
                    <a:lstStyle/>
                    <a:p>
                      <a:r>
                        <a:rPr sz="975">
                          <a:solidFill>
                            <a:srgbClr val="17202A"/>
                          </a:solidFill>
                          <a:latin typeface="Bitstream Charter"/>
                          <a:ea typeface="Bitstream Charter"/>
                          <a:cs typeface="Bitstream Charter"/>
                        </a:rPr>
                        <a:t>Workspace name</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adb-training-01</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Unique, recognizable name</a:t>
                      </a:r>
                    </a:p>
                  </a:txBody>
                  <a:tcPr marL="91440" marR="91440" marT="45720" marB="45720">
                    <a:solidFill>
                      <a:srgbClr val="FFFFFF"/>
                    </a:solidFill>
                  </a:tcPr>
                </a:tc>
              </a:tr>
              <a:tr h="489857">
                <a:tc>
                  <a:txBody>
                    <a:bodyPr/>
                    <a:lstStyle/>
                    <a:p>
                      <a:r>
                        <a:rPr sz="975">
                          <a:solidFill>
                            <a:srgbClr val="17202A"/>
                          </a:solidFill>
                          <a:latin typeface="Bitstream Charter"/>
                          <a:ea typeface="Bitstream Charter"/>
                          <a:cs typeface="Bitstream Charter"/>
                        </a:rPr>
                        <a:t>Region</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Approved nearby region</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Residency and feature availability</a:t>
                      </a:r>
                    </a:p>
                  </a:txBody>
                  <a:tcPr marL="91440" marR="91440" marT="45720" marB="45720">
                    <a:solidFill>
                      <a:srgbClr val="F3F7FA"/>
                    </a:solidFill>
                  </a:tcPr>
                </a:tc>
              </a:tr>
              <a:tr h="489857">
                <a:tc>
                  <a:txBody>
                    <a:bodyPr/>
                    <a:lstStyle/>
                    <a:p>
                      <a:r>
                        <a:rPr sz="975">
                          <a:solidFill>
                            <a:srgbClr val="17202A"/>
                          </a:solidFill>
                          <a:latin typeface="Bitstream Charter"/>
                          <a:ea typeface="Bitstream Charter"/>
                          <a:cs typeface="Bitstream Charter"/>
                        </a:rPr>
                        <a:t>Pricing tier</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Premium</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Unity Catalog training features</a:t>
                      </a:r>
                    </a:p>
                  </a:txBody>
                  <a:tcPr marL="91440" marR="91440" marT="45720" marB="45720">
                    <a:solidFill>
                      <a:srgbClr val="FFFFFF"/>
                    </a:solidFill>
                  </a:tcPr>
                </a:tc>
              </a:tr>
              <a:tr h="489857">
                <a:tc>
                  <a:txBody>
                    <a:bodyPr/>
                    <a:lstStyle/>
                    <a:p>
                      <a:r>
                        <a:rPr sz="975">
                          <a:solidFill>
                            <a:srgbClr val="17202A"/>
                          </a:solidFill>
                          <a:latin typeface="Bitstream Charter"/>
                          <a:ea typeface="Bitstream Charter"/>
                          <a:cs typeface="Bitstream Charter"/>
                        </a:rPr>
                        <a:t>Workspace type</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Serverless when available, otherwise Hybrid</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Match network and policy requirements</a:t>
                      </a:r>
                    </a:p>
                  </a:txBody>
                  <a:tcPr marL="91440" marR="91440" marT="45720" marB="45720">
                    <a:solidFill>
                      <a:srgbClr val="F3F7FA"/>
                    </a:solidFill>
                  </a:tcPr>
                </a:tc>
              </a:tr>
            </a:tbl>
          </a:graphicData>
        </a:graphic>
      </p:graphicFrame>
      <p:sp>
        <p:nvSpPr>
          <p:cNvPr id="8" name="">
            <a:extLst xmlns:a="http://schemas.openxmlformats.org/drawingml/2006/main">
              <a:ext uri="{FF2B5EF4-FFF2-40B4-BE49-F238E27FC236}">
                <a16:creationId xmlns:a16="http://schemas.microsoft.com/office/drawing/2014/main" id="{87D639AE-7274-42EC-AB27-5F4F0E156334}"/>
              </a:ext>
            </a:extLst>
          </p:cNvPr>
          <p:cNvSpPr>
            <a:spLocks xmlns:a="http://schemas.openxmlformats.org/drawingml/2006/main" noGrp="1"/>
          </p:cNvSpPr>
          <p:nvPr/>
        </p:nvSpPr>
        <p:spPr>
          <a:xfrm xmlns:a="http://schemas.openxmlformats.org/drawingml/2006/main">
            <a:off x="1190625" y="5381625"/>
            <a:ext cx="981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F7D5A"/>
                </a:solidFill>
                <a:latin typeface="Bitstream Charter"/>
                <a:ea typeface="Bitstream Charter"/>
                <a:cs typeface="Bitstream Charter"/>
              </a:defRPr>
            </a:pPr>
            <a:r>
              <a:rPr sz="1500" b="1">
                <a:solidFill>
                  <a:srgbClr val="2F7D5A"/>
                </a:solidFill>
                <a:latin typeface="Bitstream Charter"/>
                <a:ea typeface="Bitstream Charter"/>
                <a:cs typeface="Bitstream Charter"/>
              </a:rPr>
              <a:t>Demonstration checkpoint: deployment succeeds and Launch Workspace opens the Databricks UI.</a:t>
            </a:r>
          </a:p>
        </p:txBody>
      </p:sp>
    </p:spTree>
    <p:extLst>
      <p:ext uri="{BB962C8B-B14F-4D97-AF65-F5344CB8AC3E}">
        <p14:creationId xmlns:p14="http://schemas.microsoft.com/office/powerpoint/2010/main" val="95115441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12BA578-DC68-48C7-93A6-335F3D6B974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76F38B-664F-4CB9-AEB6-01A7C84B73CB}"/>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Class access example</a:t>
            </a:r>
          </a:p>
        </p:txBody>
      </p:sp>
      <p:sp>
        <p:nvSpPr>
          <p:cNvPr id="3" name="">
            <a:extLst xmlns:a="http://schemas.openxmlformats.org/drawingml/2006/main">
              <a:ext uri="{FF2B5EF4-FFF2-40B4-BE49-F238E27FC236}">
                <a16:creationId xmlns:a16="http://schemas.microsoft.com/office/drawing/2014/main" id="{77311B77-4DFB-4007-9E53-FD8341B4DC1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One learner group and one schema assignment per learner</a:t>
            </a:r>
          </a:p>
        </p:txBody>
      </p:sp>
      <p:sp>
        <p:nvSpPr>
          <p:cNvPr id="4" name="">
            <a:extLst xmlns:a="http://schemas.openxmlformats.org/drawingml/2006/main">
              <a:ext uri="{FF2B5EF4-FFF2-40B4-BE49-F238E27FC236}">
                <a16:creationId xmlns:a16="http://schemas.microsoft.com/office/drawing/2014/main" id="{8F8E0B83-8744-4754-89F6-48F0638F4B68}"/>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A9E1B2-CD13-4B61-8668-89C2D679F0FA}"/>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042772F5-2688-4850-91DC-9E9B94A683E0}"/>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34</a:t>
            </a:r>
          </a:p>
        </p:txBody>
      </p:sp>
      <p:sp>
        <p:nvSpPr>
          <p:cNvPr id="7" name="">
            <a:extLst xmlns:a="http://schemas.openxmlformats.org/drawingml/2006/main">
              <a:ext uri="{FF2B5EF4-FFF2-40B4-BE49-F238E27FC236}">
                <a16:creationId xmlns:a16="http://schemas.microsoft.com/office/drawing/2014/main" id="{19132CCB-0BAA-4608-9A1F-68161DFF7B3D}"/>
              </a:ext>
            </a:extLst>
          </p:cNvPr>
          <p:cNvSpPr>
            <a:spLocks xmlns:a="http://schemas.openxmlformats.org/drawingml/2006/main" noGrp="1"/>
          </p:cNvSpPr>
          <p:nvPr/>
        </p:nvSpPr>
        <p:spPr>
          <a:xfrm xmlns:a="http://schemas.openxmlformats.org/drawingml/2006/main">
            <a:off x="666750" y="1666875"/>
            <a:ext cx="10858500" cy="742950"/>
          </a:xfrm>
          <a:prstGeom xmlns:a="http://schemas.openxmlformats.org/drawingml/2006/main" prst="roundRect">
            <a:avLst>
              <a:gd name="adj" fmla="val 10256"/>
            </a:avLst>
          </a:prstGeom>
          <a:solidFill xmlns:a="http://schemas.openxmlformats.org/drawingml/2006/main">
            <a:srgbClr val="071C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BCA3C3-8861-4D48-ABA6-D3352C4DA169}"/>
              </a:ext>
            </a:extLst>
          </p:cNvPr>
          <p:cNvSpPr>
            <a:spLocks xmlns:a="http://schemas.openxmlformats.org/drawingml/2006/main" noGrp="1"/>
          </p:cNvSpPr>
          <p:nvPr/>
        </p:nvSpPr>
        <p:spPr>
          <a:xfrm xmlns:a="http://schemas.openxmlformats.org/drawingml/2006/main">
            <a:off x="1000125" y="182880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Microsoft Entra group  dbx-training-learners</a:t>
            </a:r>
          </a:p>
        </p:txBody>
      </p:sp>
      <p:sp>
        <p:nvSpPr>
          <p:cNvPr id="9" name="">
            <a:extLst xmlns:a="http://schemas.openxmlformats.org/drawingml/2006/main">
              <a:ext uri="{FF2B5EF4-FFF2-40B4-BE49-F238E27FC236}">
                <a16:creationId xmlns:a16="http://schemas.microsoft.com/office/drawing/2014/main" id="{9BD4E0CC-C47C-4A36-A756-A23CC66E424E}"/>
              </a:ext>
            </a:extLst>
          </p:cNvPr>
          <p:cNvSpPr>
            <a:spLocks xmlns:a="http://schemas.openxmlformats.org/drawingml/2006/main" noGrp="1"/>
          </p:cNvSpPr>
          <p:nvPr/>
        </p:nvSpPr>
        <p:spPr>
          <a:xfrm xmlns:a="http://schemas.openxmlformats.org/drawingml/2006/main">
            <a:off x="762000" y="2857500"/>
            <a:ext cx="3143250" cy="1714500"/>
          </a:xfrm>
          <a:prstGeom xmlns:a="http://schemas.openxmlformats.org/drawingml/2006/main" prst="roundRect">
            <a:avLst>
              <a:gd name="adj" fmla="val 4444"/>
            </a:avLst>
          </a:prstGeom>
          <a:solidFill xmlns:a="http://schemas.openxmlformats.org/drawingml/2006/main">
            <a:srgbClr val="F3F7FA"/>
          </a:solidFill>
          <a:ln xmlns:a="http://schemas.openxmlformats.org/drawingml/2006/main" w="9525">
            <a:solidFill>
              <a:srgbClr val="D9E1E8"/>
            </a:solidFill>
          </a:ln>
        </p:spPr>
      </p:sp>
      <p:sp>
        <p:nvSpPr>
          <p:cNvPr id="10" name="">
            <a:extLst xmlns:a="http://schemas.openxmlformats.org/drawingml/2006/main">
              <a:ext uri="{FF2B5EF4-FFF2-40B4-BE49-F238E27FC236}">
                <a16:creationId xmlns:a16="http://schemas.microsoft.com/office/drawing/2014/main" id="{A539775F-CE2E-4101-BBF1-9EC71A4B5E66}"/>
              </a:ext>
            </a:extLst>
          </p:cNvPr>
          <p:cNvSpPr>
            <a:spLocks xmlns:a="http://schemas.openxmlformats.org/drawingml/2006/main" noGrp="1"/>
          </p:cNvSpPr>
          <p:nvPr/>
        </p:nvSpPr>
        <p:spPr>
          <a:xfrm xmlns:a="http://schemas.openxmlformats.org/drawingml/2006/main">
            <a:off x="762000" y="2857500"/>
            <a:ext cx="76200" cy="171450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AE98DD-55B0-439A-BCEB-4D941098B01D}"/>
              </a:ext>
            </a:extLst>
          </p:cNvPr>
          <p:cNvSpPr>
            <a:spLocks xmlns:a="http://schemas.openxmlformats.org/drawingml/2006/main" noGrp="1"/>
          </p:cNvSpPr>
          <p:nvPr/>
        </p:nvSpPr>
        <p:spPr>
          <a:xfrm xmlns:a="http://schemas.openxmlformats.org/drawingml/2006/main">
            <a:off x="990600" y="3009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Learner 01</a:t>
            </a:r>
          </a:p>
        </p:txBody>
      </p:sp>
      <p:sp>
        <p:nvSpPr>
          <p:cNvPr id="12" name="">
            <a:extLst xmlns:a="http://schemas.openxmlformats.org/drawingml/2006/main">
              <a:ext uri="{FF2B5EF4-FFF2-40B4-BE49-F238E27FC236}">
                <a16:creationId xmlns:a16="http://schemas.microsoft.com/office/drawing/2014/main" id="{0C13A82D-F761-478F-8605-C0BA68A96533}"/>
              </a:ext>
            </a:extLst>
          </p:cNvPr>
          <p:cNvSpPr>
            <a:spLocks xmlns:a="http://schemas.openxmlformats.org/drawingml/2006/main" noGrp="1"/>
          </p:cNvSpPr>
          <p:nvPr/>
        </p:nvSpPr>
        <p:spPr>
          <a:xfrm xmlns:a="http://schemas.openxmlformats.org/drawingml/2006/main">
            <a:off x="990600" y="3352800"/>
            <a:ext cx="27241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learner01@example.com</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training_lab.student_01</a:t>
            </a:r>
          </a:p>
        </p:txBody>
      </p:sp>
      <p:sp>
        <p:nvSpPr>
          <p:cNvPr id="13" name="">
            <a:extLst xmlns:a="http://schemas.openxmlformats.org/drawingml/2006/main">
              <a:ext uri="{FF2B5EF4-FFF2-40B4-BE49-F238E27FC236}">
                <a16:creationId xmlns:a16="http://schemas.microsoft.com/office/drawing/2014/main" id="{7FFA3C5B-C110-4494-B267-5EDBED856090}"/>
              </a:ext>
            </a:extLst>
          </p:cNvPr>
          <p:cNvSpPr>
            <a:spLocks xmlns:a="http://schemas.openxmlformats.org/drawingml/2006/main" noGrp="1"/>
          </p:cNvSpPr>
          <p:nvPr/>
        </p:nvSpPr>
        <p:spPr>
          <a:xfrm xmlns:a="http://schemas.openxmlformats.org/drawingml/2006/main">
            <a:off x="4524375" y="2857500"/>
            <a:ext cx="3143250" cy="1714500"/>
          </a:xfrm>
          <a:prstGeom xmlns:a="http://schemas.openxmlformats.org/drawingml/2006/main" prst="roundRect">
            <a:avLst>
              <a:gd name="adj" fmla="val 4444"/>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52AB7CF7-6D61-4779-8290-0DD10D82FA26}"/>
              </a:ext>
            </a:extLst>
          </p:cNvPr>
          <p:cNvSpPr>
            <a:spLocks xmlns:a="http://schemas.openxmlformats.org/drawingml/2006/main" noGrp="1"/>
          </p:cNvSpPr>
          <p:nvPr/>
        </p:nvSpPr>
        <p:spPr>
          <a:xfrm xmlns:a="http://schemas.openxmlformats.org/drawingml/2006/main">
            <a:off x="4524375" y="2857500"/>
            <a:ext cx="76200" cy="17145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C0D587-8ED1-4AD8-BE61-5571C954254F}"/>
              </a:ext>
            </a:extLst>
          </p:cNvPr>
          <p:cNvSpPr>
            <a:spLocks xmlns:a="http://schemas.openxmlformats.org/drawingml/2006/main" noGrp="1"/>
          </p:cNvSpPr>
          <p:nvPr/>
        </p:nvSpPr>
        <p:spPr>
          <a:xfrm xmlns:a="http://schemas.openxmlformats.org/drawingml/2006/main">
            <a:off x="4752975" y="3009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Learner 02</a:t>
            </a:r>
          </a:p>
        </p:txBody>
      </p:sp>
      <p:sp>
        <p:nvSpPr>
          <p:cNvPr id="16" name="">
            <a:extLst xmlns:a="http://schemas.openxmlformats.org/drawingml/2006/main">
              <a:ext uri="{FF2B5EF4-FFF2-40B4-BE49-F238E27FC236}">
                <a16:creationId xmlns:a16="http://schemas.microsoft.com/office/drawing/2014/main" id="{CFC61161-5CB2-4F9A-B407-6ED88257D27C}"/>
              </a:ext>
            </a:extLst>
          </p:cNvPr>
          <p:cNvSpPr>
            <a:spLocks xmlns:a="http://schemas.openxmlformats.org/drawingml/2006/main" noGrp="1"/>
          </p:cNvSpPr>
          <p:nvPr/>
        </p:nvSpPr>
        <p:spPr>
          <a:xfrm xmlns:a="http://schemas.openxmlformats.org/drawingml/2006/main">
            <a:off x="4752975" y="3352800"/>
            <a:ext cx="27241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learner02@example.com</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training_lab.student_02</a:t>
            </a:r>
          </a:p>
        </p:txBody>
      </p:sp>
      <p:sp>
        <p:nvSpPr>
          <p:cNvPr id="17" name="">
            <a:extLst xmlns:a="http://schemas.openxmlformats.org/drawingml/2006/main">
              <a:ext uri="{FF2B5EF4-FFF2-40B4-BE49-F238E27FC236}">
                <a16:creationId xmlns:a16="http://schemas.microsoft.com/office/drawing/2014/main" id="{52EADC21-CB05-43AB-BD6D-3A12838E9E3E}"/>
              </a:ext>
            </a:extLst>
          </p:cNvPr>
          <p:cNvSpPr>
            <a:spLocks xmlns:a="http://schemas.openxmlformats.org/drawingml/2006/main" noGrp="1"/>
          </p:cNvSpPr>
          <p:nvPr/>
        </p:nvSpPr>
        <p:spPr>
          <a:xfrm xmlns:a="http://schemas.openxmlformats.org/drawingml/2006/main">
            <a:off x="8286750" y="2857500"/>
            <a:ext cx="3143250" cy="1714500"/>
          </a:xfrm>
          <a:prstGeom xmlns:a="http://schemas.openxmlformats.org/drawingml/2006/main" prst="roundRect">
            <a:avLst>
              <a:gd name="adj" fmla="val 4444"/>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17DF0776-57DF-4E0F-B88F-F35F020FF2C0}"/>
              </a:ext>
            </a:extLst>
          </p:cNvPr>
          <p:cNvSpPr>
            <a:spLocks xmlns:a="http://schemas.openxmlformats.org/drawingml/2006/main" noGrp="1"/>
          </p:cNvSpPr>
          <p:nvPr/>
        </p:nvSpPr>
        <p:spPr>
          <a:xfrm xmlns:a="http://schemas.openxmlformats.org/drawingml/2006/main">
            <a:off x="8286750" y="2857500"/>
            <a:ext cx="76200" cy="17145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C46D5F-99AE-4A16-A999-45550C81E18C}"/>
              </a:ext>
            </a:extLst>
          </p:cNvPr>
          <p:cNvSpPr>
            <a:spLocks xmlns:a="http://schemas.openxmlformats.org/drawingml/2006/main" noGrp="1"/>
          </p:cNvSpPr>
          <p:nvPr/>
        </p:nvSpPr>
        <p:spPr>
          <a:xfrm xmlns:a="http://schemas.openxmlformats.org/drawingml/2006/main">
            <a:off x="8515350" y="300990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Learner 14</a:t>
            </a:r>
          </a:p>
        </p:txBody>
      </p:sp>
      <p:sp>
        <p:nvSpPr>
          <p:cNvPr id="20" name="">
            <a:extLst xmlns:a="http://schemas.openxmlformats.org/drawingml/2006/main">
              <a:ext uri="{FF2B5EF4-FFF2-40B4-BE49-F238E27FC236}">
                <a16:creationId xmlns:a16="http://schemas.microsoft.com/office/drawing/2014/main" id="{4C18095B-AA3E-42D1-83F8-CEE8191FD0D1}"/>
              </a:ext>
            </a:extLst>
          </p:cNvPr>
          <p:cNvSpPr>
            <a:spLocks xmlns:a="http://schemas.openxmlformats.org/drawingml/2006/main" noGrp="1"/>
          </p:cNvSpPr>
          <p:nvPr/>
        </p:nvSpPr>
        <p:spPr>
          <a:xfrm xmlns:a="http://schemas.openxmlformats.org/drawingml/2006/main">
            <a:off x="8515350" y="3352800"/>
            <a:ext cx="27241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learner14@example.com</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training_lab.student_14</a:t>
            </a:r>
          </a:p>
        </p:txBody>
      </p:sp>
      <p:sp>
        <p:nvSpPr>
          <p:cNvPr id="21" name="">
            <a:extLst xmlns:a="http://schemas.openxmlformats.org/drawingml/2006/main">
              <a:ext uri="{FF2B5EF4-FFF2-40B4-BE49-F238E27FC236}">
                <a16:creationId xmlns:a16="http://schemas.microsoft.com/office/drawing/2014/main" id="{9342C0C8-A6A7-44E5-BB0A-3437DFE5D38F}"/>
              </a:ext>
            </a:extLst>
          </p:cNvPr>
          <p:cNvSpPr>
            <a:spLocks xmlns:a="http://schemas.openxmlformats.org/drawingml/2006/main" noGrp="1"/>
          </p:cNvSpPr>
          <p:nvPr/>
        </p:nvSpPr>
        <p:spPr>
          <a:xfrm xmlns:a="http://schemas.openxmlformats.org/drawingml/2006/main">
            <a:off x="1476375" y="5095875"/>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71C2C"/>
                </a:solidFill>
                <a:latin typeface="Bitstream Charter"/>
                <a:ea typeface="Bitstream Charter"/>
                <a:cs typeface="Bitstream Charter"/>
              </a:defRPr>
            </a:pPr>
            <a:r>
              <a:rPr sz="1575" b="1">
                <a:solidFill>
                  <a:srgbClr val="071C2C"/>
                </a:solidFill>
                <a:latin typeface="Bitstream Charter"/>
                <a:ea typeface="Bitstream Charter"/>
                <a:cs typeface="Bitstream Charter"/>
              </a:rPr>
              <a:t>Group entitlement opens the workspace. Schema grants control table creation.</a:t>
            </a:r>
          </a:p>
        </p:txBody>
      </p:sp>
    </p:spTree>
    <p:extLst>
      <p:ext uri="{BB962C8B-B14F-4D97-AF65-F5344CB8AC3E}">
        <p14:creationId xmlns:p14="http://schemas.microsoft.com/office/powerpoint/2010/main" val="42614037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A5F65B5-EB8A-4D1F-93A2-D7F008E7B89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DCFAA2-9522-4735-A5B0-ABA8E69E08B4}"/>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Notebook startup test</a:t>
            </a:r>
          </a:p>
        </p:txBody>
      </p:sp>
      <p:sp>
        <p:nvSpPr>
          <p:cNvPr id="3" name="">
            <a:extLst xmlns:a="http://schemas.openxmlformats.org/drawingml/2006/main">
              <a:ext uri="{FF2B5EF4-FFF2-40B4-BE49-F238E27FC236}">
                <a16:creationId xmlns:a16="http://schemas.microsoft.com/office/drawing/2014/main" id="{B28CDFF0-D2AA-43C6-A740-55E6ECB53A2F}"/>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Confirm the identity and Spark session before the lesson</a:t>
            </a:r>
          </a:p>
        </p:txBody>
      </p:sp>
      <p:sp>
        <p:nvSpPr>
          <p:cNvPr id="4" name="">
            <a:extLst xmlns:a="http://schemas.openxmlformats.org/drawingml/2006/main">
              <a:ext uri="{FF2B5EF4-FFF2-40B4-BE49-F238E27FC236}">
                <a16:creationId xmlns:a16="http://schemas.microsoft.com/office/drawing/2014/main" id="{38E5A176-4F68-4975-B4E8-1AA5ABE909EB}"/>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470B3B-D3D9-442E-80A8-AB08D0A51A94}"/>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3AA51E3-229C-4330-97C2-AD922EF62EB8}"/>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35</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028ce384e824061"/>
          <a:stretch xmlns:a="http://schemas.openxmlformats.org/drawingml/2006/main"/>
        </p:blipFill>
        <p:spPr>
          <a:xfrm xmlns:a="http://schemas.openxmlformats.org/drawingml/2006/main">
            <a:off x="666750" y="2074596"/>
            <a:ext cx="5715000" cy="1946808"/>
          </a:xfrm>
          <a:prstGeom xmlns:a="http://schemas.openxmlformats.org/drawingml/2006/main" prst="roundRect">
            <a:avLst>
              <a:gd name="adj" fmla="val 4000"/>
            </a:avLst>
          </a:prstGeom>
        </p:spPr>
      </p:pic>
      <p:sp>
        <p:nvSpPr>
          <p:cNvPr id="8" name="">
            <a:extLst xmlns:a="http://schemas.openxmlformats.org/drawingml/2006/main">
              <a:ext uri="{FF2B5EF4-FFF2-40B4-BE49-F238E27FC236}">
                <a16:creationId xmlns:a16="http://schemas.microsoft.com/office/drawing/2014/main" id="{8F09B499-9215-4435-A3C3-D4FDC47687D0}"/>
              </a:ext>
            </a:extLst>
          </p:cNvPr>
          <p:cNvSpPr>
            <a:spLocks xmlns:a="http://schemas.openxmlformats.org/drawingml/2006/main" noGrp="1"/>
          </p:cNvSpPr>
          <p:nvPr/>
        </p:nvSpPr>
        <p:spPr>
          <a:xfrm xmlns:a="http://schemas.openxmlformats.org/drawingml/2006/main">
            <a:off x="6858000" y="1666875"/>
            <a:ext cx="438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9" name="">
            <a:extLst xmlns:a="http://schemas.openxmlformats.org/drawingml/2006/main">
              <a:ext uri="{FF2B5EF4-FFF2-40B4-BE49-F238E27FC236}">
                <a16:creationId xmlns:a16="http://schemas.microsoft.com/office/drawing/2014/main" id="{FFE2EBE8-8E4D-4650-B0F3-B9F7AC8869BB}"/>
              </a:ext>
            </a:extLst>
          </p:cNvPr>
          <p:cNvSpPr>
            <a:spLocks xmlns:a="http://schemas.openxmlformats.org/drawingml/2006/main" noGrp="1"/>
          </p:cNvSpPr>
          <p:nvPr/>
        </p:nvSpPr>
        <p:spPr>
          <a:xfrm xmlns:a="http://schemas.openxmlformats.org/drawingml/2006/main">
            <a:off x="6858000" y="1895475"/>
            <a:ext cx="4381500" cy="1295400"/>
          </a:xfrm>
          <a:prstGeom xmlns:a="http://schemas.openxmlformats.org/drawingml/2006/main" prst="roundRect">
            <a:avLst>
              <a:gd name="adj" fmla="val 5882"/>
            </a:avLst>
          </a:prstGeom>
          <a:solidFill xmlns:a="http://schemas.openxmlformats.org/drawingml/2006/main">
            <a:srgbClr val="EEF2F6"/>
          </a:solidFill>
          <a:ln xmlns:a="http://schemas.openxmlformats.org/drawingml/2006/main" w="9525">
            <a:solidFill>
              <a:srgbClr val="D9E1E8"/>
            </a:solidFill>
          </a:ln>
        </p:spPr>
      </p:sp>
      <p:sp>
        <p:nvSpPr>
          <p:cNvPr id="10" name="">
            <a:extLst xmlns:a="http://schemas.openxmlformats.org/drawingml/2006/main">
              <a:ext uri="{FF2B5EF4-FFF2-40B4-BE49-F238E27FC236}">
                <a16:creationId xmlns:a16="http://schemas.microsoft.com/office/drawing/2014/main" id="{4934221C-E657-476F-872F-00112DCC7919}"/>
              </a:ext>
            </a:extLst>
          </p:cNvPr>
          <p:cNvSpPr>
            <a:spLocks xmlns:a="http://schemas.openxmlformats.org/drawingml/2006/main" noGrp="1"/>
          </p:cNvSpPr>
          <p:nvPr/>
        </p:nvSpPr>
        <p:spPr>
          <a:xfrm xmlns:a="http://schemas.openxmlformats.org/drawingml/2006/main">
            <a:off x="7029450" y="1990725"/>
            <a:ext cx="4038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print('Learner session ready')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spark.range(5).show()</a:t>
            </a:r>
          </a:p>
        </p:txBody>
      </p:sp>
      <p:sp>
        <p:nvSpPr>
          <p:cNvPr id="11" name="">
            <a:extLst xmlns:a="http://schemas.openxmlformats.org/drawingml/2006/main">
              <a:ext uri="{FF2B5EF4-FFF2-40B4-BE49-F238E27FC236}">
                <a16:creationId xmlns:a16="http://schemas.microsoft.com/office/drawing/2014/main" id="{8244E482-7E73-4C8A-9C9F-FF05D56E1DE0}"/>
              </a:ext>
            </a:extLst>
          </p:cNvPr>
          <p:cNvSpPr>
            <a:spLocks xmlns:a="http://schemas.openxmlformats.org/drawingml/2006/main" noGrp="1"/>
          </p:cNvSpPr>
          <p:nvPr/>
        </p:nvSpPr>
        <p:spPr>
          <a:xfrm xmlns:a="http://schemas.openxmlformats.org/drawingml/2006/main">
            <a:off x="6858000" y="3476625"/>
            <a:ext cx="4381500" cy="1428750"/>
          </a:xfrm>
          <a:prstGeom xmlns:a="http://schemas.openxmlformats.org/drawingml/2006/main" prst="roundRect">
            <a:avLst>
              <a:gd name="adj" fmla="val 5333"/>
            </a:avLst>
          </a:prstGeom>
          <a:solidFill xmlns:a="http://schemas.openxmlformats.org/drawingml/2006/main">
            <a:srgbClr val="ECF7F1"/>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C502E4F3-0B03-418F-9ED8-2F69F828D979}"/>
              </a:ext>
            </a:extLst>
          </p:cNvPr>
          <p:cNvSpPr>
            <a:spLocks xmlns:a="http://schemas.openxmlformats.org/drawingml/2006/main" noGrp="1"/>
          </p:cNvSpPr>
          <p:nvPr/>
        </p:nvSpPr>
        <p:spPr>
          <a:xfrm xmlns:a="http://schemas.openxmlformats.org/drawingml/2006/main">
            <a:off x="7096125" y="361950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2F7D5A"/>
                </a:solidFill>
                <a:latin typeface="Bitstream Charter"/>
                <a:ea typeface="Bitstream Charter"/>
                <a:cs typeface="Bitstream Charter"/>
              </a:defRPr>
            </a:pPr>
            <a:r>
              <a:rPr sz="975" b="1">
                <a:solidFill>
                  <a:srgbClr val="2F7D5A"/>
                </a:solidFill>
                <a:latin typeface="Bitstream Charter"/>
                <a:ea typeface="Bitstream Charter"/>
                <a:cs typeface="Bitstream Charter"/>
              </a:rPr>
              <a:t>EXPECTED OUTPUT</a:t>
            </a:r>
          </a:p>
        </p:txBody>
      </p:sp>
      <p:sp>
        <p:nvSpPr>
          <p:cNvPr id="13" name="">
            <a:extLst xmlns:a="http://schemas.openxmlformats.org/drawingml/2006/main">
              <a:ext uri="{FF2B5EF4-FFF2-40B4-BE49-F238E27FC236}">
                <a16:creationId xmlns:a16="http://schemas.microsoft.com/office/drawing/2014/main" id="{7BD3E8BC-946C-443C-9755-81EDEED34D97}"/>
              </a:ext>
            </a:extLst>
          </p:cNvPr>
          <p:cNvSpPr>
            <a:spLocks xmlns:a="http://schemas.openxmlformats.org/drawingml/2006/main" noGrp="1"/>
          </p:cNvSpPr>
          <p:nvPr/>
        </p:nvSpPr>
        <p:spPr>
          <a:xfrm xmlns:a="http://schemas.openxmlformats.org/drawingml/2006/main">
            <a:off x="7096125" y="3952875"/>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056"/>
          </a:bodyPr>
          <a:lstStyle xmlns:a="http://schemas.openxmlformats.org/drawingml/2006/main"/>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id</a:t>
            </a:r>
          </a:p>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0</a:t>
            </a:r>
          </a:p>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1</a:t>
            </a:r>
          </a:p>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2</a:t>
            </a:r>
          </a:p>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3</a:t>
            </a:r>
          </a:p>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4</a:t>
            </a:r>
          </a:p>
        </p:txBody>
      </p:sp>
      <p:sp>
        <p:nvSpPr>
          <p:cNvPr id="14" name="">
            <a:extLst xmlns:a="http://schemas.openxmlformats.org/drawingml/2006/main">
              <a:ext uri="{FF2B5EF4-FFF2-40B4-BE49-F238E27FC236}">
                <a16:creationId xmlns:a16="http://schemas.microsoft.com/office/drawing/2014/main" id="{2A5F3FDE-FD83-4598-B88E-F5C98A5CC615}"/>
              </a:ext>
            </a:extLst>
          </p:cNvPr>
          <p:cNvSpPr>
            <a:spLocks xmlns:a="http://schemas.openxmlformats.org/drawingml/2006/main" noGrp="1"/>
          </p:cNvSpPr>
          <p:nvPr/>
        </p:nvSpPr>
        <p:spPr>
          <a:xfrm xmlns:a="http://schemas.openxmlformats.org/drawingml/2006/main">
            <a:off x="2000250" y="5286375"/>
            <a:ext cx="819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A03C3C"/>
                </a:solidFill>
                <a:latin typeface="Bitstream Charter"/>
                <a:ea typeface="Bitstream Charter"/>
                <a:cs typeface="Bitstream Charter"/>
              </a:defRPr>
            </a:pPr>
            <a:r>
              <a:rPr sz="1500" b="1">
                <a:solidFill>
                  <a:srgbClr val="A03C3C"/>
                </a:solidFill>
                <a:latin typeface="Bitstream Charter"/>
                <a:ea typeface="Bitstream Charter"/>
                <a:cs typeface="Bitstream Charter"/>
              </a:rPr>
              <a:t>If this fails, fix compute access before introducing DataFrames.</a:t>
            </a:r>
          </a:p>
        </p:txBody>
      </p:sp>
    </p:spTree>
    <p:extLst>
      <p:ext uri="{BB962C8B-B14F-4D97-AF65-F5344CB8AC3E}">
        <p14:creationId xmlns:p14="http://schemas.microsoft.com/office/powerpoint/2010/main" val="152061387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F4F2FDA-D724-421D-B1DD-229EF3CFE31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F3D606-2385-40BD-8CBB-E0D72332A9D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PySpark functions alias</a:t>
            </a:r>
          </a:p>
        </p:txBody>
      </p:sp>
      <p:sp>
        <p:nvSpPr>
          <p:cNvPr id="3" name="">
            <a:extLst xmlns:a="http://schemas.openxmlformats.org/drawingml/2006/main">
              <a:ext uri="{FF2B5EF4-FFF2-40B4-BE49-F238E27FC236}">
                <a16:creationId xmlns:a16="http://schemas.microsoft.com/office/drawing/2014/main" id="{5E3264DF-1144-4A4D-BECE-50D6119C7256}"/>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 Java comparison for from pyspark.sql import functions as F</a:t>
            </a:r>
          </a:p>
        </p:txBody>
      </p:sp>
      <p:sp>
        <p:nvSpPr>
          <p:cNvPr id="4" name="">
            <a:extLst xmlns:a="http://schemas.openxmlformats.org/drawingml/2006/main">
              <a:ext uri="{FF2B5EF4-FFF2-40B4-BE49-F238E27FC236}">
                <a16:creationId xmlns:a16="http://schemas.microsoft.com/office/drawing/2014/main" id="{DB66133C-C64A-4659-859E-CAAE957EE0ED}"/>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4D60D4-B1DF-4006-AA54-1B01B24EE64A}"/>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24723DB-1A86-4F69-8560-5F7835D2493D}"/>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36</a:t>
            </a:r>
          </a:p>
        </p:txBody>
      </p:sp>
      <p:sp>
        <p:nvSpPr>
          <p:cNvPr id="7" name="">
            <a:extLst xmlns:a="http://schemas.openxmlformats.org/drawingml/2006/main">
              <a:ext uri="{FF2B5EF4-FFF2-40B4-BE49-F238E27FC236}">
                <a16:creationId xmlns:a16="http://schemas.microsoft.com/office/drawing/2014/main" id="{41348084-FD5B-4EEA-AECE-86C1CC29CF15}"/>
              </a:ext>
            </a:extLst>
          </p:cNvPr>
          <p:cNvSpPr>
            <a:spLocks xmlns:a="http://schemas.openxmlformats.org/drawingml/2006/main" noGrp="1"/>
          </p:cNvSpPr>
          <p:nvPr/>
        </p:nvSpPr>
        <p:spPr>
          <a:xfrm xmlns:a="http://schemas.openxmlformats.org/drawingml/2006/main">
            <a:off x="666750" y="16668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PYTHON</a:t>
            </a:r>
          </a:p>
        </p:txBody>
      </p:sp>
      <p:sp>
        <p:nvSpPr>
          <p:cNvPr id="8" name="">
            <a:extLst xmlns:a="http://schemas.openxmlformats.org/drawingml/2006/main">
              <a:ext uri="{FF2B5EF4-FFF2-40B4-BE49-F238E27FC236}">
                <a16:creationId xmlns:a16="http://schemas.microsoft.com/office/drawing/2014/main" id="{B0C569C5-FDD8-4761-83D9-E56EA8E89B01}"/>
              </a:ext>
            </a:extLst>
          </p:cNvPr>
          <p:cNvSpPr>
            <a:spLocks xmlns:a="http://schemas.openxmlformats.org/drawingml/2006/main" noGrp="1"/>
          </p:cNvSpPr>
          <p:nvPr/>
        </p:nvSpPr>
        <p:spPr>
          <a:xfrm xmlns:a="http://schemas.openxmlformats.org/drawingml/2006/main">
            <a:off x="666750" y="1895475"/>
            <a:ext cx="5334000" cy="2200275"/>
          </a:xfrm>
          <a:prstGeom xmlns:a="http://schemas.openxmlformats.org/drawingml/2006/main" prst="roundRect">
            <a:avLst>
              <a:gd name="adj" fmla="val 3463"/>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66CBAB13-2485-47F0-A2AF-D09D004E7B44}"/>
              </a:ext>
            </a:extLst>
          </p:cNvPr>
          <p:cNvSpPr>
            <a:spLocks xmlns:a="http://schemas.openxmlformats.org/drawingml/2006/main" noGrp="1"/>
          </p:cNvSpPr>
          <p:nvPr/>
        </p:nvSpPr>
        <p:spPr>
          <a:xfrm xmlns:a="http://schemas.openxmlformats.org/drawingml/2006/main">
            <a:off x="838200" y="1990725"/>
            <a:ext cx="49911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pyspark.sql import functions as F</a:t>
            </a:r>
          </a:p>
          <a:p xmlns:a="http://schemas.openxmlformats.org/drawingml/2006/main">
            <a:r>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F.col('quantity')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F.round(F.col('quantity') * F.col('unit_price'), 2)</a:t>
            </a:r>
          </a:p>
        </p:txBody>
      </p:sp>
      <p:sp>
        <p:nvSpPr>
          <p:cNvPr id="10" name="">
            <a:extLst xmlns:a="http://schemas.openxmlformats.org/drawingml/2006/main">
              <a:ext uri="{FF2B5EF4-FFF2-40B4-BE49-F238E27FC236}">
                <a16:creationId xmlns:a16="http://schemas.microsoft.com/office/drawing/2014/main" id="{47949D79-2C92-4F34-9CC0-E91F0ECDBED0}"/>
              </a:ext>
            </a:extLst>
          </p:cNvPr>
          <p:cNvSpPr>
            <a:spLocks xmlns:a="http://schemas.openxmlformats.org/drawingml/2006/main" noGrp="1"/>
          </p:cNvSpPr>
          <p:nvPr/>
        </p:nvSpPr>
        <p:spPr>
          <a:xfrm xmlns:a="http://schemas.openxmlformats.org/drawingml/2006/main">
            <a:off x="6191250" y="1666875"/>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JAVA IDEA</a:t>
            </a:r>
          </a:p>
        </p:txBody>
      </p:sp>
      <p:sp>
        <p:nvSpPr>
          <p:cNvPr id="11" name="">
            <a:extLst xmlns:a="http://schemas.openxmlformats.org/drawingml/2006/main">
              <a:ext uri="{FF2B5EF4-FFF2-40B4-BE49-F238E27FC236}">
                <a16:creationId xmlns:a16="http://schemas.microsoft.com/office/drawing/2014/main" id="{CE1E7F51-21CB-4BF1-AE7D-BB57A27D9675}"/>
              </a:ext>
            </a:extLst>
          </p:cNvPr>
          <p:cNvSpPr>
            <a:spLocks xmlns:a="http://schemas.openxmlformats.org/drawingml/2006/main" noGrp="1"/>
          </p:cNvSpPr>
          <p:nvPr/>
        </p:nvSpPr>
        <p:spPr>
          <a:xfrm xmlns:a="http://schemas.openxmlformats.org/drawingml/2006/main">
            <a:off x="6191250" y="1895475"/>
            <a:ext cx="5334000" cy="2200275"/>
          </a:xfrm>
          <a:prstGeom xmlns:a="http://schemas.openxmlformats.org/drawingml/2006/main" prst="roundRect">
            <a:avLst>
              <a:gd name="adj" fmla="val 3463"/>
            </a:avLst>
          </a:prstGeom>
          <a:solidFill xmlns:a="http://schemas.openxmlformats.org/drawingml/2006/main">
            <a:srgbClr val="EEF2F6"/>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5AF32F64-B142-4EB1-99D1-E0A09E674A1C}"/>
              </a:ext>
            </a:extLst>
          </p:cNvPr>
          <p:cNvSpPr>
            <a:spLocks xmlns:a="http://schemas.openxmlformats.org/drawingml/2006/main" noGrp="1"/>
          </p:cNvSpPr>
          <p:nvPr/>
        </p:nvSpPr>
        <p:spPr>
          <a:xfrm xmlns:a="http://schemas.openxmlformats.org/drawingml/2006/main">
            <a:off x="6362700" y="1990725"/>
            <a:ext cx="49911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import static org.apache.spark.sql.functions.*;</a:t>
            </a:r>
          </a:p>
          <a:p xmlns:a="http://schemas.openxmlformats.org/drawingml/2006/main">
            <a:r>
              <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col("quantity")</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round(col("quantity").multiply(col("unit_price")), 2)</a:t>
            </a:r>
          </a:p>
        </p:txBody>
      </p:sp>
      <p:sp>
        <p:nvSpPr>
          <p:cNvPr id="13" name="">
            <a:extLst xmlns:a="http://schemas.openxmlformats.org/drawingml/2006/main">
              <a:ext uri="{FF2B5EF4-FFF2-40B4-BE49-F238E27FC236}">
                <a16:creationId xmlns:a16="http://schemas.microsoft.com/office/drawing/2014/main" id="{866ADF59-31A0-4D24-89A9-46E02FB3E54B}"/>
              </a:ext>
            </a:extLst>
          </p:cNvPr>
          <p:cNvSpPr>
            <a:spLocks xmlns:a="http://schemas.openxmlformats.org/drawingml/2006/main" noGrp="1"/>
          </p:cNvSpPr>
          <p:nvPr/>
        </p:nvSpPr>
        <p:spPr>
          <a:xfrm xmlns:a="http://schemas.openxmlformats.org/drawingml/2006/main">
            <a:off x="857250" y="4524375"/>
            <a:ext cx="304800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A15004ED-F999-40B4-B796-1957CA19D55F}"/>
              </a:ext>
            </a:extLst>
          </p:cNvPr>
          <p:cNvSpPr>
            <a:spLocks xmlns:a="http://schemas.openxmlformats.org/drawingml/2006/main" noGrp="1"/>
          </p:cNvSpPr>
          <p:nvPr/>
        </p:nvSpPr>
        <p:spPr>
          <a:xfrm xmlns:a="http://schemas.openxmlformats.org/drawingml/2006/main">
            <a:off x="857250" y="4524375"/>
            <a:ext cx="76200" cy="1000125"/>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C0D2CD5-6DD8-4317-AA04-6F3CD63350E9}"/>
              </a:ext>
            </a:extLst>
          </p:cNvPr>
          <p:cNvSpPr>
            <a:spLocks xmlns:a="http://schemas.openxmlformats.org/drawingml/2006/main" noGrp="1"/>
          </p:cNvSpPr>
          <p:nvPr/>
        </p:nvSpPr>
        <p:spPr>
          <a:xfrm xmlns:a="http://schemas.openxmlformats.org/drawingml/2006/main">
            <a:off x="1085850" y="46767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F is an alias</a:t>
            </a:r>
          </a:p>
        </p:txBody>
      </p:sp>
      <p:sp>
        <p:nvSpPr>
          <p:cNvPr id="16" name="">
            <a:extLst xmlns:a="http://schemas.openxmlformats.org/drawingml/2006/main">
              <a:ext uri="{FF2B5EF4-FFF2-40B4-BE49-F238E27FC236}">
                <a16:creationId xmlns:a16="http://schemas.microsoft.com/office/drawing/2014/main" id="{4A73E25E-A981-4866-B441-8AA3651FDA38}"/>
              </a:ext>
            </a:extLst>
          </p:cNvPr>
          <p:cNvSpPr>
            <a:spLocks xmlns:a="http://schemas.openxmlformats.org/drawingml/2006/main" noGrp="1"/>
          </p:cNvSpPr>
          <p:nvPr/>
        </p:nvSpPr>
        <p:spPr>
          <a:xfrm xmlns:a="http://schemas.openxmlformats.org/drawingml/2006/main">
            <a:off x="1085850" y="5019675"/>
            <a:ext cx="2628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03"/>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It refers to the pyspark.sql.functions module.</a:t>
            </a:r>
          </a:p>
        </p:txBody>
      </p:sp>
      <p:sp>
        <p:nvSpPr>
          <p:cNvPr id="17" name="">
            <a:extLst xmlns:a="http://schemas.openxmlformats.org/drawingml/2006/main">
              <a:ext uri="{FF2B5EF4-FFF2-40B4-BE49-F238E27FC236}">
                <a16:creationId xmlns:a16="http://schemas.microsoft.com/office/drawing/2014/main" id="{4986786F-7278-4ED5-8F07-AF6A6A9C94BA}"/>
              </a:ext>
            </a:extLst>
          </p:cNvPr>
          <p:cNvSpPr>
            <a:spLocks xmlns:a="http://schemas.openxmlformats.org/drawingml/2006/main" noGrp="1"/>
          </p:cNvSpPr>
          <p:nvPr/>
        </p:nvSpPr>
        <p:spPr>
          <a:xfrm xmlns:a="http://schemas.openxmlformats.org/drawingml/2006/main">
            <a:off x="4572000" y="4524375"/>
            <a:ext cx="304800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18" name="">
            <a:extLst xmlns:a="http://schemas.openxmlformats.org/drawingml/2006/main">
              <a:ext uri="{FF2B5EF4-FFF2-40B4-BE49-F238E27FC236}">
                <a16:creationId xmlns:a16="http://schemas.microsoft.com/office/drawing/2014/main" id="{E9DE3D5B-317C-4167-A824-3BE63B2288E7}"/>
              </a:ext>
            </a:extLst>
          </p:cNvPr>
          <p:cNvSpPr>
            <a:spLocks xmlns:a="http://schemas.openxmlformats.org/drawingml/2006/main" noGrp="1"/>
          </p:cNvSpPr>
          <p:nvPr/>
        </p:nvSpPr>
        <p:spPr>
          <a:xfrm xmlns:a="http://schemas.openxmlformats.org/drawingml/2006/main">
            <a:off x="4572000" y="4524375"/>
            <a:ext cx="76200" cy="1000125"/>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52F1D02-E123-42E2-8042-775D8509C109}"/>
              </a:ext>
            </a:extLst>
          </p:cNvPr>
          <p:cNvSpPr>
            <a:spLocks xmlns:a="http://schemas.openxmlformats.org/drawingml/2006/main" noGrp="1"/>
          </p:cNvSpPr>
          <p:nvPr/>
        </p:nvSpPr>
        <p:spPr>
          <a:xfrm xmlns:a="http://schemas.openxmlformats.org/drawingml/2006/main">
            <a:off x="4800600" y="46767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F.col builds an expression</a:t>
            </a:r>
          </a:p>
        </p:txBody>
      </p:sp>
      <p:sp>
        <p:nvSpPr>
          <p:cNvPr id="20" name="">
            <a:extLst xmlns:a="http://schemas.openxmlformats.org/drawingml/2006/main">
              <a:ext uri="{FF2B5EF4-FFF2-40B4-BE49-F238E27FC236}">
                <a16:creationId xmlns:a16="http://schemas.microsoft.com/office/drawing/2014/main" id="{9319216C-28EF-452C-A0C0-68961CF58D2E}"/>
              </a:ext>
            </a:extLst>
          </p:cNvPr>
          <p:cNvSpPr>
            <a:spLocks xmlns:a="http://schemas.openxmlformats.org/drawingml/2006/main" noGrp="1"/>
          </p:cNvSpPr>
          <p:nvPr/>
        </p:nvSpPr>
        <p:spPr>
          <a:xfrm xmlns:a="http://schemas.openxmlformats.org/drawingml/2006/main">
            <a:off x="4800600" y="5019675"/>
            <a:ext cx="2628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317"/>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It identifies a DataFrame column for Spark.</a:t>
            </a:r>
          </a:p>
        </p:txBody>
      </p:sp>
      <p:sp>
        <p:nvSpPr>
          <p:cNvPr id="21" name="">
            <a:extLst xmlns:a="http://schemas.openxmlformats.org/drawingml/2006/main">
              <a:ext uri="{FF2B5EF4-FFF2-40B4-BE49-F238E27FC236}">
                <a16:creationId xmlns:a16="http://schemas.microsoft.com/office/drawing/2014/main" id="{BF5B02A8-C0F0-4B0E-A32A-BDD2C0D37AA3}"/>
              </a:ext>
            </a:extLst>
          </p:cNvPr>
          <p:cNvSpPr>
            <a:spLocks xmlns:a="http://schemas.openxmlformats.org/drawingml/2006/main" noGrp="1"/>
          </p:cNvSpPr>
          <p:nvPr/>
        </p:nvSpPr>
        <p:spPr>
          <a:xfrm xmlns:a="http://schemas.openxmlformats.org/drawingml/2006/main">
            <a:off x="8286750" y="4524375"/>
            <a:ext cx="3048000" cy="1000125"/>
          </a:xfrm>
          <a:prstGeom xmlns:a="http://schemas.openxmlformats.org/drawingml/2006/main" prst="roundRect">
            <a:avLst>
              <a:gd name="adj" fmla="val 7619"/>
            </a:avLst>
          </a:prstGeom>
          <a:solidFill xmlns:a="http://schemas.openxmlformats.org/drawingml/2006/main">
            <a:srgbClr val="F3F7FA"/>
          </a:solidFill>
          <a:ln xmlns:a="http://schemas.openxmlformats.org/drawingml/2006/main" w="9525">
            <a:solidFill>
              <a:srgbClr val="D9E1E8"/>
            </a:solidFill>
          </a:ln>
        </p:spPr>
      </p:sp>
      <p:sp>
        <p:nvSpPr>
          <p:cNvPr id="22" name="">
            <a:extLst xmlns:a="http://schemas.openxmlformats.org/drawingml/2006/main">
              <a:ext uri="{FF2B5EF4-FFF2-40B4-BE49-F238E27FC236}">
                <a16:creationId xmlns:a16="http://schemas.microsoft.com/office/drawing/2014/main" id="{1E2E5B32-E92A-4551-8D71-E149E0B01386}"/>
              </a:ext>
            </a:extLst>
          </p:cNvPr>
          <p:cNvSpPr>
            <a:spLocks xmlns:a="http://schemas.openxmlformats.org/drawingml/2006/main" noGrp="1"/>
          </p:cNvSpPr>
          <p:nvPr/>
        </p:nvSpPr>
        <p:spPr>
          <a:xfrm xmlns:a="http://schemas.openxmlformats.org/drawingml/2006/main">
            <a:off x="8286750" y="4524375"/>
            <a:ext cx="76200" cy="1000125"/>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19D804B-C07B-4E92-B73D-CD9B6419E99E}"/>
              </a:ext>
            </a:extLst>
          </p:cNvPr>
          <p:cNvSpPr>
            <a:spLocks xmlns:a="http://schemas.openxmlformats.org/drawingml/2006/main" noGrp="1"/>
          </p:cNvSpPr>
          <p:nvPr/>
        </p:nvSpPr>
        <p:spPr>
          <a:xfrm xmlns:a="http://schemas.openxmlformats.org/drawingml/2006/main">
            <a:off x="8515350" y="46767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Spark evaluates later</a:t>
            </a:r>
          </a:p>
        </p:txBody>
      </p:sp>
      <p:sp>
        <p:nvSpPr>
          <p:cNvPr id="24" name="">
            <a:extLst xmlns:a="http://schemas.openxmlformats.org/drawingml/2006/main">
              <a:ext uri="{FF2B5EF4-FFF2-40B4-BE49-F238E27FC236}">
                <a16:creationId xmlns:a16="http://schemas.microsoft.com/office/drawing/2014/main" id="{071163F5-E242-4782-89F7-C4B6ED74E2FD}"/>
              </a:ext>
            </a:extLst>
          </p:cNvPr>
          <p:cNvSpPr>
            <a:spLocks xmlns:a="http://schemas.openxmlformats.org/drawingml/2006/main" noGrp="1"/>
          </p:cNvSpPr>
          <p:nvPr/>
        </p:nvSpPr>
        <p:spPr>
          <a:xfrm xmlns:a="http://schemas.openxmlformats.org/drawingml/2006/main">
            <a:off x="8515350" y="5019675"/>
            <a:ext cx="2628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The expression joins the logical plan.</a:t>
            </a:r>
          </a:p>
        </p:txBody>
      </p:sp>
    </p:spTree>
    <p:extLst>
      <p:ext uri="{BB962C8B-B14F-4D97-AF65-F5344CB8AC3E}">
        <p14:creationId xmlns:p14="http://schemas.microsoft.com/office/powerpoint/2010/main" val="58668665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DB3297-E68F-4FDF-87CC-A5BD9360776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E47113-0700-47CD-8A1B-E39468F519BA}"/>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Orders input data</a:t>
            </a:r>
          </a:p>
        </p:txBody>
      </p:sp>
      <p:sp>
        <p:nvSpPr>
          <p:cNvPr id="3" name="">
            <a:extLst xmlns:a="http://schemas.openxmlformats.org/drawingml/2006/main">
              <a:ext uri="{FF2B5EF4-FFF2-40B4-BE49-F238E27FC236}">
                <a16:creationId xmlns:a16="http://schemas.microsoft.com/office/drawing/2014/main" id="{40A2682F-9A07-453C-823B-65F440C4E33A}"/>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Five rows make every calculation visible</a:t>
            </a:r>
          </a:p>
        </p:txBody>
      </p:sp>
      <p:sp>
        <p:nvSpPr>
          <p:cNvPr id="4" name="">
            <a:extLst xmlns:a="http://schemas.openxmlformats.org/drawingml/2006/main">
              <a:ext uri="{FF2B5EF4-FFF2-40B4-BE49-F238E27FC236}">
                <a16:creationId xmlns:a16="http://schemas.microsoft.com/office/drawing/2014/main" id="{6CBF1D7F-E4CD-46AC-B986-6A3F4F4D946B}"/>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1681C8-6DA5-4BAA-9EB3-1C9ECD81B03D}"/>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83940337-FE63-4624-96D1-886A6783503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37</a:t>
            </a:r>
          </a:p>
        </p:txBody>
      </p:sp>
      <p:graphicFrame>
        <p:nvGraphicFramePr>
          <p:cNvPr id="15" name=""/>
          <p:cNvGraphicFramePr/>
          <p:nvPr/>
        </p:nvGraphicFramePr>
        <p:xfrm>
          <a:off xmlns:a="http://schemas.openxmlformats.org/drawingml/2006/main" x="1428750" y="1666875"/>
          <a:ext xmlns:a="http://schemas.openxmlformats.org/drawingml/2006/main" cx="9334500" cy="3143250"/>
        </p:xfrm>
        <a:graphic xmlns:a="http://schemas.openxmlformats.org/drawingml/2006/main">
          <a:graphicData uri="http://schemas.openxmlformats.org/drawingml/2006/table">
            <a:tbl>
              <a:tblPr firstRow="1" bandRow="1"/>
              <a:tblGrid>
                <a:gridCol w="2095500"/>
                <a:gridCol w="2857500"/>
                <a:gridCol w="2095500"/>
                <a:gridCol w="2286000"/>
              </a:tblGrid>
              <a:tr h="523875">
                <a:tc>
                  <a:txBody>
                    <a:bodyPr/>
                    <a:lstStyle/>
                    <a:p>
                      <a:r>
                        <a:rPr sz="1050" b="1">
                          <a:solidFill>
                            <a:srgbClr val="FFFFFF"/>
                          </a:solidFill>
                          <a:latin typeface="Bitstream Charter"/>
                          <a:ea typeface="Bitstream Charter"/>
                          <a:cs typeface="Bitstream Charter"/>
                        </a:rPr>
                        <a:t>order_id</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product</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quantity</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unit_price</a:t>
                      </a:r>
                    </a:p>
                  </a:txBody>
                  <a:tcPr marL="91440" marR="91440" marT="45720" marB="45720">
                    <a:solidFill>
                      <a:srgbClr val="071C2C"/>
                    </a:solidFill>
                  </a:tcPr>
                </a:tc>
              </a:tr>
              <a:tr h="523875">
                <a:tc>
                  <a:txBody>
                    <a:bodyPr/>
                    <a:lstStyle/>
                    <a:p>
                      <a:r>
                        <a:rPr sz="975">
                          <a:solidFill>
                            <a:srgbClr val="17202A"/>
                          </a:solidFill>
                          <a:latin typeface="Bitstream Charter"/>
                          <a:ea typeface="Bitstream Charter"/>
                          <a:cs typeface="Bitstream Charter"/>
                        </a:rPr>
                        <a:t>1001</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Keyboard</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2</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45.00</a:t>
                      </a:r>
                    </a:p>
                  </a:txBody>
                  <a:tcPr marL="91440" marR="91440" marT="45720" marB="45720">
                    <a:solidFill>
                      <a:srgbClr val="FFFFFF"/>
                    </a:solidFill>
                  </a:tcPr>
                </a:tc>
              </a:tr>
              <a:tr h="523875">
                <a:tc>
                  <a:txBody>
                    <a:bodyPr/>
                    <a:lstStyle/>
                    <a:p>
                      <a:r>
                        <a:rPr sz="975">
                          <a:solidFill>
                            <a:srgbClr val="17202A"/>
                          </a:solidFill>
                          <a:latin typeface="Bitstream Charter"/>
                          <a:ea typeface="Bitstream Charter"/>
                          <a:cs typeface="Bitstream Charter"/>
                        </a:rPr>
                        <a:t>1002</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Mouse</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1</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25.00</a:t>
                      </a:r>
                    </a:p>
                  </a:txBody>
                  <a:tcPr marL="91440" marR="91440" marT="45720" marB="45720">
                    <a:solidFill>
                      <a:srgbClr val="F3F7FA"/>
                    </a:solidFill>
                  </a:tcPr>
                </a:tc>
              </a:tr>
              <a:tr h="523875">
                <a:tc>
                  <a:txBody>
                    <a:bodyPr/>
                    <a:lstStyle/>
                    <a:p>
                      <a:r>
                        <a:rPr sz="975">
                          <a:solidFill>
                            <a:srgbClr val="17202A"/>
                          </a:solidFill>
                          <a:latin typeface="Bitstream Charter"/>
                          <a:ea typeface="Bitstream Charter"/>
                          <a:cs typeface="Bitstream Charter"/>
                        </a:rPr>
                        <a:t>1003</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Monitor</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2</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220.00</a:t>
                      </a:r>
                    </a:p>
                  </a:txBody>
                  <a:tcPr marL="91440" marR="91440" marT="45720" marB="45720">
                    <a:solidFill>
                      <a:srgbClr val="FFFFFF"/>
                    </a:solidFill>
                  </a:tcPr>
                </a:tc>
              </a:tr>
              <a:tr h="523875">
                <a:tc>
                  <a:txBody>
                    <a:bodyPr/>
                    <a:lstStyle/>
                    <a:p>
                      <a:r>
                        <a:rPr sz="975">
                          <a:solidFill>
                            <a:srgbClr val="17202A"/>
                          </a:solidFill>
                          <a:latin typeface="Bitstream Charter"/>
                          <a:ea typeface="Bitstream Charter"/>
                          <a:cs typeface="Bitstream Charter"/>
                        </a:rPr>
                        <a:t>1004</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Keyboard</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3</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45.00</a:t>
                      </a:r>
                    </a:p>
                  </a:txBody>
                  <a:tcPr marL="91440" marR="91440" marT="45720" marB="45720">
                    <a:solidFill>
                      <a:srgbClr val="F3F7FA"/>
                    </a:solidFill>
                  </a:tcPr>
                </a:tc>
              </a:tr>
              <a:tr h="523875">
                <a:tc>
                  <a:txBody>
                    <a:bodyPr/>
                    <a:lstStyle/>
                    <a:p>
                      <a:r>
                        <a:rPr sz="975">
                          <a:solidFill>
                            <a:srgbClr val="17202A"/>
                          </a:solidFill>
                          <a:latin typeface="Bitstream Charter"/>
                          <a:ea typeface="Bitstream Charter"/>
                          <a:cs typeface="Bitstream Charter"/>
                        </a:rPr>
                        <a:t>1005</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Mouse</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4</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25.00</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C0F5BBD-AD45-4CE1-8AF4-1C3E6303DF5E}"/>
              </a:ext>
            </a:extLst>
          </p:cNvPr>
          <p:cNvSpPr>
            <a:spLocks xmlns:a="http://schemas.openxmlformats.org/drawingml/2006/main" noGrp="1"/>
          </p:cNvSpPr>
          <p:nvPr/>
        </p:nvSpPr>
        <p:spPr>
          <a:xfrm xmlns:a="http://schemas.openxmlformats.org/drawingml/2006/main">
            <a:off x="2000250" y="5286375"/>
            <a:ext cx="819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2E74B5"/>
                </a:solidFill>
                <a:latin typeface="Bitstream Charter"/>
                <a:ea typeface="Bitstream Charter"/>
                <a:cs typeface="Bitstream Charter"/>
              </a:defRPr>
            </a:pPr>
            <a:r>
              <a:rPr sz="1575" b="1">
                <a:solidFill>
                  <a:srgbClr val="2E74B5"/>
                </a:solidFill>
                <a:latin typeface="Bitstream Charter"/>
                <a:ea typeface="Bitstream Charter"/>
                <a:cs typeface="Bitstream Charter"/>
              </a:rPr>
              <a:t>Prediction question: Which order will have the highest order_total?</a:t>
            </a:r>
          </a:p>
        </p:txBody>
      </p:sp>
    </p:spTree>
    <p:extLst>
      <p:ext uri="{BB962C8B-B14F-4D97-AF65-F5344CB8AC3E}">
        <p14:creationId xmlns:p14="http://schemas.microsoft.com/office/powerpoint/2010/main" val="121019657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4B07F5-02F0-4C30-8FA6-0D3B49F457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B79209-6704-4BA0-8F90-E3347C59ACA6}"/>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Order total calculation</a:t>
            </a:r>
          </a:p>
        </p:txBody>
      </p:sp>
      <p:sp>
        <p:nvSpPr>
          <p:cNvPr id="3" name="">
            <a:extLst xmlns:a="http://schemas.openxmlformats.org/drawingml/2006/main">
              <a:ext uri="{FF2B5EF4-FFF2-40B4-BE49-F238E27FC236}">
                <a16:creationId xmlns:a16="http://schemas.microsoft.com/office/drawing/2014/main" id="{823165A3-70E0-4EF7-93AD-8C3A33873B6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quantity multiplied by unit_price</a:t>
            </a:r>
          </a:p>
        </p:txBody>
      </p:sp>
      <p:sp>
        <p:nvSpPr>
          <p:cNvPr id="4" name="">
            <a:extLst xmlns:a="http://schemas.openxmlformats.org/drawingml/2006/main">
              <a:ext uri="{FF2B5EF4-FFF2-40B4-BE49-F238E27FC236}">
                <a16:creationId xmlns:a16="http://schemas.microsoft.com/office/drawing/2014/main" id="{2086FFE2-ACBC-47EC-8109-9FBC8C670A8D}"/>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7A10B2-CD70-4ED5-8495-C92BC51270A0}"/>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A4820B5-7687-45E0-8E64-835B91281C81}"/>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38</a:t>
            </a:r>
          </a:p>
        </p:txBody>
      </p:sp>
      <p:sp>
        <p:nvSpPr>
          <p:cNvPr id="7" name="">
            <a:extLst xmlns:a="http://schemas.openxmlformats.org/drawingml/2006/main">
              <a:ext uri="{FF2B5EF4-FFF2-40B4-BE49-F238E27FC236}">
                <a16:creationId xmlns:a16="http://schemas.microsoft.com/office/drawing/2014/main" id="{9A0B91C8-033C-4CD7-BDE4-93B39BA411DD}"/>
              </a:ext>
            </a:extLst>
          </p:cNvPr>
          <p:cNvSpPr>
            <a:spLocks xmlns:a="http://schemas.openxmlformats.org/drawingml/2006/main" noGrp="1"/>
          </p:cNvSpPr>
          <p:nvPr/>
        </p:nvSpPr>
        <p:spPr>
          <a:xfrm xmlns:a="http://schemas.openxmlformats.org/drawingml/2006/main">
            <a:off x="2381250" y="1571625"/>
            <a:ext cx="742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071C2C"/>
                </a:solidFill>
                <a:latin typeface="Bitstream Charter"/>
                <a:ea typeface="Bitstream Charter"/>
                <a:cs typeface="Bitstream Charter"/>
              </a:defRPr>
            </a:pPr>
            <a:r>
              <a:rPr sz="2550" b="1">
                <a:solidFill>
                  <a:srgbClr val="071C2C"/>
                </a:solidFill>
                <a:latin typeface="Bitstream Charter"/>
                <a:ea typeface="Bitstream Charter"/>
                <a:cs typeface="Bitstream Charter"/>
              </a:rPr>
              <a:t>order_total = quantity × unit_price</a:t>
            </a:r>
          </a:p>
        </p:txBody>
      </p:sp>
      <p:sp>
        <p:nvSpPr>
          <p:cNvPr id="8" name="">
            <a:extLst xmlns:a="http://schemas.openxmlformats.org/drawingml/2006/main">
              <a:ext uri="{FF2B5EF4-FFF2-40B4-BE49-F238E27FC236}">
                <a16:creationId xmlns:a16="http://schemas.microsoft.com/office/drawing/2014/main" id="{A7F43D9E-4FB8-459C-ADE5-F6F8CA79E3E0}"/>
              </a:ext>
            </a:extLst>
          </p:cNvPr>
          <p:cNvSpPr>
            <a:spLocks xmlns:a="http://schemas.openxmlformats.org/drawingml/2006/main" noGrp="1"/>
          </p:cNvSpPr>
          <p:nvPr/>
        </p:nvSpPr>
        <p:spPr>
          <a:xfrm xmlns:a="http://schemas.openxmlformats.org/drawingml/2006/main">
            <a:off x="714375" y="2714625"/>
            <a:ext cx="31432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6F6FEB72-5512-4E69-A8E5-F7CE88BB1E4A}"/>
              </a:ext>
            </a:extLst>
          </p:cNvPr>
          <p:cNvSpPr>
            <a:spLocks xmlns:a="http://schemas.openxmlformats.org/drawingml/2006/main" noGrp="1"/>
          </p:cNvSpPr>
          <p:nvPr/>
        </p:nvSpPr>
        <p:spPr>
          <a:xfrm xmlns:a="http://schemas.openxmlformats.org/drawingml/2006/main">
            <a:off x="714375" y="2714625"/>
            <a:ext cx="76200" cy="18097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A4DC2B-1155-4220-A7B3-713D632E1217}"/>
              </a:ext>
            </a:extLst>
          </p:cNvPr>
          <p:cNvSpPr>
            <a:spLocks xmlns:a="http://schemas.openxmlformats.org/drawingml/2006/main" noGrp="1"/>
          </p:cNvSpPr>
          <p:nvPr/>
        </p:nvSpPr>
        <p:spPr>
          <a:xfrm xmlns:a="http://schemas.openxmlformats.org/drawingml/2006/main">
            <a:off x="942975" y="286702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Order 1001</a:t>
            </a:r>
          </a:p>
        </p:txBody>
      </p:sp>
      <p:sp>
        <p:nvSpPr>
          <p:cNvPr id="11" name="">
            <a:extLst xmlns:a="http://schemas.openxmlformats.org/drawingml/2006/main">
              <a:ext uri="{FF2B5EF4-FFF2-40B4-BE49-F238E27FC236}">
                <a16:creationId xmlns:a16="http://schemas.microsoft.com/office/drawing/2014/main" id="{4BD4CD02-551B-48E9-B426-485F3733499F}"/>
              </a:ext>
            </a:extLst>
          </p:cNvPr>
          <p:cNvSpPr>
            <a:spLocks xmlns:a="http://schemas.openxmlformats.org/drawingml/2006/main" noGrp="1"/>
          </p:cNvSpPr>
          <p:nvPr/>
        </p:nvSpPr>
        <p:spPr>
          <a:xfrm xmlns:a="http://schemas.openxmlformats.org/drawingml/2006/main">
            <a:off x="942975" y="3209925"/>
            <a:ext cx="27241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Keyboard</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2 × 45.00 = 90.00</a:t>
            </a:r>
          </a:p>
        </p:txBody>
      </p:sp>
      <p:sp>
        <p:nvSpPr>
          <p:cNvPr id="12" name="">
            <a:extLst xmlns:a="http://schemas.openxmlformats.org/drawingml/2006/main">
              <a:ext uri="{FF2B5EF4-FFF2-40B4-BE49-F238E27FC236}">
                <a16:creationId xmlns:a16="http://schemas.microsoft.com/office/drawing/2014/main" id="{83B74006-E4D2-4F39-8513-AC18D5920612}"/>
              </a:ext>
            </a:extLst>
          </p:cNvPr>
          <p:cNvSpPr>
            <a:spLocks xmlns:a="http://schemas.openxmlformats.org/drawingml/2006/main" noGrp="1"/>
          </p:cNvSpPr>
          <p:nvPr/>
        </p:nvSpPr>
        <p:spPr>
          <a:xfrm xmlns:a="http://schemas.openxmlformats.org/drawingml/2006/main">
            <a:off x="4524375" y="2714625"/>
            <a:ext cx="31432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13" name="">
            <a:extLst xmlns:a="http://schemas.openxmlformats.org/drawingml/2006/main">
              <a:ext uri="{FF2B5EF4-FFF2-40B4-BE49-F238E27FC236}">
                <a16:creationId xmlns:a16="http://schemas.microsoft.com/office/drawing/2014/main" id="{D9626BF0-81D9-4F3F-90CA-9A0DC12523E2}"/>
              </a:ext>
            </a:extLst>
          </p:cNvPr>
          <p:cNvSpPr>
            <a:spLocks xmlns:a="http://schemas.openxmlformats.org/drawingml/2006/main" noGrp="1"/>
          </p:cNvSpPr>
          <p:nvPr/>
        </p:nvSpPr>
        <p:spPr>
          <a:xfrm xmlns:a="http://schemas.openxmlformats.org/drawingml/2006/main">
            <a:off x="4524375" y="2714625"/>
            <a:ext cx="76200" cy="18097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1927E1-E9BF-47B5-9632-DB0CE66B5DCF}"/>
              </a:ext>
            </a:extLst>
          </p:cNvPr>
          <p:cNvSpPr>
            <a:spLocks xmlns:a="http://schemas.openxmlformats.org/drawingml/2006/main" noGrp="1"/>
          </p:cNvSpPr>
          <p:nvPr/>
        </p:nvSpPr>
        <p:spPr>
          <a:xfrm xmlns:a="http://schemas.openxmlformats.org/drawingml/2006/main">
            <a:off x="4752975" y="286702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Order 1003</a:t>
            </a:r>
          </a:p>
        </p:txBody>
      </p:sp>
      <p:sp>
        <p:nvSpPr>
          <p:cNvPr id="15" name="">
            <a:extLst xmlns:a="http://schemas.openxmlformats.org/drawingml/2006/main">
              <a:ext uri="{FF2B5EF4-FFF2-40B4-BE49-F238E27FC236}">
                <a16:creationId xmlns:a16="http://schemas.microsoft.com/office/drawing/2014/main" id="{4C8A9280-72CA-4943-901F-FBDAC0C762D7}"/>
              </a:ext>
            </a:extLst>
          </p:cNvPr>
          <p:cNvSpPr>
            <a:spLocks xmlns:a="http://schemas.openxmlformats.org/drawingml/2006/main" noGrp="1"/>
          </p:cNvSpPr>
          <p:nvPr/>
        </p:nvSpPr>
        <p:spPr>
          <a:xfrm xmlns:a="http://schemas.openxmlformats.org/drawingml/2006/main">
            <a:off x="4752975" y="3209925"/>
            <a:ext cx="27241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Monitor</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2 × 220.00 = 440.00</a:t>
            </a:r>
          </a:p>
        </p:txBody>
      </p:sp>
      <p:sp>
        <p:nvSpPr>
          <p:cNvPr id="16" name="">
            <a:extLst xmlns:a="http://schemas.openxmlformats.org/drawingml/2006/main">
              <a:ext uri="{FF2B5EF4-FFF2-40B4-BE49-F238E27FC236}">
                <a16:creationId xmlns:a16="http://schemas.microsoft.com/office/drawing/2014/main" id="{045189A0-B41D-4071-B942-6D42B496688C}"/>
              </a:ext>
            </a:extLst>
          </p:cNvPr>
          <p:cNvSpPr>
            <a:spLocks xmlns:a="http://schemas.openxmlformats.org/drawingml/2006/main" noGrp="1"/>
          </p:cNvSpPr>
          <p:nvPr/>
        </p:nvSpPr>
        <p:spPr>
          <a:xfrm xmlns:a="http://schemas.openxmlformats.org/drawingml/2006/main">
            <a:off x="8334375" y="2714625"/>
            <a:ext cx="3143250" cy="1809750"/>
          </a:xfrm>
          <a:prstGeom xmlns:a="http://schemas.openxmlformats.org/drawingml/2006/main" prst="roundRect">
            <a:avLst>
              <a:gd name="adj" fmla="val 4211"/>
            </a:avLst>
          </a:prstGeom>
          <a:solidFill xmlns:a="http://schemas.openxmlformats.org/drawingml/2006/main">
            <a:srgbClr val="F3F7FA"/>
          </a:solidFill>
          <a:ln xmlns:a="http://schemas.openxmlformats.org/drawingml/2006/main" w="9525">
            <a:solidFill>
              <a:srgbClr val="D9E1E8"/>
            </a:solidFill>
          </a:ln>
        </p:spPr>
      </p:sp>
      <p:sp>
        <p:nvSpPr>
          <p:cNvPr id="17" name="">
            <a:extLst xmlns:a="http://schemas.openxmlformats.org/drawingml/2006/main">
              <a:ext uri="{FF2B5EF4-FFF2-40B4-BE49-F238E27FC236}">
                <a16:creationId xmlns:a16="http://schemas.microsoft.com/office/drawing/2014/main" id="{0243F3B8-037C-4C40-9E28-5198BB92B75D}"/>
              </a:ext>
            </a:extLst>
          </p:cNvPr>
          <p:cNvSpPr>
            <a:spLocks xmlns:a="http://schemas.openxmlformats.org/drawingml/2006/main" noGrp="1"/>
          </p:cNvSpPr>
          <p:nvPr/>
        </p:nvSpPr>
        <p:spPr>
          <a:xfrm xmlns:a="http://schemas.openxmlformats.org/drawingml/2006/main">
            <a:off x="8334375" y="2714625"/>
            <a:ext cx="76200" cy="18097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4CC4CFA-9A72-4FC4-A303-2537A3CBE2C9}"/>
              </a:ext>
            </a:extLst>
          </p:cNvPr>
          <p:cNvSpPr>
            <a:spLocks xmlns:a="http://schemas.openxmlformats.org/drawingml/2006/main" noGrp="1"/>
          </p:cNvSpPr>
          <p:nvPr/>
        </p:nvSpPr>
        <p:spPr>
          <a:xfrm xmlns:a="http://schemas.openxmlformats.org/drawingml/2006/main">
            <a:off x="8562975" y="286702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Order 1005</a:t>
            </a:r>
          </a:p>
        </p:txBody>
      </p:sp>
      <p:sp>
        <p:nvSpPr>
          <p:cNvPr id="19" name="">
            <a:extLst xmlns:a="http://schemas.openxmlformats.org/drawingml/2006/main">
              <a:ext uri="{FF2B5EF4-FFF2-40B4-BE49-F238E27FC236}">
                <a16:creationId xmlns:a16="http://schemas.microsoft.com/office/drawing/2014/main" id="{615136B8-807A-4BF4-A802-52C9B56A5B69}"/>
              </a:ext>
            </a:extLst>
          </p:cNvPr>
          <p:cNvSpPr>
            <a:spLocks xmlns:a="http://schemas.openxmlformats.org/drawingml/2006/main" noGrp="1"/>
          </p:cNvSpPr>
          <p:nvPr/>
        </p:nvSpPr>
        <p:spPr>
          <a:xfrm xmlns:a="http://schemas.openxmlformats.org/drawingml/2006/main">
            <a:off x="8562975" y="3209925"/>
            <a:ext cx="27241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Mouse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4 × 25.00 = 100.00</a:t>
            </a:r>
          </a:p>
        </p:txBody>
      </p:sp>
      <p:sp>
        <p:nvSpPr>
          <p:cNvPr id="20" name="">
            <a:extLst xmlns:a="http://schemas.openxmlformats.org/drawingml/2006/main">
              <a:ext uri="{FF2B5EF4-FFF2-40B4-BE49-F238E27FC236}">
                <a16:creationId xmlns:a16="http://schemas.microsoft.com/office/drawing/2014/main" id="{3B325B65-5D2E-4F62-ACA8-16782019B513}"/>
              </a:ext>
            </a:extLst>
          </p:cNvPr>
          <p:cNvSpPr>
            <a:spLocks xmlns:a="http://schemas.openxmlformats.org/drawingml/2006/main" noGrp="1"/>
          </p:cNvSpPr>
          <p:nvPr/>
        </p:nvSpPr>
        <p:spPr>
          <a:xfrm xmlns:a="http://schemas.openxmlformats.org/drawingml/2006/main">
            <a:off x="1666875" y="5095875"/>
            <a:ext cx="885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5B6875"/>
                </a:solidFill>
                <a:latin typeface="Bitstream Charter"/>
                <a:ea typeface="Bitstream Charter"/>
                <a:cs typeface="Bitstream Charter"/>
              </a:defRPr>
            </a:pPr>
            <a:r>
              <a:rPr sz="1425" b="0">
                <a:solidFill>
                  <a:srgbClr val="5B6875"/>
                </a:solidFill>
                <a:latin typeface="Bitstream Charter"/>
                <a:ea typeface="Bitstream Charter"/>
                <a:cs typeface="Bitstream Charter"/>
              </a:rPr>
              <a:t>round(..., 2) keeps the displayed monetary result at two decimal places.</a:t>
            </a:r>
          </a:p>
        </p:txBody>
      </p:sp>
    </p:spTree>
    <p:extLst>
      <p:ext uri="{BB962C8B-B14F-4D97-AF65-F5344CB8AC3E}">
        <p14:creationId xmlns:p14="http://schemas.microsoft.com/office/powerpoint/2010/main" val="59851406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DCA0E69-AFD9-4EFD-B65E-0FFCE4195B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5B492F-945F-4757-9CB3-3AA1F6F02B30}"/>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DataFrame transformation walkthrough</a:t>
            </a:r>
          </a:p>
        </p:txBody>
      </p:sp>
      <p:sp>
        <p:nvSpPr>
          <p:cNvPr id="3" name="">
            <a:extLst xmlns:a="http://schemas.openxmlformats.org/drawingml/2006/main">
              <a:ext uri="{FF2B5EF4-FFF2-40B4-BE49-F238E27FC236}">
                <a16:creationId xmlns:a16="http://schemas.microsoft.com/office/drawing/2014/main" id="{BEF4E1E3-427E-4815-8B26-FEC1CE5D9F27}"/>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Observe the table after each operation</a:t>
            </a:r>
          </a:p>
        </p:txBody>
      </p:sp>
      <p:sp>
        <p:nvSpPr>
          <p:cNvPr id="4" name="">
            <a:extLst xmlns:a="http://schemas.openxmlformats.org/drawingml/2006/main">
              <a:ext uri="{FF2B5EF4-FFF2-40B4-BE49-F238E27FC236}">
                <a16:creationId xmlns:a16="http://schemas.microsoft.com/office/drawing/2014/main" id="{5CA8AE1F-AA1D-4B27-9911-D115F241BCB8}"/>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61D406-C519-4985-83E1-B6DD22D0E075}"/>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E39E57DA-0F82-4566-9D0A-5244DEE08CA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39</a:t>
            </a:r>
          </a:p>
        </p:txBody>
      </p:sp>
      <p:sp>
        <p:nvSpPr>
          <p:cNvPr id="7" name="">
            <a:extLst xmlns:a="http://schemas.openxmlformats.org/drawingml/2006/main">
              <a:ext uri="{FF2B5EF4-FFF2-40B4-BE49-F238E27FC236}">
                <a16:creationId xmlns:a16="http://schemas.microsoft.com/office/drawing/2014/main" id="{21760FD6-8F90-4FEF-8536-A7FDCB527CE3}"/>
              </a:ext>
            </a:extLst>
          </p:cNvPr>
          <p:cNvSpPr>
            <a:spLocks xmlns:a="http://schemas.openxmlformats.org/drawingml/2006/main" noGrp="1"/>
          </p:cNvSpPr>
          <p:nvPr/>
        </p:nvSpPr>
        <p:spPr>
          <a:xfrm xmlns:a="http://schemas.openxmlformats.org/drawingml/2006/main">
            <a:off x="666750" y="1619250"/>
            <a:ext cx="5524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973556-A807-43A3-B981-B482948F73A6}"/>
              </a:ext>
            </a:extLst>
          </p:cNvPr>
          <p:cNvSpPr>
            <a:spLocks xmlns:a="http://schemas.openxmlformats.org/drawingml/2006/main" noGrp="1"/>
          </p:cNvSpPr>
          <p:nvPr/>
        </p:nvSpPr>
        <p:spPr>
          <a:xfrm xmlns:a="http://schemas.openxmlformats.org/drawingml/2006/main">
            <a:off x="762000" y="16383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1</a:t>
            </a:r>
          </a:p>
        </p:txBody>
      </p:sp>
      <p:sp>
        <p:nvSpPr>
          <p:cNvPr id="9" name="">
            <a:extLst xmlns:a="http://schemas.openxmlformats.org/drawingml/2006/main">
              <a:ext uri="{FF2B5EF4-FFF2-40B4-BE49-F238E27FC236}">
                <a16:creationId xmlns:a16="http://schemas.microsoft.com/office/drawing/2014/main" id="{8E68D428-9873-4499-AAD3-32BDA42A7C04}"/>
              </a:ext>
            </a:extLst>
          </p:cNvPr>
          <p:cNvSpPr>
            <a:spLocks xmlns:a="http://schemas.openxmlformats.org/drawingml/2006/main" noGrp="1"/>
          </p:cNvSpPr>
          <p:nvPr/>
        </p:nvSpPr>
        <p:spPr>
          <a:xfrm xmlns:a="http://schemas.openxmlformats.org/drawingml/2006/main">
            <a:off x="1476375"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filter(quantity &gt; 0)</a:t>
            </a:r>
          </a:p>
        </p:txBody>
      </p:sp>
      <p:sp>
        <p:nvSpPr>
          <p:cNvPr id="10" name="">
            <a:extLst xmlns:a="http://schemas.openxmlformats.org/drawingml/2006/main">
              <a:ext uri="{FF2B5EF4-FFF2-40B4-BE49-F238E27FC236}">
                <a16:creationId xmlns:a16="http://schemas.microsoft.com/office/drawing/2014/main" id="{FE5DE9DF-1693-429D-A742-2B9C6F8963C7}"/>
              </a:ext>
            </a:extLst>
          </p:cNvPr>
          <p:cNvSpPr>
            <a:spLocks xmlns:a="http://schemas.openxmlformats.org/drawingml/2006/main" noGrp="1"/>
          </p:cNvSpPr>
          <p:nvPr/>
        </p:nvSpPr>
        <p:spPr>
          <a:xfrm xmlns:a="http://schemas.openxmlformats.org/drawingml/2006/main">
            <a:off x="4762500" y="16192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Rows remain 5</a:t>
            </a:r>
          </a:p>
        </p:txBody>
      </p:sp>
      <p:sp>
        <p:nvSpPr>
          <p:cNvPr id="11" name="">
            <a:extLst xmlns:a="http://schemas.openxmlformats.org/drawingml/2006/main">
              <a:ext uri="{FF2B5EF4-FFF2-40B4-BE49-F238E27FC236}">
                <a16:creationId xmlns:a16="http://schemas.microsoft.com/office/drawing/2014/main" id="{1A37A238-6A40-4CD3-9854-E38741966789}"/>
              </a:ext>
            </a:extLst>
          </p:cNvPr>
          <p:cNvSpPr>
            <a:spLocks xmlns:a="http://schemas.openxmlformats.org/drawingml/2006/main" noGrp="1"/>
          </p:cNvSpPr>
          <p:nvPr/>
        </p:nvSpPr>
        <p:spPr>
          <a:xfrm xmlns:a="http://schemas.openxmlformats.org/drawingml/2006/main">
            <a:off x="7667625" y="1619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Removes invalid quantities</a:t>
            </a:r>
          </a:p>
        </p:txBody>
      </p:sp>
      <p:sp>
        <p:nvSpPr>
          <p:cNvPr id="12" name="">
            <a:extLst xmlns:a="http://schemas.openxmlformats.org/drawingml/2006/main">
              <a:ext uri="{FF2B5EF4-FFF2-40B4-BE49-F238E27FC236}">
                <a16:creationId xmlns:a16="http://schemas.microsoft.com/office/drawing/2014/main" id="{DA8FABB3-D723-487A-994E-0AC8FFA3BE13}"/>
              </a:ext>
            </a:extLst>
          </p:cNvPr>
          <p:cNvSpPr>
            <a:spLocks xmlns:a="http://schemas.openxmlformats.org/drawingml/2006/main" noGrp="1"/>
          </p:cNvSpPr>
          <p:nvPr/>
        </p:nvSpPr>
        <p:spPr>
          <a:xfrm xmlns:a="http://schemas.openxmlformats.org/drawingml/2006/main">
            <a:off x="666750" y="2571750"/>
            <a:ext cx="5524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4043AB-8B32-4FF7-85FB-C2CC628028D1}"/>
              </a:ext>
            </a:extLst>
          </p:cNvPr>
          <p:cNvSpPr>
            <a:spLocks xmlns:a="http://schemas.openxmlformats.org/drawingml/2006/main" noGrp="1"/>
          </p:cNvSpPr>
          <p:nvPr/>
        </p:nvSpPr>
        <p:spPr>
          <a:xfrm xmlns:a="http://schemas.openxmlformats.org/drawingml/2006/main">
            <a:off x="762000" y="25908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FAA85562-3BA7-44E8-BA2F-A816000BF957}"/>
              </a:ext>
            </a:extLst>
          </p:cNvPr>
          <p:cNvSpPr>
            <a:spLocks xmlns:a="http://schemas.openxmlformats.org/drawingml/2006/main" noGrp="1"/>
          </p:cNvSpPr>
          <p:nvPr/>
        </p:nvSpPr>
        <p:spPr>
          <a:xfrm xmlns:a="http://schemas.openxmlformats.org/drawingml/2006/main">
            <a:off x="1476375" y="25717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withColumn(order_total, ...)</a:t>
            </a:r>
          </a:p>
        </p:txBody>
      </p:sp>
      <p:sp>
        <p:nvSpPr>
          <p:cNvPr id="15" name="">
            <a:extLst xmlns:a="http://schemas.openxmlformats.org/drawingml/2006/main">
              <a:ext uri="{FF2B5EF4-FFF2-40B4-BE49-F238E27FC236}">
                <a16:creationId xmlns:a16="http://schemas.microsoft.com/office/drawing/2014/main" id="{8ED2247B-4996-4324-8A17-A7003BD013FA}"/>
              </a:ext>
            </a:extLst>
          </p:cNvPr>
          <p:cNvSpPr>
            <a:spLocks xmlns:a="http://schemas.openxmlformats.org/drawingml/2006/main" noGrp="1"/>
          </p:cNvSpPr>
          <p:nvPr/>
        </p:nvSpPr>
        <p:spPr>
          <a:xfrm xmlns:a="http://schemas.openxmlformats.org/drawingml/2006/main">
            <a:off x="4762500" y="25717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Columns become 5</a:t>
            </a:r>
          </a:p>
        </p:txBody>
      </p:sp>
      <p:sp>
        <p:nvSpPr>
          <p:cNvPr id="16" name="">
            <a:extLst xmlns:a="http://schemas.openxmlformats.org/drawingml/2006/main">
              <a:ext uri="{FF2B5EF4-FFF2-40B4-BE49-F238E27FC236}">
                <a16:creationId xmlns:a16="http://schemas.microsoft.com/office/drawing/2014/main" id="{54FB5A95-9414-411A-BBE1-522FC3B4F852}"/>
              </a:ext>
            </a:extLst>
          </p:cNvPr>
          <p:cNvSpPr>
            <a:spLocks xmlns:a="http://schemas.openxmlformats.org/drawingml/2006/main" noGrp="1"/>
          </p:cNvSpPr>
          <p:nvPr/>
        </p:nvSpPr>
        <p:spPr>
          <a:xfrm xmlns:a="http://schemas.openxmlformats.org/drawingml/2006/main">
            <a:off x="7667625" y="25717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Adds a derived value</a:t>
            </a:r>
          </a:p>
        </p:txBody>
      </p:sp>
      <p:sp>
        <p:nvSpPr>
          <p:cNvPr id="17" name="">
            <a:extLst xmlns:a="http://schemas.openxmlformats.org/drawingml/2006/main">
              <a:ext uri="{FF2B5EF4-FFF2-40B4-BE49-F238E27FC236}">
                <a16:creationId xmlns:a16="http://schemas.microsoft.com/office/drawing/2014/main" id="{D05E9954-D7BD-4D83-A2B0-5164607E70E8}"/>
              </a:ext>
            </a:extLst>
          </p:cNvPr>
          <p:cNvSpPr>
            <a:spLocks xmlns:a="http://schemas.openxmlformats.org/drawingml/2006/main" noGrp="1"/>
          </p:cNvSpPr>
          <p:nvPr/>
        </p:nvSpPr>
        <p:spPr>
          <a:xfrm xmlns:a="http://schemas.openxmlformats.org/drawingml/2006/main">
            <a:off x="666750" y="3524250"/>
            <a:ext cx="5524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5191602-BEE7-4C28-BE33-62AB3E7FFED1}"/>
              </a:ext>
            </a:extLst>
          </p:cNvPr>
          <p:cNvSpPr>
            <a:spLocks xmlns:a="http://schemas.openxmlformats.org/drawingml/2006/main" noGrp="1"/>
          </p:cNvSpPr>
          <p:nvPr/>
        </p:nvSpPr>
        <p:spPr>
          <a:xfrm xmlns:a="http://schemas.openxmlformats.org/drawingml/2006/main">
            <a:off x="762000" y="35433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9D0F7B15-4BD8-45DA-A159-59191834C5A1}"/>
              </a:ext>
            </a:extLst>
          </p:cNvPr>
          <p:cNvSpPr>
            <a:spLocks xmlns:a="http://schemas.openxmlformats.org/drawingml/2006/main" noGrp="1"/>
          </p:cNvSpPr>
          <p:nvPr/>
        </p:nvSpPr>
        <p:spPr>
          <a:xfrm xmlns:a="http://schemas.openxmlformats.org/drawingml/2006/main">
            <a:off x="1476375" y="3524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select(...)</a:t>
            </a:r>
          </a:p>
        </p:txBody>
      </p:sp>
      <p:sp>
        <p:nvSpPr>
          <p:cNvPr id="20" name="">
            <a:extLst xmlns:a="http://schemas.openxmlformats.org/drawingml/2006/main">
              <a:ext uri="{FF2B5EF4-FFF2-40B4-BE49-F238E27FC236}">
                <a16:creationId xmlns:a16="http://schemas.microsoft.com/office/drawing/2014/main" id="{2738CD4E-4B64-4200-9963-AFEF1C72E528}"/>
              </a:ext>
            </a:extLst>
          </p:cNvPr>
          <p:cNvSpPr>
            <a:spLocks xmlns:a="http://schemas.openxmlformats.org/drawingml/2006/main" noGrp="1"/>
          </p:cNvSpPr>
          <p:nvPr/>
        </p:nvSpPr>
        <p:spPr>
          <a:xfrm xmlns:a="http://schemas.openxmlformats.org/drawingml/2006/main">
            <a:off x="4762500" y="35242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Column order becomes explicit</a:t>
            </a:r>
          </a:p>
        </p:txBody>
      </p:sp>
      <p:sp>
        <p:nvSpPr>
          <p:cNvPr id="21" name="">
            <a:extLst xmlns:a="http://schemas.openxmlformats.org/drawingml/2006/main">
              <a:ext uri="{FF2B5EF4-FFF2-40B4-BE49-F238E27FC236}">
                <a16:creationId xmlns:a16="http://schemas.microsoft.com/office/drawing/2014/main" id="{227EF962-FD2E-4BA7-AC65-D426E3A1EAD7}"/>
              </a:ext>
            </a:extLst>
          </p:cNvPr>
          <p:cNvSpPr>
            <a:spLocks xmlns:a="http://schemas.openxmlformats.org/drawingml/2006/main" noGrp="1"/>
          </p:cNvSpPr>
          <p:nvPr/>
        </p:nvSpPr>
        <p:spPr>
          <a:xfrm xmlns:a="http://schemas.openxmlformats.org/drawingml/2006/main">
            <a:off x="7667625" y="35242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Keeps the published schema clear</a:t>
            </a:r>
          </a:p>
        </p:txBody>
      </p:sp>
      <p:sp>
        <p:nvSpPr>
          <p:cNvPr id="22" name="">
            <a:extLst xmlns:a="http://schemas.openxmlformats.org/drawingml/2006/main">
              <a:ext uri="{FF2B5EF4-FFF2-40B4-BE49-F238E27FC236}">
                <a16:creationId xmlns:a16="http://schemas.microsoft.com/office/drawing/2014/main" id="{205C742F-CB42-41F3-8621-AD9739350C9A}"/>
              </a:ext>
            </a:extLst>
          </p:cNvPr>
          <p:cNvSpPr>
            <a:spLocks xmlns:a="http://schemas.openxmlformats.org/drawingml/2006/main" noGrp="1"/>
          </p:cNvSpPr>
          <p:nvPr/>
        </p:nvSpPr>
        <p:spPr>
          <a:xfrm xmlns:a="http://schemas.openxmlformats.org/drawingml/2006/main">
            <a:off x="666750" y="4476750"/>
            <a:ext cx="552450" cy="323850"/>
          </a:xfrm>
          <a:prstGeom xmlns:a="http://schemas.openxmlformats.org/drawingml/2006/main" prst="roundRect">
            <a:avLst>
              <a:gd name="adj" fmla="val 23529"/>
            </a:avLst>
          </a:prstGeom>
          <a:solidFill xmlns:a="http://schemas.openxmlformats.org/drawingml/2006/main">
            <a:srgbClr val="2F7D5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8EF0054-BE49-4E61-8283-F6287AA08272}"/>
              </a:ext>
            </a:extLst>
          </p:cNvPr>
          <p:cNvSpPr>
            <a:spLocks xmlns:a="http://schemas.openxmlformats.org/drawingml/2006/main" noGrp="1"/>
          </p:cNvSpPr>
          <p:nvPr/>
        </p:nvSpPr>
        <p:spPr>
          <a:xfrm xmlns:a="http://schemas.openxmlformats.org/drawingml/2006/main">
            <a:off x="762000" y="44958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4</a:t>
            </a:r>
          </a:p>
        </p:txBody>
      </p:sp>
      <p:sp>
        <p:nvSpPr>
          <p:cNvPr id="24" name="">
            <a:extLst xmlns:a="http://schemas.openxmlformats.org/drawingml/2006/main">
              <a:ext uri="{FF2B5EF4-FFF2-40B4-BE49-F238E27FC236}">
                <a16:creationId xmlns:a16="http://schemas.microsoft.com/office/drawing/2014/main" id="{AA0BBB96-9DD1-4EE8-A1F5-7AD3CB46EFFC}"/>
              </a:ext>
            </a:extLst>
          </p:cNvPr>
          <p:cNvSpPr>
            <a:spLocks xmlns:a="http://schemas.openxmlformats.org/drawingml/2006/main" noGrp="1"/>
          </p:cNvSpPr>
          <p:nvPr/>
        </p:nvSpPr>
        <p:spPr>
          <a:xfrm xmlns:a="http://schemas.openxmlformats.org/drawingml/2006/main">
            <a:off x="1476375" y="44767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orderBy(desc(order_total))</a:t>
            </a:r>
          </a:p>
        </p:txBody>
      </p:sp>
      <p:sp>
        <p:nvSpPr>
          <p:cNvPr id="25" name="">
            <a:extLst xmlns:a="http://schemas.openxmlformats.org/drawingml/2006/main">
              <a:ext uri="{FF2B5EF4-FFF2-40B4-BE49-F238E27FC236}">
                <a16:creationId xmlns:a16="http://schemas.microsoft.com/office/drawing/2014/main" id="{FF05105B-5EF5-4D56-A088-7EAE136F5EF5}"/>
              </a:ext>
            </a:extLst>
          </p:cNvPr>
          <p:cNvSpPr>
            <a:spLocks xmlns:a="http://schemas.openxmlformats.org/drawingml/2006/main" noGrp="1"/>
          </p:cNvSpPr>
          <p:nvPr/>
        </p:nvSpPr>
        <p:spPr>
          <a:xfrm xmlns:a="http://schemas.openxmlformats.org/drawingml/2006/main">
            <a:off x="4762500" y="447675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17202A"/>
                </a:solidFill>
                <a:latin typeface="Bitstream Charter"/>
                <a:ea typeface="Bitstream Charter"/>
                <a:cs typeface="Bitstream Charter"/>
              </a:defRPr>
            </a:pPr>
            <a:r>
              <a:rPr sz="1275" b="0">
                <a:solidFill>
                  <a:srgbClr val="17202A"/>
                </a:solidFill>
                <a:latin typeface="Bitstream Charter"/>
                <a:ea typeface="Bitstream Charter"/>
                <a:cs typeface="Bitstream Charter"/>
              </a:rPr>
              <a:t>Order 1003 appears first</a:t>
            </a:r>
          </a:p>
        </p:txBody>
      </p:sp>
      <p:sp>
        <p:nvSpPr>
          <p:cNvPr id="26" name="">
            <a:extLst xmlns:a="http://schemas.openxmlformats.org/drawingml/2006/main">
              <a:ext uri="{FF2B5EF4-FFF2-40B4-BE49-F238E27FC236}">
                <a16:creationId xmlns:a16="http://schemas.microsoft.com/office/drawing/2014/main" id="{72334BA9-49D1-4A83-B818-8F5F1EFDCFCA}"/>
              </a:ext>
            </a:extLst>
          </p:cNvPr>
          <p:cNvSpPr>
            <a:spLocks xmlns:a="http://schemas.openxmlformats.org/drawingml/2006/main" noGrp="1"/>
          </p:cNvSpPr>
          <p:nvPr/>
        </p:nvSpPr>
        <p:spPr>
          <a:xfrm xmlns:a="http://schemas.openxmlformats.org/drawingml/2006/main">
            <a:off x="7667625" y="44767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Changes display order</a:t>
            </a:r>
          </a:p>
        </p:txBody>
      </p:sp>
      <p:sp>
        <p:nvSpPr>
          <p:cNvPr id="27" name="">
            <a:extLst xmlns:a="http://schemas.openxmlformats.org/drawingml/2006/main">
              <a:ext uri="{FF2B5EF4-FFF2-40B4-BE49-F238E27FC236}">
                <a16:creationId xmlns:a16="http://schemas.microsoft.com/office/drawing/2014/main" id="{432B7BE3-AAAD-4880-BC81-C232FF4C7F75}"/>
              </a:ext>
            </a:extLst>
          </p:cNvPr>
          <p:cNvSpPr>
            <a:spLocks xmlns:a="http://schemas.openxmlformats.org/drawingml/2006/main" noGrp="1"/>
          </p:cNvSpPr>
          <p:nvPr/>
        </p:nvSpPr>
        <p:spPr>
          <a:xfrm xmlns:a="http://schemas.openxmlformats.org/drawingml/2006/main">
            <a:off x="2381250" y="514350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ACTION</a:t>
            </a:r>
          </a:p>
        </p:txBody>
      </p:sp>
      <p:sp>
        <p:nvSpPr>
          <p:cNvPr id="28" name="">
            <a:extLst xmlns:a="http://schemas.openxmlformats.org/drawingml/2006/main">
              <a:ext uri="{FF2B5EF4-FFF2-40B4-BE49-F238E27FC236}">
                <a16:creationId xmlns:a16="http://schemas.microsoft.com/office/drawing/2014/main" id="{6490908E-3408-4F44-B6E3-E3248CC59099}"/>
              </a:ext>
            </a:extLst>
          </p:cNvPr>
          <p:cNvSpPr>
            <a:spLocks xmlns:a="http://schemas.openxmlformats.org/drawingml/2006/main" noGrp="1"/>
          </p:cNvSpPr>
          <p:nvPr/>
        </p:nvSpPr>
        <p:spPr>
          <a:xfrm xmlns:a="http://schemas.openxmlformats.org/drawingml/2006/main">
            <a:off x="2381250" y="5381625"/>
            <a:ext cx="7429500" cy="666750"/>
          </a:xfrm>
          <a:prstGeom xmlns:a="http://schemas.openxmlformats.org/drawingml/2006/main" prst="roundRect">
            <a:avLst>
              <a:gd name="adj" fmla="val 11429"/>
            </a:avLst>
          </a:prstGeom>
          <a:solidFill xmlns:a="http://schemas.openxmlformats.org/drawingml/2006/main">
            <a:srgbClr val="EEF2F6"/>
          </a:solidFill>
          <a:ln xmlns:a="http://schemas.openxmlformats.org/drawingml/2006/main" w="9525">
            <a:solidFill>
              <a:srgbClr val="D9E1E8"/>
            </a:solidFill>
          </a:ln>
        </p:spPr>
      </p:sp>
      <p:sp>
        <p:nvSpPr>
          <p:cNvPr id="29" name="">
            <a:extLst xmlns:a="http://schemas.openxmlformats.org/drawingml/2006/main">
              <a:ext uri="{FF2B5EF4-FFF2-40B4-BE49-F238E27FC236}">
                <a16:creationId xmlns:a16="http://schemas.microsoft.com/office/drawing/2014/main" id="{1EFDC45B-7B82-43CD-810C-A67575D70C55}"/>
              </a:ext>
            </a:extLst>
          </p:cNvPr>
          <p:cNvSpPr>
            <a:spLocks xmlns:a="http://schemas.openxmlformats.org/drawingml/2006/main" noGrp="1"/>
          </p:cNvSpPr>
          <p:nvPr/>
        </p:nvSpPr>
        <p:spPr>
          <a:xfrm xmlns:a="http://schemas.openxmlformats.org/drawingml/2006/main">
            <a:off x="2619375" y="5476875"/>
            <a:ext cx="695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17202A"/>
                </a:solidFill>
                <a:latin typeface="Bitstream Charter"/>
                <a:ea typeface="Bitstream Charter"/>
                <a:cs typeface="Bitstream Charter"/>
              </a:defRPr>
            </a:pPr>
            <a:r>
              <a:rPr sz="1425" b="0">
                <a:solidFill>
                  <a:srgbClr val="17202A"/>
                </a:solidFill>
                <a:latin typeface="Bitstream Charter"/>
                <a:ea typeface="Bitstream Charter"/>
                <a:cs typeface="Bitstream Charter"/>
              </a:rPr>
              <a:t>display(result_df.orderBy(F.desc('order_total')))</a:t>
            </a:r>
          </a:p>
        </p:txBody>
      </p:sp>
    </p:spTree>
    <p:extLst>
      <p:ext uri="{BB962C8B-B14F-4D97-AF65-F5344CB8AC3E}">
        <p14:creationId xmlns:p14="http://schemas.microsoft.com/office/powerpoint/2010/main" val="115827388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9BAF1E2-4266-4CD5-BC24-3512A828049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632655-E045-45A3-BDDE-73A70EA9329D}"/>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Spark SQL aggregation result</a:t>
            </a:r>
          </a:p>
        </p:txBody>
      </p:sp>
      <p:sp>
        <p:nvSpPr>
          <p:cNvPr id="3" name="">
            <a:extLst xmlns:a="http://schemas.openxmlformats.org/drawingml/2006/main">
              <a:ext uri="{FF2B5EF4-FFF2-40B4-BE49-F238E27FC236}">
                <a16:creationId xmlns:a16="http://schemas.microsoft.com/office/drawing/2014/main" id="{F174E910-F6AE-4A34-AEDA-B0E37F52765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Temporary view orders_work summarized by product</a:t>
            </a:r>
          </a:p>
        </p:txBody>
      </p:sp>
      <p:sp>
        <p:nvSpPr>
          <p:cNvPr id="4" name="">
            <a:extLst xmlns:a="http://schemas.openxmlformats.org/drawingml/2006/main">
              <a:ext uri="{FF2B5EF4-FFF2-40B4-BE49-F238E27FC236}">
                <a16:creationId xmlns:a16="http://schemas.microsoft.com/office/drawing/2014/main" id="{B1876734-13D7-4FD8-9F69-1D89330B1222}"/>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E55A2ED-1966-41F5-82C0-BAC4249286D8}"/>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1DDAD378-C821-476C-B065-65008A7F799C}"/>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40</a:t>
            </a:r>
          </a:p>
        </p:txBody>
      </p:sp>
      <p:sp>
        <p:nvSpPr>
          <p:cNvPr id="7" name="">
            <a:extLst xmlns:a="http://schemas.openxmlformats.org/drawingml/2006/main">
              <a:ext uri="{FF2B5EF4-FFF2-40B4-BE49-F238E27FC236}">
                <a16:creationId xmlns:a16="http://schemas.microsoft.com/office/drawing/2014/main" id="{4A3A9B18-BBA4-4403-942F-AB554B6A6CCB}"/>
              </a:ext>
            </a:extLst>
          </p:cNvPr>
          <p:cNvSpPr>
            <a:spLocks xmlns:a="http://schemas.openxmlformats.org/drawingml/2006/main" noGrp="1"/>
          </p:cNvSpPr>
          <p:nvPr/>
        </p:nvSpPr>
        <p:spPr>
          <a:xfrm xmlns:a="http://schemas.openxmlformats.org/drawingml/2006/main">
            <a:off x="666750" y="16192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SQL</a:t>
            </a:r>
          </a:p>
        </p:txBody>
      </p:sp>
      <p:sp>
        <p:nvSpPr>
          <p:cNvPr id="8" name="">
            <a:extLst xmlns:a="http://schemas.openxmlformats.org/drawingml/2006/main">
              <a:ext uri="{FF2B5EF4-FFF2-40B4-BE49-F238E27FC236}">
                <a16:creationId xmlns:a16="http://schemas.microsoft.com/office/drawing/2014/main" id="{05891A5E-78B1-4DDD-84B6-DEB63D9B5599}"/>
              </a:ext>
            </a:extLst>
          </p:cNvPr>
          <p:cNvSpPr>
            <a:spLocks xmlns:a="http://schemas.openxmlformats.org/drawingml/2006/main" noGrp="1"/>
          </p:cNvSpPr>
          <p:nvPr/>
        </p:nvSpPr>
        <p:spPr>
          <a:xfrm xmlns:a="http://schemas.openxmlformats.org/drawingml/2006/main">
            <a:off x="666750" y="1847850"/>
            <a:ext cx="5334000" cy="2628900"/>
          </a:xfrm>
          <a:prstGeom xmlns:a="http://schemas.openxmlformats.org/drawingml/2006/main" prst="roundRect">
            <a:avLst>
              <a:gd name="adj" fmla="val 2899"/>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B6168334-01DE-4731-8B2A-C7A8C98A00DD}"/>
              </a:ext>
            </a:extLst>
          </p:cNvPr>
          <p:cNvSpPr>
            <a:spLocks xmlns:a="http://schemas.openxmlformats.org/drawingml/2006/main" noGrp="1"/>
          </p:cNvSpPr>
          <p:nvPr/>
        </p:nvSpPr>
        <p:spPr>
          <a:xfrm xmlns:a="http://schemas.openxmlformats.org/drawingml/2006/main">
            <a:off x="838200" y="1943100"/>
            <a:ext cx="4991100"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product, SUM(quantity) AS units,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       ROUND(SUM(order_total), 2) AS revenue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orders_work</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GROUP BY product</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ORDER BY revenue DESC</a:t>
            </a:r>
          </a:p>
        </p:txBody>
      </p:sp>
      <p:graphicFrame>
        <p:nvGraphicFramePr>
          <p:cNvPr id="21" name=""/>
          <p:cNvGraphicFramePr/>
          <p:nvPr/>
        </p:nvGraphicFramePr>
        <p:xfrm>
          <a:off xmlns:a="http://schemas.openxmlformats.org/drawingml/2006/main" x="6477000" y="1857375"/>
          <a:ext xmlns:a="http://schemas.openxmlformats.org/drawingml/2006/main" cx="4762500" cy="2381250"/>
        </p:xfrm>
        <a:graphic xmlns:a="http://schemas.openxmlformats.org/drawingml/2006/main">
          <a:graphicData uri="http://schemas.openxmlformats.org/drawingml/2006/table">
            <a:tbl>
              <a:tblPr firstRow="1" bandRow="1"/>
              <a:tblGrid>
                <a:gridCol w="2095500"/>
                <a:gridCol w="1143000"/>
                <a:gridCol w="1524000"/>
              </a:tblGrid>
              <a:tr h="595313">
                <a:tc>
                  <a:txBody>
                    <a:bodyPr/>
                    <a:lstStyle/>
                    <a:p>
                      <a:r>
                        <a:rPr sz="1050" b="1">
                          <a:solidFill>
                            <a:srgbClr val="FFFFFF"/>
                          </a:solidFill>
                          <a:latin typeface="Bitstream Charter"/>
                          <a:ea typeface="Bitstream Charter"/>
                          <a:cs typeface="Bitstream Charter"/>
                        </a:rPr>
                        <a:t>product</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units</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revenue</a:t>
                      </a:r>
                    </a:p>
                  </a:txBody>
                  <a:tcPr marL="91440" marR="91440" marT="45720" marB="45720">
                    <a:solidFill>
                      <a:srgbClr val="071C2C"/>
                    </a:solidFill>
                  </a:tcPr>
                </a:tc>
              </a:tr>
              <a:tr h="595313">
                <a:tc>
                  <a:txBody>
                    <a:bodyPr/>
                    <a:lstStyle/>
                    <a:p>
                      <a:r>
                        <a:rPr sz="975">
                          <a:solidFill>
                            <a:srgbClr val="17202A"/>
                          </a:solidFill>
                          <a:latin typeface="Bitstream Charter"/>
                          <a:ea typeface="Bitstream Charter"/>
                          <a:cs typeface="Bitstream Charter"/>
                        </a:rPr>
                        <a:t>Monitor</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2</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440.00</a:t>
                      </a:r>
                    </a:p>
                  </a:txBody>
                  <a:tcPr marL="91440" marR="91440" marT="45720" marB="45720">
                    <a:solidFill>
                      <a:srgbClr val="FFFFFF"/>
                    </a:solidFill>
                  </a:tcPr>
                </a:tc>
              </a:tr>
              <a:tr h="595313">
                <a:tc>
                  <a:txBody>
                    <a:bodyPr/>
                    <a:lstStyle/>
                    <a:p>
                      <a:r>
                        <a:rPr sz="975">
                          <a:solidFill>
                            <a:srgbClr val="17202A"/>
                          </a:solidFill>
                          <a:latin typeface="Bitstream Charter"/>
                          <a:ea typeface="Bitstream Charter"/>
                          <a:cs typeface="Bitstream Charter"/>
                        </a:rPr>
                        <a:t>Keyboard</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5</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225.00</a:t>
                      </a:r>
                    </a:p>
                  </a:txBody>
                  <a:tcPr marL="91440" marR="91440" marT="45720" marB="45720">
                    <a:solidFill>
                      <a:srgbClr val="F3F7FA"/>
                    </a:solidFill>
                  </a:tcPr>
                </a:tc>
              </a:tr>
              <a:tr h="595313">
                <a:tc>
                  <a:txBody>
                    <a:bodyPr/>
                    <a:lstStyle/>
                    <a:p>
                      <a:r>
                        <a:rPr sz="975">
                          <a:solidFill>
                            <a:srgbClr val="17202A"/>
                          </a:solidFill>
                          <a:latin typeface="Bitstream Charter"/>
                          <a:ea typeface="Bitstream Charter"/>
                          <a:cs typeface="Bitstream Charter"/>
                        </a:rPr>
                        <a:t>Mouse</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5</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125.00</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F8B9F5E0-2FC2-469C-A84A-210353C9CA56}"/>
              </a:ext>
            </a:extLst>
          </p:cNvPr>
          <p:cNvSpPr>
            <a:spLocks xmlns:a="http://schemas.openxmlformats.org/drawingml/2006/main" noGrp="1"/>
          </p:cNvSpPr>
          <p:nvPr/>
        </p:nvSpPr>
        <p:spPr>
          <a:xfrm xmlns:a="http://schemas.openxmlformats.org/drawingml/2006/main">
            <a:off x="581025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E74B5"/>
                </a:solidFill>
                <a:latin typeface="Bitstream Charter"/>
                <a:ea typeface="Bitstream Charter"/>
                <a:cs typeface="Bitstream Charter"/>
              </a:defRPr>
            </a:pPr>
            <a:r>
              <a:rPr sz="1500" b="1">
                <a:solidFill>
                  <a:srgbClr val="2E74B5"/>
                </a:solidFill>
                <a:latin typeface="Bitstream Charter"/>
                <a:ea typeface="Bitstream Charter"/>
                <a:cs typeface="Bitstream Charter"/>
              </a:rPr>
              <a:t>Why does Monitor rank first even though Keyboard sells more units?</a:t>
            </a:r>
          </a:p>
        </p:txBody>
      </p:sp>
    </p:spTree>
    <p:extLst>
      <p:ext uri="{BB962C8B-B14F-4D97-AF65-F5344CB8AC3E}">
        <p14:creationId xmlns:p14="http://schemas.microsoft.com/office/powerpoint/2010/main" val="2869319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B72BE8B-8044-4DF0-B5B8-1E8010319F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26C3CC-EC76-4B5A-980D-640D632C191F}"/>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Temporary view and Delta table</a:t>
            </a:r>
          </a:p>
        </p:txBody>
      </p:sp>
      <p:sp>
        <p:nvSpPr>
          <p:cNvPr id="3" name="">
            <a:extLst xmlns:a="http://schemas.openxmlformats.org/drawingml/2006/main">
              <a:ext uri="{FF2B5EF4-FFF2-40B4-BE49-F238E27FC236}">
                <a16:creationId xmlns:a16="http://schemas.microsoft.com/office/drawing/2014/main" id="{1C8922EF-47DF-4E49-B26C-07674B5664B9}"/>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Two names with different lifetimes</a:t>
            </a:r>
          </a:p>
        </p:txBody>
      </p:sp>
      <p:sp>
        <p:nvSpPr>
          <p:cNvPr id="4" name="">
            <a:extLst xmlns:a="http://schemas.openxmlformats.org/drawingml/2006/main">
              <a:ext uri="{FF2B5EF4-FFF2-40B4-BE49-F238E27FC236}">
                <a16:creationId xmlns:a16="http://schemas.microsoft.com/office/drawing/2014/main" id="{285F1452-A0A2-4CDC-803E-7C216290EBD0}"/>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BB0911-2FBC-408C-AA37-59E203FADC0A}"/>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C5A2DD1A-4D1B-4D1B-A3CC-FB500E6478D0}"/>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41</a:t>
            </a:r>
          </a:p>
        </p:txBody>
      </p:sp>
      <p:sp>
        <p:nvSpPr>
          <p:cNvPr id="7" name="">
            <a:extLst xmlns:a="http://schemas.openxmlformats.org/drawingml/2006/main">
              <a:ext uri="{FF2B5EF4-FFF2-40B4-BE49-F238E27FC236}">
                <a16:creationId xmlns:a16="http://schemas.microsoft.com/office/drawing/2014/main" id="{C5F7E373-E062-4B1E-8EF3-1BCBFDEBD59E}"/>
              </a:ext>
            </a:extLst>
          </p:cNvPr>
          <p:cNvSpPr>
            <a:spLocks xmlns:a="http://schemas.openxmlformats.org/drawingml/2006/main" noGrp="1"/>
          </p:cNvSpPr>
          <p:nvPr/>
        </p:nvSpPr>
        <p:spPr>
          <a:xfrm xmlns:a="http://schemas.openxmlformats.org/drawingml/2006/main">
            <a:off x="857250" y="1762125"/>
            <a:ext cx="4762500" cy="2667000"/>
          </a:xfrm>
          <a:prstGeom xmlns:a="http://schemas.openxmlformats.org/drawingml/2006/main" prst="roundRect">
            <a:avLst>
              <a:gd name="adj" fmla="val 2857"/>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2B5288FE-3284-42DE-9168-5FA86896C503}"/>
              </a:ext>
            </a:extLst>
          </p:cNvPr>
          <p:cNvSpPr>
            <a:spLocks xmlns:a="http://schemas.openxmlformats.org/drawingml/2006/main" noGrp="1"/>
          </p:cNvSpPr>
          <p:nvPr/>
        </p:nvSpPr>
        <p:spPr>
          <a:xfrm xmlns:a="http://schemas.openxmlformats.org/drawingml/2006/main">
            <a:off x="857250" y="1762125"/>
            <a:ext cx="76200" cy="266700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891EF6-99FC-4337-AEBA-F8A59E8E2222}"/>
              </a:ext>
            </a:extLst>
          </p:cNvPr>
          <p:cNvSpPr>
            <a:spLocks xmlns:a="http://schemas.openxmlformats.org/drawingml/2006/main" noGrp="1"/>
          </p:cNvSpPr>
          <p:nvPr/>
        </p:nvSpPr>
        <p:spPr>
          <a:xfrm xmlns:a="http://schemas.openxmlformats.org/drawingml/2006/main">
            <a:off x="1085850" y="1914525"/>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orders_work temporary view</a:t>
            </a:r>
          </a:p>
        </p:txBody>
      </p:sp>
      <p:sp>
        <p:nvSpPr>
          <p:cNvPr id="10" name="">
            <a:extLst xmlns:a="http://schemas.openxmlformats.org/drawingml/2006/main">
              <a:ext uri="{FF2B5EF4-FFF2-40B4-BE49-F238E27FC236}">
                <a16:creationId xmlns:a16="http://schemas.microsoft.com/office/drawing/2014/main" id="{2BC99123-9A15-477A-8001-436E08C1E073}"/>
              </a:ext>
            </a:extLst>
          </p:cNvPr>
          <p:cNvSpPr>
            <a:spLocks xmlns:a="http://schemas.openxmlformats.org/drawingml/2006/main" noGrp="1"/>
          </p:cNvSpPr>
          <p:nvPr/>
        </p:nvSpPr>
        <p:spPr>
          <a:xfrm xmlns:a="http://schemas.openxmlformats.org/drawingml/2006/main">
            <a:off x="1085850" y="2257425"/>
            <a:ext cx="43434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Created with createOrReplaceTempView</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Available in the current Spark session</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Useful for Python-to-SQL analysis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Disappears when the session ends</a:t>
            </a:r>
          </a:p>
        </p:txBody>
      </p:sp>
      <p:sp>
        <p:nvSpPr>
          <p:cNvPr id="11" name="">
            <a:extLst xmlns:a="http://schemas.openxmlformats.org/drawingml/2006/main">
              <a:ext uri="{FF2B5EF4-FFF2-40B4-BE49-F238E27FC236}">
                <a16:creationId xmlns:a16="http://schemas.microsoft.com/office/drawing/2014/main" id="{636F0EC5-A2C9-4ADB-8E30-567DEA05C4ED}"/>
              </a:ext>
            </a:extLst>
          </p:cNvPr>
          <p:cNvSpPr>
            <a:spLocks xmlns:a="http://schemas.openxmlformats.org/drawingml/2006/main" noGrp="1"/>
          </p:cNvSpPr>
          <p:nvPr/>
        </p:nvSpPr>
        <p:spPr>
          <a:xfrm xmlns:a="http://schemas.openxmlformats.org/drawingml/2006/main">
            <a:off x="6572250" y="1762125"/>
            <a:ext cx="4762500" cy="2667000"/>
          </a:xfrm>
          <a:prstGeom xmlns:a="http://schemas.openxmlformats.org/drawingml/2006/main" prst="roundRect">
            <a:avLst>
              <a:gd name="adj" fmla="val 2857"/>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38BBFAC8-98E3-4133-B439-2348622D1731}"/>
              </a:ext>
            </a:extLst>
          </p:cNvPr>
          <p:cNvSpPr>
            <a:spLocks xmlns:a="http://schemas.openxmlformats.org/drawingml/2006/main" noGrp="1"/>
          </p:cNvSpPr>
          <p:nvPr/>
        </p:nvSpPr>
        <p:spPr>
          <a:xfrm xmlns:a="http://schemas.openxmlformats.org/drawingml/2006/main">
            <a:off x="6572250" y="1762125"/>
            <a:ext cx="76200" cy="266700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D2FC06E-A7F7-40A0-9731-00EDF0FC16F5}"/>
              </a:ext>
            </a:extLst>
          </p:cNvPr>
          <p:cNvSpPr>
            <a:spLocks xmlns:a="http://schemas.openxmlformats.org/drawingml/2006/main" noGrp="1"/>
          </p:cNvSpPr>
          <p:nvPr/>
        </p:nvSpPr>
        <p:spPr>
          <a:xfrm xmlns:a="http://schemas.openxmlformats.org/drawingml/2006/main">
            <a:off x="6800850" y="1914525"/>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training_lab.student_01.orders</a:t>
            </a:r>
          </a:p>
        </p:txBody>
      </p:sp>
      <p:sp>
        <p:nvSpPr>
          <p:cNvPr id="14" name="">
            <a:extLst xmlns:a="http://schemas.openxmlformats.org/drawingml/2006/main">
              <a:ext uri="{FF2B5EF4-FFF2-40B4-BE49-F238E27FC236}">
                <a16:creationId xmlns:a16="http://schemas.microsoft.com/office/drawing/2014/main" id="{82401517-F163-4163-87FF-40ACC0D65AB4}"/>
              </a:ext>
            </a:extLst>
          </p:cNvPr>
          <p:cNvSpPr>
            <a:spLocks xmlns:a="http://schemas.openxmlformats.org/drawingml/2006/main" noGrp="1"/>
          </p:cNvSpPr>
          <p:nvPr/>
        </p:nvSpPr>
        <p:spPr>
          <a:xfrm xmlns:a="http://schemas.openxmlformats.org/drawingml/2006/main">
            <a:off x="6800850" y="2257425"/>
            <a:ext cx="43434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Created with saveAsTable</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Registered in Unity Catalog</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Available to authorized users and jobs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Stores committed Delta versions</a:t>
            </a:r>
          </a:p>
        </p:txBody>
      </p:sp>
      <p:sp>
        <p:nvSpPr>
          <p:cNvPr id="15" name="">
            <a:extLst xmlns:a="http://schemas.openxmlformats.org/drawingml/2006/main">
              <a:ext uri="{FF2B5EF4-FFF2-40B4-BE49-F238E27FC236}">
                <a16:creationId xmlns:a16="http://schemas.microsoft.com/office/drawing/2014/main" id="{322A2422-04A0-41E3-B422-C02597103183}"/>
              </a:ext>
            </a:extLst>
          </p:cNvPr>
          <p:cNvSpPr>
            <a:spLocks xmlns:a="http://schemas.openxmlformats.org/drawingml/2006/main" noGrp="1"/>
          </p:cNvSpPr>
          <p:nvPr/>
        </p:nvSpPr>
        <p:spPr>
          <a:xfrm xmlns:a="http://schemas.openxmlformats.org/drawingml/2006/main">
            <a:off x="2381250" y="500062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071C2C"/>
                </a:solidFill>
                <a:latin typeface="Bitstream Charter"/>
                <a:ea typeface="Bitstream Charter"/>
                <a:cs typeface="Bitstream Charter"/>
              </a:defRPr>
            </a:pPr>
            <a:r>
              <a:rPr sz="1650" b="1">
                <a:solidFill>
                  <a:srgbClr val="071C2C"/>
                </a:solidFill>
                <a:latin typeface="Bitstream Charter"/>
                <a:ea typeface="Bitstream Charter"/>
                <a:cs typeface="Bitstream Charter"/>
              </a:rPr>
              <a:t>Class question: Which object should a scheduled job use tomorrow?</a:t>
            </a:r>
          </a:p>
        </p:txBody>
      </p:sp>
      <p:sp>
        <p:nvSpPr>
          <p:cNvPr id="16" name="">
            <a:extLst xmlns:a="http://schemas.openxmlformats.org/drawingml/2006/main">
              <a:ext uri="{FF2B5EF4-FFF2-40B4-BE49-F238E27FC236}">
                <a16:creationId xmlns:a16="http://schemas.microsoft.com/office/drawing/2014/main" id="{B184664B-4AEA-43E9-883C-D6D39BC92F18}"/>
              </a:ext>
            </a:extLst>
          </p:cNvPr>
          <p:cNvSpPr>
            <a:spLocks xmlns:a="http://schemas.openxmlformats.org/drawingml/2006/main" noGrp="1"/>
          </p:cNvSpPr>
          <p:nvPr/>
        </p:nvSpPr>
        <p:spPr>
          <a:xfrm xmlns:a="http://schemas.openxmlformats.org/drawingml/2006/main">
            <a:off x="3524250" y="54768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F7D5A"/>
                </a:solidFill>
                <a:latin typeface="Bitstream Charter"/>
                <a:ea typeface="Bitstream Charter"/>
                <a:cs typeface="Bitstream Charter"/>
              </a:defRPr>
            </a:pPr>
            <a:r>
              <a:rPr sz="1350" b="1">
                <a:solidFill>
                  <a:srgbClr val="2F7D5A"/>
                </a:solidFill>
                <a:latin typeface="Bitstream Charter"/>
                <a:ea typeface="Bitstream Charter"/>
                <a:cs typeface="Bitstream Charter"/>
              </a:rPr>
              <a:t>Expected answer: the governed Delta table.</a:t>
            </a:r>
          </a:p>
        </p:txBody>
      </p:sp>
    </p:spTree>
    <p:extLst>
      <p:ext uri="{BB962C8B-B14F-4D97-AF65-F5344CB8AC3E}">
        <p14:creationId xmlns:p14="http://schemas.microsoft.com/office/powerpoint/2010/main" val="89503869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49AF71-799F-4B65-95E9-0620E20EF5E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2786A1-E1DC-489D-87AF-148FEEDACCB8}"/>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Delta history example</a:t>
            </a:r>
          </a:p>
        </p:txBody>
      </p:sp>
      <p:sp>
        <p:nvSpPr>
          <p:cNvPr id="3" name="">
            <a:extLst xmlns:a="http://schemas.openxmlformats.org/drawingml/2006/main">
              <a:ext uri="{FF2B5EF4-FFF2-40B4-BE49-F238E27FC236}">
                <a16:creationId xmlns:a16="http://schemas.microsoft.com/office/drawing/2014/main" id="{979C2DAE-A283-4EA5-9C58-5C45953DF05B}"/>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Illustrative DESCRIBE HISTORY output after overwrite and append</a:t>
            </a:r>
          </a:p>
        </p:txBody>
      </p:sp>
      <p:sp>
        <p:nvSpPr>
          <p:cNvPr id="4" name="">
            <a:extLst xmlns:a="http://schemas.openxmlformats.org/drawingml/2006/main">
              <a:ext uri="{FF2B5EF4-FFF2-40B4-BE49-F238E27FC236}">
                <a16:creationId xmlns:a16="http://schemas.microsoft.com/office/drawing/2014/main" id="{CF456EB7-E702-4DA3-B2C6-55A23EB9F3D9}"/>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E83DBB-1999-4109-89D4-5E7DFACEB861}"/>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AAB1BB1-98C8-44DC-965E-1770223AB0CE}"/>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42</a:t>
            </a:r>
          </a:p>
        </p:txBody>
      </p:sp>
      <p:graphicFrame>
        <p:nvGraphicFramePr>
          <p:cNvPr id="18" name=""/>
          <p:cNvGraphicFramePr/>
          <p:nvPr/>
        </p:nvGraphicFramePr>
        <p:xfrm>
          <a:off xmlns:a="http://schemas.openxmlformats.org/drawingml/2006/main" x="857250" y="1809750"/>
          <a:ext xmlns:a="http://schemas.openxmlformats.org/drawingml/2006/main" cx="10477500" cy="2095500"/>
        </p:xfrm>
        <a:graphic xmlns:a="http://schemas.openxmlformats.org/drawingml/2006/main">
          <a:graphicData uri="http://schemas.openxmlformats.org/drawingml/2006/table">
            <a:tbl>
              <a:tblPr firstRow="1" bandRow="1"/>
              <a:tblGrid>
                <a:gridCol w="1238250"/>
                <a:gridCol w="2095500"/>
                <a:gridCol w="1714500"/>
                <a:gridCol w="2190750"/>
                <a:gridCol w="3238500"/>
              </a:tblGrid>
              <a:tr h="698500">
                <a:tc>
                  <a:txBody>
                    <a:bodyPr/>
                    <a:lstStyle/>
                    <a:p>
                      <a:r>
                        <a:rPr sz="1050" b="1">
                          <a:solidFill>
                            <a:srgbClr val="FFFFFF"/>
                          </a:solidFill>
                          <a:latin typeface="Bitstream Charter"/>
                          <a:ea typeface="Bitstream Charter"/>
                          <a:cs typeface="Bitstream Charter"/>
                        </a:rPr>
                        <a:t>version</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operation</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mode</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rows in table</a:t>
                      </a:r>
                    </a:p>
                  </a:txBody>
                  <a:tcPr marL="91440" marR="91440" marT="45720" marB="45720">
                    <a:solidFill>
                      <a:srgbClr val="071C2C"/>
                    </a:solidFill>
                  </a:tcPr>
                </a:tc>
                <a:tc>
                  <a:txBody>
                    <a:bodyPr/>
                    <a:lstStyle/>
                    <a:p>
                      <a:r>
                        <a:rPr sz="1050" b="1">
                          <a:solidFill>
                            <a:srgbClr val="FFFFFF"/>
                          </a:solidFill>
                          <a:latin typeface="Bitstream Charter"/>
                          <a:ea typeface="Bitstream Charter"/>
                          <a:cs typeface="Bitstream Charter"/>
                        </a:rPr>
                        <a:t>lesson event</a:t>
                      </a:r>
                    </a:p>
                  </a:txBody>
                  <a:tcPr marL="91440" marR="91440" marT="45720" marB="45720">
                    <a:solidFill>
                      <a:srgbClr val="071C2C"/>
                    </a:solidFill>
                  </a:tcPr>
                </a:tc>
              </a:tr>
              <a:tr h="698500">
                <a:tc>
                  <a:txBody>
                    <a:bodyPr/>
                    <a:lstStyle/>
                    <a:p>
                      <a:r>
                        <a:rPr sz="975">
                          <a:solidFill>
                            <a:srgbClr val="17202A"/>
                          </a:solidFill>
                          <a:latin typeface="Bitstream Charter"/>
                          <a:ea typeface="Bitstream Charter"/>
                          <a:cs typeface="Bitstream Charter"/>
                        </a:rPr>
                        <a:t>1</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WRITE</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Append</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6</a:t>
                      </a:r>
                    </a:p>
                  </a:txBody>
                  <a:tcPr marL="91440" marR="91440" marT="45720" marB="45720">
                    <a:solidFill>
                      <a:srgbClr val="FFFFFF"/>
                    </a:solidFill>
                  </a:tcPr>
                </a:tc>
                <a:tc>
                  <a:txBody>
                    <a:bodyPr/>
                    <a:lstStyle/>
                    <a:p>
                      <a:r>
                        <a:rPr sz="975">
                          <a:solidFill>
                            <a:srgbClr val="17202A"/>
                          </a:solidFill>
                          <a:latin typeface="Bitstream Charter"/>
                          <a:ea typeface="Bitstream Charter"/>
                          <a:cs typeface="Bitstream Charter"/>
                        </a:rPr>
                        <a:t>Added order 1006</a:t>
                      </a:r>
                    </a:p>
                  </a:txBody>
                  <a:tcPr marL="91440" marR="91440" marT="45720" marB="45720">
                    <a:solidFill>
                      <a:srgbClr val="FFFFFF"/>
                    </a:solidFill>
                  </a:tcPr>
                </a:tc>
              </a:tr>
              <a:tr h="698500">
                <a:tc>
                  <a:txBody>
                    <a:bodyPr/>
                    <a:lstStyle/>
                    <a:p>
                      <a:r>
                        <a:rPr sz="975">
                          <a:solidFill>
                            <a:srgbClr val="17202A"/>
                          </a:solidFill>
                          <a:latin typeface="Bitstream Charter"/>
                          <a:ea typeface="Bitstream Charter"/>
                          <a:cs typeface="Bitstream Charter"/>
                        </a:rPr>
                        <a:t>0</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WRITE</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Overwrite</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5</a:t>
                      </a:r>
                    </a:p>
                  </a:txBody>
                  <a:tcPr marL="91440" marR="91440" marT="45720" marB="45720">
                    <a:solidFill>
                      <a:srgbClr val="F3F7FA"/>
                    </a:solidFill>
                  </a:tcPr>
                </a:tc>
                <a:tc>
                  <a:txBody>
                    <a:bodyPr/>
                    <a:lstStyle/>
                    <a:p>
                      <a:r>
                        <a:rPr sz="975">
                          <a:solidFill>
                            <a:srgbClr val="17202A"/>
                          </a:solidFill>
                          <a:latin typeface="Bitstream Charter"/>
                          <a:ea typeface="Bitstream Charter"/>
                          <a:cs typeface="Bitstream Charter"/>
                        </a:rPr>
                        <a:t>Created the lab table</a:t>
                      </a:r>
                    </a:p>
                  </a:txBody>
                  <a:tcPr marL="91440" marR="91440" marT="45720" marB="45720">
                    <a:solidFill>
                      <a:srgbClr val="F3F7FA"/>
                    </a:solidFill>
                  </a:tcPr>
                </a:tc>
              </a:tr>
            </a:tbl>
          </a:graphicData>
        </a:graphic>
      </p:graphicFrame>
      <p:sp>
        <p:nvSpPr>
          <p:cNvPr id="8" name="">
            <a:extLst xmlns:a="http://schemas.openxmlformats.org/drawingml/2006/main">
              <a:ext uri="{FF2B5EF4-FFF2-40B4-BE49-F238E27FC236}">
                <a16:creationId xmlns:a16="http://schemas.microsoft.com/office/drawing/2014/main" id="{C070658D-1826-4E42-A893-171E6CD853AF}"/>
              </a:ext>
            </a:extLst>
          </p:cNvPr>
          <p:cNvSpPr>
            <a:spLocks xmlns:a="http://schemas.openxmlformats.org/drawingml/2006/main" noGrp="1"/>
          </p:cNvSpPr>
          <p:nvPr/>
        </p:nvSpPr>
        <p:spPr>
          <a:xfrm xmlns:a="http://schemas.openxmlformats.org/drawingml/2006/main">
            <a:off x="2000250" y="4429125"/>
            <a:ext cx="819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SQL</a:t>
            </a:r>
          </a:p>
        </p:txBody>
      </p:sp>
      <p:sp>
        <p:nvSpPr>
          <p:cNvPr id="9" name="">
            <a:extLst xmlns:a="http://schemas.openxmlformats.org/drawingml/2006/main">
              <a:ext uri="{FF2B5EF4-FFF2-40B4-BE49-F238E27FC236}">
                <a16:creationId xmlns:a16="http://schemas.microsoft.com/office/drawing/2014/main" id="{71916430-9BA7-4CE4-8BAB-1E1F9B56B16D}"/>
              </a:ext>
            </a:extLst>
          </p:cNvPr>
          <p:cNvSpPr>
            <a:spLocks xmlns:a="http://schemas.openxmlformats.org/drawingml/2006/main" noGrp="1"/>
          </p:cNvSpPr>
          <p:nvPr/>
        </p:nvSpPr>
        <p:spPr>
          <a:xfrm xmlns:a="http://schemas.openxmlformats.org/drawingml/2006/main">
            <a:off x="2000250" y="4657725"/>
            <a:ext cx="8191500" cy="723900"/>
          </a:xfrm>
          <a:prstGeom xmlns:a="http://schemas.openxmlformats.org/drawingml/2006/main" prst="roundRect">
            <a:avLst>
              <a:gd name="adj" fmla="val 10526"/>
            </a:avLst>
          </a:prstGeom>
          <a:solidFill xmlns:a="http://schemas.openxmlformats.org/drawingml/2006/main">
            <a:srgbClr val="EEF2F6"/>
          </a:solidFill>
          <a:ln xmlns:a="http://schemas.openxmlformats.org/drawingml/2006/main" w="9525">
            <a:solidFill>
              <a:srgbClr val="D9E1E8"/>
            </a:solidFill>
          </a:ln>
        </p:spPr>
      </p:sp>
      <p:sp>
        <p:nvSpPr>
          <p:cNvPr id="10" name="">
            <a:extLst xmlns:a="http://schemas.openxmlformats.org/drawingml/2006/main">
              <a:ext uri="{FF2B5EF4-FFF2-40B4-BE49-F238E27FC236}">
                <a16:creationId xmlns:a16="http://schemas.microsoft.com/office/drawing/2014/main" id="{2C1F3AD1-AD5B-4356-8AF5-DB92770661DD}"/>
              </a:ext>
            </a:extLst>
          </p:cNvPr>
          <p:cNvSpPr>
            <a:spLocks xmlns:a="http://schemas.openxmlformats.org/drawingml/2006/main" noGrp="1"/>
          </p:cNvSpPr>
          <p:nvPr/>
        </p:nvSpPr>
        <p:spPr>
          <a:xfrm xmlns:a="http://schemas.openxmlformats.org/drawingml/2006/main">
            <a:off x="2171700" y="4752975"/>
            <a:ext cx="7848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DESCRIBE HISTORY training_lab.student_01.orders;</a:t>
            </a:r>
          </a:p>
        </p:txBody>
      </p:sp>
      <p:sp>
        <p:nvSpPr>
          <p:cNvPr id="11" name="">
            <a:extLst xmlns:a="http://schemas.openxmlformats.org/drawingml/2006/main">
              <a:ext uri="{FF2B5EF4-FFF2-40B4-BE49-F238E27FC236}">
                <a16:creationId xmlns:a16="http://schemas.microsoft.com/office/drawing/2014/main" id="{7510CD10-4933-4482-8DF5-1E6EAE745A2C}"/>
              </a:ext>
            </a:extLst>
          </p:cNvPr>
          <p:cNvSpPr>
            <a:spLocks xmlns:a="http://schemas.openxmlformats.org/drawingml/2006/main" noGrp="1"/>
          </p:cNvSpPr>
          <p:nvPr/>
        </p:nvSpPr>
        <p:spPr>
          <a:xfrm xmlns:a="http://schemas.openxmlformats.org/drawingml/2006/main">
            <a:off x="2333625" y="561975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F7D5A"/>
                </a:solidFill>
                <a:latin typeface="Bitstream Charter"/>
                <a:ea typeface="Bitstream Charter"/>
                <a:cs typeface="Bitstream Charter"/>
              </a:defRPr>
            </a:pPr>
            <a:r>
              <a:rPr sz="1425" b="1">
                <a:solidFill>
                  <a:srgbClr val="2F7D5A"/>
                </a:solidFill>
                <a:latin typeface="Bitstream Charter"/>
                <a:ea typeface="Bitstream Charter"/>
                <a:cs typeface="Bitstream Charter"/>
              </a:rPr>
              <a:t>History proves that the append created a second committed version.</a:t>
            </a:r>
          </a:p>
        </p:txBody>
      </p:sp>
    </p:spTree>
    <p:extLst>
      <p:ext uri="{BB962C8B-B14F-4D97-AF65-F5344CB8AC3E}">
        <p14:creationId xmlns:p14="http://schemas.microsoft.com/office/powerpoint/2010/main" val="106539906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D25B3C-76F1-415B-926F-78AABD59566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B7037C-BBBA-4D88-AACB-C1553F888DE6}"/>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Time travel example</a:t>
            </a:r>
          </a:p>
        </p:txBody>
      </p:sp>
      <p:sp>
        <p:nvSpPr>
          <p:cNvPr id="3" name="">
            <a:extLst xmlns:a="http://schemas.openxmlformats.org/drawingml/2006/main">
              <a:ext uri="{FF2B5EF4-FFF2-40B4-BE49-F238E27FC236}">
                <a16:creationId xmlns:a16="http://schemas.microsoft.com/office/drawing/2014/main" id="{9F5D4A7B-1E3E-4683-B843-6E11012EA7A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Compare the original version with the current table</a:t>
            </a:r>
          </a:p>
        </p:txBody>
      </p:sp>
      <p:sp>
        <p:nvSpPr>
          <p:cNvPr id="4" name="">
            <a:extLst xmlns:a="http://schemas.openxmlformats.org/drawingml/2006/main">
              <a:ext uri="{FF2B5EF4-FFF2-40B4-BE49-F238E27FC236}">
                <a16:creationId xmlns:a16="http://schemas.microsoft.com/office/drawing/2014/main" id="{A16C5B0F-8F48-417C-B5AF-44F736FA432E}"/>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00B681-E9AD-4B1B-9150-15F39476839A}"/>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9D9A1FD5-BD5A-47A7-975E-7057D0A1164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43</a:t>
            </a:r>
          </a:p>
        </p:txBody>
      </p:sp>
      <p:sp>
        <p:nvSpPr>
          <p:cNvPr id="7" name="">
            <a:extLst xmlns:a="http://schemas.openxmlformats.org/drawingml/2006/main">
              <a:ext uri="{FF2B5EF4-FFF2-40B4-BE49-F238E27FC236}">
                <a16:creationId xmlns:a16="http://schemas.microsoft.com/office/drawing/2014/main" id="{0770032C-CF59-4EF7-9F7F-28663A5819DA}"/>
              </a:ext>
            </a:extLst>
          </p:cNvPr>
          <p:cNvSpPr>
            <a:spLocks xmlns:a="http://schemas.openxmlformats.org/drawingml/2006/main" noGrp="1"/>
          </p:cNvSpPr>
          <p:nvPr/>
        </p:nvSpPr>
        <p:spPr>
          <a:xfrm xmlns:a="http://schemas.openxmlformats.org/drawingml/2006/main">
            <a:off x="666750" y="1666875"/>
            <a:ext cx="519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VERSION 0</a:t>
            </a:r>
          </a:p>
        </p:txBody>
      </p:sp>
      <p:sp>
        <p:nvSpPr>
          <p:cNvPr id="8" name="">
            <a:extLst xmlns:a="http://schemas.openxmlformats.org/drawingml/2006/main">
              <a:ext uri="{FF2B5EF4-FFF2-40B4-BE49-F238E27FC236}">
                <a16:creationId xmlns:a16="http://schemas.microsoft.com/office/drawing/2014/main" id="{832FA445-1D71-4013-A863-0370E54337A3}"/>
              </a:ext>
            </a:extLst>
          </p:cNvPr>
          <p:cNvSpPr>
            <a:spLocks xmlns:a="http://schemas.openxmlformats.org/drawingml/2006/main" noGrp="1"/>
          </p:cNvSpPr>
          <p:nvPr/>
        </p:nvSpPr>
        <p:spPr>
          <a:xfrm xmlns:a="http://schemas.openxmlformats.org/drawingml/2006/main">
            <a:off x="666750" y="1895475"/>
            <a:ext cx="5191125" cy="1962150"/>
          </a:xfrm>
          <a:prstGeom xmlns:a="http://schemas.openxmlformats.org/drawingml/2006/main" prst="roundRect">
            <a:avLst>
              <a:gd name="adj" fmla="val 3883"/>
            </a:avLst>
          </a:prstGeom>
          <a:solidFill xmlns:a="http://schemas.openxmlformats.org/drawingml/2006/main">
            <a:srgbClr val="EEF2F6"/>
          </a:solidFill>
          <a:ln xmlns:a="http://schemas.openxmlformats.org/drawingml/2006/main" w="9525">
            <a:solidFill>
              <a:srgbClr val="D9E1E8"/>
            </a:solidFill>
          </a:ln>
        </p:spPr>
      </p:sp>
      <p:sp>
        <p:nvSpPr>
          <p:cNvPr id="9" name="">
            <a:extLst xmlns:a="http://schemas.openxmlformats.org/drawingml/2006/main">
              <a:ext uri="{FF2B5EF4-FFF2-40B4-BE49-F238E27FC236}">
                <a16:creationId xmlns:a16="http://schemas.microsoft.com/office/drawing/2014/main" id="{238CAB9E-63DE-4D97-A7A8-C86DE8C3216F}"/>
              </a:ext>
            </a:extLst>
          </p:cNvPr>
          <p:cNvSpPr>
            <a:spLocks xmlns:a="http://schemas.openxmlformats.org/drawingml/2006/main" noGrp="1"/>
          </p:cNvSpPr>
          <p:nvPr/>
        </p:nvSpPr>
        <p:spPr>
          <a:xfrm xmlns:a="http://schemas.openxmlformats.org/drawingml/2006/main">
            <a:off x="838200" y="1990725"/>
            <a:ext cx="48482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COUNT(*) AS original_rows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training_lab.student_01.orders VERSION AS OF 0;</a:t>
            </a:r>
          </a:p>
        </p:txBody>
      </p:sp>
      <p:sp>
        <p:nvSpPr>
          <p:cNvPr id="10" name="">
            <a:extLst xmlns:a="http://schemas.openxmlformats.org/drawingml/2006/main">
              <a:ext uri="{FF2B5EF4-FFF2-40B4-BE49-F238E27FC236}">
                <a16:creationId xmlns:a16="http://schemas.microsoft.com/office/drawing/2014/main" id="{7A2772E9-7326-435C-9519-FF25625CD40D}"/>
              </a:ext>
            </a:extLst>
          </p:cNvPr>
          <p:cNvSpPr>
            <a:spLocks xmlns:a="http://schemas.openxmlformats.org/drawingml/2006/main" noGrp="1"/>
          </p:cNvSpPr>
          <p:nvPr/>
        </p:nvSpPr>
        <p:spPr>
          <a:xfrm xmlns:a="http://schemas.openxmlformats.org/drawingml/2006/main">
            <a:off x="6334125" y="1666875"/>
            <a:ext cx="5191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b="1">
                <a:solidFill>
                  <a:srgbClr val="2E74B5"/>
                </a:solidFill>
                <a:latin typeface="Bitstream Charter"/>
                <a:ea typeface="Bitstream Charter"/>
                <a:cs typeface="Bitstream Charter"/>
              </a:defRPr>
            </a:pPr>
            <a:r>
              <a:rPr sz="825" b="1">
                <a:solidFill>
                  <a:srgbClr val="2E74B5"/>
                </a:solidFill>
                <a:latin typeface="Bitstream Charter"/>
                <a:ea typeface="Bitstream Charter"/>
                <a:cs typeface="Bitstream Charter"/>
              </a:rPr>
              <a:t>CURRENT</a:t>
            </a:r>
          </a:p>
        </p:txBody>
      </p:sp>
      <p:sp>
        <p:nvSpPr>
          <p:cNvPr id="11" name="">
            <a:extLst xmlns:a="http://schemas.openxmlformats.org/drawingml/2006/main">
              <a:ext uri="{FF2B5EF4-FFF2-40B4-BE49-F238E27FC236}">
                <a16:creationId xmlns:a16="http://schemas.microsoft.com/office/drawing/2014/main" id="{15574810-2DAD-4BCD-A6FB-B02988BA34D1}"/>
              </a:ext>
            </a:extLst>
          </p:cNvPr>
          <p:cNvSpPr>
            <a:spLocks xmlns:a="http://schemas.openxmlformats.org/drawingml/2006/main" noGrp="1"/>
          </p:cNvSpPr>
          <p:nvPr/>
        </p:nvSpPr>
        <p:spPr>
          <a:xfrm xmlns:a="http://schemas.openxmlformats.org/drawingml/2006/main">
            <a:off x="6334125" y="1895475"/>
            <a:ext cx="5191125" cy="1962150"/>
          </a:xfrm>
          <a:prstGeom xmlns:a="http://schemas.openxmlformats.org/drawingml/2006/main" prst="roundRect">
            <a:avLst>
              <a:gd name="adj" fmla="val 3883"/>
            </a:avLst>
          </a:prstGeom>
          <a:solidFill xmlns:a="http://schemas.openxmlformats.org/drawingml/2006/main">
            <a:srgbClr val="EEF2F6"/>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E904CC16-06E7-4213-BDE0-8CEF74ACF3E1}"/>
              </a:ext>
            </a:extLst>
          </p:cNvPr>
          <p:cNvSpPr>
            <a:spLocks xmlns:a="http://schemas.openxmlformats.org/drawingml/2006/main" noGrp="1"/>
          </p:cNvSpPr>
          <p:nvPr/>
        </p:nvSpPr>
        <p:spPr>
          <a:xfrm xmlns:a="http://schemas.openxmlformats.org/drawingml/2006/main">
            <a:off x="6505575" y="1990725"/>
            <a:ext cx="48482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%sql</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SELECT COUNT(*) AS current_rows</a:t>
            </a:r>
          </a:p>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FROM training_lab.student_01.orders;</a:t>
            </a:r>
          </a:p>
        </p:txBody>
      </p:sp>
      <p:sp>
        <p:nvSpPr>
          <p:cNvPr id="13" name="">
            <a:extLst xmlns:a="http://schemas.openxmlformats.org/drawingml/2006/main">
              <a:ext uri="{FF2B5EF4-FFF2-40B4-BE49-F238E27FC236}">
                <a16:creationId xmlns:a16="http://schemas.microsoft.com/office/drawing/2014/main" id="{FBFDFB29-2E95-4B46-97E9-B9DA1AC9D1BD}"/>
              </a:ext>
            </a:extLst>
          </p:cNvPr>
          <p:cNvSpPr>
            <a:spLocks xmlns:a="http://schemas.openxmlformats.org/drawingml/2006/main" noGrp="1"/>
          </p:cNvSpPr>
          <p:nvPr/>
        </p:nvSpPr>
        <p:spPr>
          <a:xfrm xmlns:a="http://schemas.openxmlformats.org/drawingml/2006/main">
            <a:off x="1428750" y="4333875"/>
            <a:ext cx="3714750" cy="1000125"/>
          </a:xfrm>
          <a:prstGeom xmlns:a="http://schemas.openxmlformats.org/drawingml/2006/main" prst="roundRect">
            <a:avLst>
              <a:gd name="adj" fmla="val 7619"/>
            </a:avLst>
          </a:prstGeom>
          <a:solidFill xmlns:a="http://schemas.openxmlformats.org/drawingml/2006/main">
            <a:srgbClr val="ECF7F1"/>
          </a:solidFill>
          <a:ln xmlns:a="http://schemas.openxmlformats.org/drawingml/2006/main" w="9525">
            <a:solidFill>
              <a:srgbClr val="D9E1E8"/>
            </a:solidFill>
          </a:ln>
        </p:spPr>
      </p:sp>
      <p:sp>
        <p:nvSpPr>
          <p:cNvPr id="14" name="">
            <a:extLst xmlns:a="http://schemas.openxmlformats.org/drawingml/2006/main">
              <a:ext uri="{FF2B5EF4-FFF2-40B4-BE49-F238E27FC236}">
                <a16:creationId xmlns:a16="http://schemas.microsoft.com/office/drawing/2014/main" id="{17735612-5CBA-4A6C-AC24-D396661965B1}"/>
              </a:ext>
            </a:extLst>
          </p:cNvPr>
          <p:cNvSpPr>
            <a:spLocks xmlns:a="http://schemas.openxmlformats.org/drawingml/2006/main" noGrp="1"/>
          </p:cNvSpPr>
          <p:nvPr/>
        </p:nvSpPr>
        <p:spPr>
          <a:xfrm xmlns:a="http://schemas.openxmlformats.org/drawingml/2006/main">
            <a:off x="171450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original_rows = 5</a:t>
            </a:r>
          </a:p>
        </p:txBody>
      </p:sp>
      <p:sp>
        <p:nvSpPr>
          <p:cNvPr id="15" name="">
            <a:extLst xmlns:a="http://schemas.openxmlformats.org/drawingml/2006/main">
              <a:ext uri="{FF2B5EF4-FFF2-40B4-BE49-F238E27FC236}">
                <a16:creationId xmlns:a16="http://schemas.microsoft.com/office/drawing/2014/main" id="{7E936A57-29A5-4328-BFDB-5EC5246938EC}"/>
              </a:ext>
            </a:extLst>
          </p:cNvPr>
          <p:cNvSpPr>
            <a:spLocks xmlns:a="http://schemas.openxmlformats.org/drawingml/2006/main" noGrp="1"/>
          </p:cNvSpPr>
          <p:nvPr/>
        </p:nvSpPr>
        <p:spPr>
          <a:xfrm xmlns:a="http://schemas.openxmlformats.org/drawingml/2006/main">
            <a:off x="7048500" y="4333875"/>
            <a:ext cx="3714750" cy="1000125"/>
          </a:xfrm>
          <a:prstGeom xmlns:a="http://schemas.openxmlformats.org/drawingml/2006/main" prst="roundRect">
            <a:avLst>
              <a:gd name="adj" fmla="val 7619"/>
            </a:avLst>
          </a:prstGeom>
          <a:solidFill xmlns:a="http://schemas.openxmlformats.org/drawingml/2006/main">
            <a:srgbClr val="ECF7F1"/>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45BB7BB5-6830-45A7-9213-A3C67D3DCA7A}"/>
              </a:ext>
            </a:extLst>
          </p:cNvPr>
          <p:cNvSpPr>
            <a:spLocks xmlns:a="http://schemas.openxmlformats.org/drawingml/2006/main" noGrp="1"/>
          </p:cNvSpPr>
          <p:nvPr/>
        </p:nvSpPr>
        <p:spPr>
          <a:xfrm xmlns:a="http://schemas.openxmlformats.org/drawingml/2006/main">
            <a:off x="733425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2F7D5A"/>
                </a:solidFill>
                <a:latin typeface="Bitstream Charter"/>
                <a:ea typeface="Bitstream Charter"/>
                <a:cs typeface="Bitstream Charter"/>
              </a:defRPr>
            </a:pPr>
            <a:r>
              <a:rPr sz="1950" b="1">
                <a:solidFill>
                  <a:srgbClr val="2F7D5A"/>
                </a:solidFill>
                <a:latin typeface="Bitstream Charter"/>
                <a:ea typeface="Bitstream Charter"/>
                <a:cs typeface="Bitstream Charter"/>
              </a:rPr>
              <a:t>current_rows = 6</a:t>
            </a:r>
          </a:p>
        </p:txBody>
      </p:sp>
      <p:sp>
        <p:nvSpPr>
          <p:cNvPr id="17" name="">
            <a:extLst xmlns:a="http://schemas.openxmlformats.org/drawingml/2006/main">
              <a:ext uri="{FF2B5EF4-FFF2-40B4-BE49-F238E27FC236}">
                <a16:creationId xmlns:a16="http://schemas.microsoft.com/office/drawing/2014/main" id="{491F45FF-CEF8-4127-A7A1-602B2C04BB26}"/>
              </a:ext>
            </a:extLst>
          </p:cNvPr>
          <p:cNvSpPr>
            <a:spLocks xmlns:a="http://schemas.openxmlformats.org/drawingml/2006/main" noGrp="1"/>
          </p:cNvSpPr>
          <p:nvPr/>
        </p:nvSpPr>
        <p:spPr>
          <a:xfrm xmlns:a="http://schemas.openxmlformats.org/drawingml/2006/main">
            <a:off x="2476500" y="571500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A03C3C"/>
                </a:solidFill>
                <a:latin typeface="Bitstream Charter"/>
                <a:ea typeface="Bitstream Charter"/>
                <a:cs typeface="Bitstream Charter"/>
              </a:defRPr>
            </a:pPr>
            <a:r>
              <a:rPr sz="1350" b="1">
                <a:solidFill>
                  <a:srgbClr val="A03C3C"/>
                </a:solidFill>
                <a:latin typeface="Bitstream Charter"/>
                <a:ea typeface="Bitstream Charter"/>
                <a:cs typeface="Bitstream Charter"/>
              </a:rPr>
              <a:t>Always read DESCRIBE HISTORY before choosing a version number.</a:t>
            </a:r>
          </a:p>
        </p:txBody>
      </p:sp>
    </p:spTree>
    <p:extLst>
      <p:ext uri="{BB962C8B-B14F-4D97-AF65-F5344CB8AC3E}">
        <p14:creationId xmlns:p14="http://schemas.microsoft.com/office/powerpoint/2010/main" val="2663247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F1698E6-8DA2-44F8-9190-150FD09EAEA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4CAE48-448F-4870-9811-877DA23A11A4}"/>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Permission error demonstration</a:t>
            </a:r>
          </a:p>
        </p:txBody>
      </p:sp>
      <p:sp>
        <p:nvSpPr>
          <p:cNvPr id="3" name="">
            <a:extLst xmlns:a="http://schemas.openxmlformats.org/drawingml/2006/main">
              <a:ext uri="{FF2B5EF4-FFF2-40B4-BE49-F238E27FC236}">
                <a16:creationId xmlns:a16="http://schemas.microsoft.com/office/drawing/2014/main" id="{63CDA0F6-0CEE-460F-B7B6-86F5C90CE78E}"/>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Diagnose the object and privilege before changing access</a:t>
            </a:r>
          </a:p>
        </p:txBody>
      </p:sp>
      <p:sp>
        <p:nvSpPr>
          <p:cNvPr id="4" name="">
            <a:extLst xmlns:a="http://schemas.openxmlformats.org/drawingml/2006/main">
              <a:ext uri="{FF2B5EF4-FFF2-40B4-BE49-F238E27FC236}">
                <a16:creationId xmlns:a16="http://schemas.microsoft.com/office/drawing/2014/main" id="{E8781023-8557-4B64-944C-32C14560B231}"/>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C71029-A317-44D3-AB2C-CF5BC04466EE}"/>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B3F63EEE-A566-4F6B-A51F-EA3EA3574309}"/>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44</a:t>
            </a:r>
          </a:p>
        </p:txBody>
      </p:sp>
      <p:sp>
        <p:nvSpPr>
          <p:cNvPr id="7" name="">
            <a:extLst xmlns:a="http://schemas.openxmlformats.org/drawingml/2006/main">
              <a:ext uri="{FF2B5EF4-FFF2-40B4-BE49-F238E27FC236}">
                <a16:creationId xmlns:a16="http://schemas.microsoft.com/office/drawing/2014/main" id="{C4F110EF-55C9-432F-9020-E2E4087F30B9}"/>
              </a:ext>
            </a:extLst>
          </p:cNvPr>
          <p:cNvSpPr>
            <a:spLocks xmlns:a="http://schemas.openxmlformats.org/drawingml/2006/main" noGrp="1"/>
          </p:cNvSpPr>
          <p:nvPr/>
        </p:nvSpPr>
        <p:spPr>
          <a:xfrm xmlns:a="http://schemas.openxmlformats.org/drawingml/2006/main">
            <a:off x="666750" y="1571625"/>
            <a:ext cx="10858500" cy="714375"/>
          </a:xfrm>
          <a:prstGeom xmlns:a="http://schemas.openxmlformats.org/drawingml/2006/main" prst="roundRect">
            <a:avLst>
              <a:gd name="adj" fmla="val 10667"/>
            </a:avLst>
          </a:prstGeom>
          <a:solidFill xmlns:a="http://schemas.openxmlformats.org/drawingml/2006/main">
            <a:srgbClr val="FBECEC"/>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BB095FA4-3D64-4F5F-81DE-5CCDED1162CD}"/>
              </a:ext>
            </a:extLst>
          </p:cNvPr>
          <p:cNvSpPr>
            <a:spLocks xmlns:a="http://schemas.openxmlformats.org/drawingml/2006/main" noGrp="1"/>
          </p:cNvSpPr>
          <p:nvPr/>
        </p:nvSpPr>
        <p:spPr>
          <a:xfrm xmlns:a="http://schemas.openxmlformats.org/drawingml/2006/main">
            <a:off x="952500" y="173355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A03C3C"/>
                </a:solidFill>
                <a:latin typeface="Bitstream Charter"/>
                <a:ea typeface="Bitstream Charter"/>
                <a:cs typeface="Bitstream Charter"/>
              </a:defRPr>
            </a:pPr>
            <a:r>
              <a:rPr sz="1350" b="1">
                <a:solidFill>
                  <a:srgbClr val="A03C3C"/>
                </a:solidFill>
                <a:latin typeface="Bitstream Charter"/>
                <a:ea typeface="Bitstream Charter"/>
                <a:cs typeface="Bitstream Charter"/>
              </a:rPr>
              <a:t>PERMISSION_DENIED  User does not have CREATE TABLE on training_lab.student_02</a:t>
            </a:r>
          </a:p>
        </p:txBody>
      </p:sp>
      <p:sp>
        <p:nvSpPr>
          <p:cNvPr id="9" name="">
            <a:extLst xmlns:a="http://schemas.openxmlformats.org/drawingml/2006/main">
              <a:ext uri="{FF2B5EF4-FFF2-40B4-BE49-F238E27FC236}">
                <a16:creationId xmlns:a16="http://schemas.microsoft.com/office/drawing/2014/main" id="{B2E05E7A-6F4A-4571-BD7A-61020B23E699}"/>
              </a:ext>
            </a:extLst>
          </p:cNvPr>
          <p:cNvSpPr>
            <a:spLocks xmlns:a="http://schemas.openxmlformats.org/drawingml/2006/main" noGrp="1"/>
          </p:cNvSpPr>
          <p:nvPr/>
        </p:nvSpPr>
        <p:spPr>
          <a:xfrm xmlns:a="http://schemas.openxmlformats.org/drawingml/2006/main">
            <a:off x="904875" y="271462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029E4BC-B207-42B3-86D6-A0D01A0E0C4D}"/>
              </a:ext>
            </a:extLst>
          </p:cNvPr>
          <p:cNvSpPr>
            <a:spLocks xmlns:a="http://schemas.openxmlformats.org/drawingml/2006/main" noGrp="1"/>
          </p:cNvSpPr>
          <p:nvPr/>
        </p:nvSpPr>
        <p:spPr>
          <a:xfrm xmlns:a="http://schemas.openxmlformats.org/drawingml/2006/main">
            <a:off x="1000125" y="27336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35D45855-DEED-46B1-9876-37F1940E0253}"/>
              </a:ext>
            </a:extLst>
          </p:cNvPr>
          <p:cNvSpPr>
            <a:spLocks xmlns:a="http://schemas.openxmlformats.org/drawingml/2006/main" noGrp="1"/>
          </p:cNvSpPr>
          <p:nvPr/>
        </p:nvSpPr>
        <p:spPr>
          <a:xfrm xmlns:a="http://schemas.openxmlformats.org/drawingml/2006/main">
            <a:off x="1666875" y="27146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Confirm current_user()</a:t>
            </a:r>
          </a:p>
        </p:txBody>
      </p:sp>
      <p:sp>
        <p:nvSpPr>
          <p:cNvPr id="12" name="">
            <a:extLst xmlns:a="http://schemas.openxmlformats.org/drawingml/2006/main">
              <a:ext uri="{FF2B5EF4-FFF2-40B4-BE49-F238E27FC236}">
                <a16:creationId xmlns:a16="http://schemas.microsoft.com/office/drawing/2014/main" id="{FDB486FC-5120-4E84-BB96-10D4A1389D73}"/>
              </a:ext>
            </a:extLst>
          </p:cNvPr>
          <p:cNvSpPr>
            <a:spLocks xmlns:a="http://schemas.openxmlformats.org/drawingml/2006/main" noGrp="1"/>
          </p:cNvSpPr>
          <p:nvPr/>
        </p:nvSpPr>
        <p:spPr>
          <a:xfrm xmlns:a="http://schemas.openxmlformats.org/drawingml/2006/main">
            <a:off x="5000625" y="27146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Is the learner using the expected identity?</a:t>
            </a:r>
          </a:p>
        </p:txBody>
      </p:sp>
      <p:sp>
        <p:nvSpPr>
          <p:cNvPr id="13" name="">
            <a:extLst xmlns:a="http://schemas.openxmlformats.org/drawingml/2006/main">
              <a:ext uri="{FF2B5EF4-FFF2-40B4-BE49-F238E27FC236}">
                <a16:creationId xmlns:a16="http://schemas.microsoft.com/office/drawing/2014/main" id="{8E35C8A1-2BAF-4424-A592-3B2D2152E900}"/>
              </a:ext>
            </a:extLst>
          </p:cNvPr>
          <p:cNvSpPr>
            <a:spLocks xmlns:a="http://schemas.openxmlformats.org/drawingml/2006/main" noGrp="1"/>
          </p:cNvSpPr>
          <p:nvPr/>
        </p:nvSpPr>
        <p:spPr>
          <a:xfrm xmlns:a="http://schemas.openxmlformats.org/drawingml/2006/main">
            <a:off x="904875" y="343852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C46BF91-BF69-45F0-BFD9-FB98EB296B30}"/>
              </a:ext>
            </a:extLst>
          </p:cNvPr>
          <p:cNvSpPr>
            <a:spLocks xmlns:a="http://schemas.openxmlformats.org/drawingml/2006/main" noGrp="1"/>
          </p:cNvSpPr>
          <p:nvPr/>
        </p:nvSpPr>
        <p:spPr>
          <a:xfrm xmlns:a="http://schemas.openxmlformats.org/drawingml/2006/main">
            <a:off x="1000125" y="34575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2</a:t>
            </a:r>
          </a:p>
        </p:txBody>
      </p:sp>
      <p:sp>
        <p:nvSpPr>
          <p:cNvPr id="15" name="">
            <a:extLst xmlns:a="http://schemas.openxmlformats.org/drawingml/2006/main">
              <a:ext uri="{FF2B5EF4-FFF2-40B4-BE49-F238E27FC236}">
                <a16:creationId xmlns:a16="http://schemas.microsoft.com/office/drawing/2014/main" id="{505FF2CC-524D-456B-ABF6-5812E68CC96F}"/>
              </a:ext>
            </a:extLst>
          </p:cNvPr>
          <p:cNvSpPr>
            <a:spLocks xmlns:a="http://schemas.openxmlformats.org/drawingml/2006/main" noGrp="1"/>
          </p:cNvSpPr>
          <p:nvPr/>
        </p:nvSpPr>
        <p:spPr>
          <a:xfrm xmlns:a="http://schemas.openxmlformats.org/drawingml/2006/main">
            <a:off x="1666875" y="34385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Read the three-level target</a:t>
            </a:r>
          </a:p>
        </p:txBody>
      </p:sp>
      <p:sp>
        <p:nvSpPr>
          <p:cNvPr id="16" name="">
            <a:extLst xmlns:a="http://schemas.openxmlformats.org/drawingml/2006/main">
              <a:ext uri="{FF2B5EF4-FFF2-40B4-BE49-F238E27FC236}">
                <a16:creationId xmlns:a16="http://schemas.microsoft.com/office/drawing/2014/main" id="{31532D2A-5D74-48C6-A9DD-2276D7B037F3}"/>
              </a:ext>
            </a:extLst>
          </p:cNvPr>
          <p:cNvSpPr>
            <a:spLocks xmlns:a="http://schemas.openxmlformats.org/drawingml/2006/main" noGrp="1"/>
          </p:cNvSpPr>
          <p:nvPr/>
        </p:nvSpPr>
        <p:spPr>
          <a:xfrm xmlns:a="http://schemas.openxmlformats.org/drawingml/2006/main">
            <a:off x="5000625" y="34385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Did learner 01 accidentally use student_02?</a:t>
            </a:r>
          </a:p>
        </p:txBody>
      </p:sp>
      <p:sp>
        <p:nvSpPr>
          <p:cNvPr id="17" name="">
            <a:extLst xmlns:a="http://schemas.openxmlformats.org/drawingml/2006/main">
              <a:ext uri="{FF2B5EF4-FFF2-40B4-BE49-F238E27FC236}">
                <a16:creationId xmlns:a16="http://schemas.microsoft.com/office/drawing/2014/main" id="{2BD12A56-0BC6-4694-A08B-2D8413CA34E6}"/>
              </a:ext>
            </a:extLst>
          </p:cNvPr>
          <p:cNvSpPr>
            <a:spLocks xmlns:a="http://schemas.openxmlformats.org/drawingml/2006/main" noGrp="1"/>
          </p:cNvSpPr>
          <p:nvPr/>
        </p:nvSpPr>
        <p:spPr>
          <a:xfrm xmlns:a="http://schemas.openxmlformats.org/drawingml/2006/main">
            <a:off x="904875" y="4162425"/>
            <a:ext cx="514350" cy="323850"/>
          </a:xfrm>
          <a:prstGeom xmlns:a="http://schemas.openxmlformats.org/drawingml/2006/main" prst="roundRect">
            <a:avLst>
              <a:gd name="adj" fmla="val 23529"/>
            </a:avLst>
          </a:prstGeom>
          <a:solidFill xmlns:a="http://schemas.openxmlformats.org/drawingml/2006/main">
            <a:srgbClr val="2E74B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53C27D-47F9-4DD5-80BC-499971EA9C3A}"/>
              </a:ext>
            </a:extLst>
          </p:cNvPr>
          <p:cNvSpPr>
            <a:spLocks xmlns:a="http://schemas.openxmlformats.org/drawingml/2006/main" noGrp="1"/>
          </p:cNvSpPr>
          <p:nvPr/>
        </p:nvSpPr>
        <p:spPr>
          <a:xfrm xmlns:a="http://schemas.openxmlformats.org/drawingml/2006/main">
            <a:off x="1000125" y="41814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3</a:t>
            </a:r>
          </a:p>
        </p:txBody>
      </p:sp>
      <p:sp>
        <p:nvSpPr>
          <p:cNvPr id="19" name="">
            <a:extLst xmlns:a="http://schemas.openxmlformats.org/drawingml/2006/main">
              <a:ext uri="{FF2B5EF4-FFF2-40B4-BE49-F238E27FC236}">
                <a16:creationId xmlns:a16="http://schemas.microsoft.com/office/drawing/2014/main" id="{A1F34AD9-C22A-4158-AC76-AC161C93A25B}"/>
              </a:ext>
            </a:extLst>
          </p:cNvPr>
          <p:cNvSpPr>
            <a:spLocks xmlns:a="http://schemas.openxmlformats.org/drawingml/2006/main" noGrp="1"/>
          </p:cNvSpPr>
          <p:nvPr/>
        </p:nvSpPr>
        <p:spPr>
          <a:xfrm xmlns:a="http://schemas.openxmlformats.org/drawingml/2006/main">
            <a:off x="1666875" y="41624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Run SHOW GRANTS</a:t>
            </a:r>
          </a:p>
        </p:txBody>
      </p:sp>
      <p:sp>
        <p:nvSpPr>
          <p:cNvPr id="20" name="">
            <a:extLst xmlns:a="http://schemas.openxmlformats.org/drawingml/2006/main">
              <a:ext uri="{FF2B5EF4-FFF2-40B4-BE49-F238E27FC236}">
                <a16:creationId xmlns:a16="http://schemas.microsoft.com/office/drawing/2014/main" id="{C26FDC68-E484-44C1-B2D1-9ADADF34B976}"/>
              </a:ext>
            </a:extLst>
          </p:cNvPr>
          <p:cNvSpPr>
            <a:spLocks xmlns:a="http://schemas.openxmlformats.org/drawingml/2006/main" noGrp="1"/>
          </p:cNvSpPr>
          <p:nvPr/>
        </p:nvSpPr>
        <p:spPr>
          <a:xfrm xmlns:a="http://schemas.openxmlformats.org/drawingml/2006/main">
            <a:off x="5000625" y="41624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Does the assigned schema include CREATE TABLE?</a:t>
            </a:r>
          </a:p>
        </p:txBody>
      </p:sp>
      <p:sp>
        <p:nvSpPr>
          <p:cNvPr id="21" name="">
            <a:extLst xmlns:a="http://schemas.openxmlformats.org/drawingml/2006/main">
              <a:ext uri="{FF2B5EF4-FFF2-40B4-BE49-F238E27FC236}">
                <a16:creationId xmlns:a16="http://schemas.microsoft.com/office/drawing/2014/main" id="{49211569-FBCE-4C49-8AF5-753355C3D866}"/>
              </a:ext>
            </a:extLst>
          </p:cNvPr>
          <p:cNvSpPr>
            <a:spLocks xmlns:a="http://schemas.openxmlformats.org/drawingml/2006/main" noGrp="1"/>
          </p:cNvSpPr>
          <p:nvPr/>
        </p:nvSpPr>
        <p:spPr>
          <a:xfrm xmlns:a="http://schemas.openxmlformats.org/drawingml/2006/main">
            <a:off x="904875" y="4886325"/>
            <a:ext cx="514350" cy="323850"/>
          </a:xfrm>
          <a:prstGeom xmlns:a="http://schemas.openxmlformats.org/drawingml/2006/main" prst="roundRect">
            <a:avLst>
              <a:gd name="adj" fmla="val 23529"/>
            </a:avLst>
          </a:prstGeom>
          <a:solidFill xmlns:a="http://schemas.openxmlformats.org/drawingml/2006/main">
            <a:srgbClr val="2F7D5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6B76FA8-5D48-44E6-9814-0A6BB8DD9B3A}"/>
              </a:ext>
            </a:extLst>
          </p:cNvPr>
          <p:cNvSpPr>
            <a:spLocks xmlns:a="http://schemas.openxmlformats.org/drawingml/2006/main" noGrp="1"/>
          </p:cNvSpPr>
          <p:nvPr/>
        </p:nvSpPr>
        <p:spPr>
          <a:xfrm xmlns:a="http://schemas.openxmlformats.org/drawingml/2006/main">
            <a:off x="1000125" y="4905375"/>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FFFFF"/>
                </a:solidFill>
                <a:latin typeface="Bitstream Charter"/>
                <a:ea typeface="Bitstream Charter"/>
                <a:cs typeface="Bitstream Charter"/>
              </a:defRPr>
            </a:pPr>
            <a:r>
              <a:rPr sz="975" b="1">
                <a:solidFill>
                  <a:srgbClr val="FFFFFF"/>
                </a:solidFill>
                <a:latin typeface="Bitstream Charter"/>
                <a:ea typeface="Bitstream Charter"/>
                <a:cs typeface="Bitstream Charter"/>
              </a:rPr>
              <a:t>4</a:t>
            </a:r>
          </a:p>
        </p:txBody>
      </p:sp>
      <p:sp>
        <p:nvSpPr>
          <p:cNvPr id="23" name="">
            <a:extLst xmlns:a="http://schemas.openxmlformats.org/drawingml/2006/main">
              <a:ext uri="{FF2B5EF4-FFF2-40B4-BE49-F238E27FC236}">
                <a16:creationId xmlns:a16="http://schemas.microsoft.com/office/drawing/2014/main" id="{E6591AA0-CB36-4A1C-A7A9-922A688F9C79}"/>
              </a:ext>
            </a:extLst>
          </p:cNvPr>
          <p:cNvSpPr>
            <a:spLocks xmlns:a="http://schemas.openxmlformats.org/drawingml/2006/main" noGrp="1"/>
          </p:cNvSpPr>
          <p:nvPr/>
        </p:nvSpPr>
        <p:spPr>
          <a:xfrm xmlns:a="http://schemas.openxmlformats.org/drawingml/2006/main">
            <a:off x="1666875" y="48863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071C2C"/>
                </a:solidFill>
                <a:latin typeface="Bitstream Charter"/>
                <a:ea typeface="Bitstream Charter"/>
                <a:cs typeface="Bitstream Charter"/>
              </a:defRPr>
            </a:pPr>
            <a:r>
              <a:rPr sz="1350" b="1">
                <a:solidFill>
                  <a:srgbClr val="071C2C"/>
                </a:solidFill>
                <a:latin typeface="Bitstream Charter"/>
                <a:ea typeface="Bitstream Charter"/>
                <a:cs typeface="Bitstream Charter"/>
              </a:rPr>
              <a:t>Apply the narrow correction</a:t>
            </a:r>
          </a:p>
        </p:txBody>
      </p:sp>
      <p:sp>
        <p:nvSpPr>
          <p:cNvPr id="24" name="">
            <a:extLst xmlns:a="http://schemas.openxmlformats.org/drawingml/2006/main">
              <a:ext uri="{FF2B5EF4-FFF2-40B4-BE49-F238E27FC236}">
                <a16:creationId xmlns:a16="http://schemas.microsoft.com/office/drawing/2014/main" id="{B92B7C83-81DB-4811-AC62-E0046F509FAA}"/>
              </a:ext>
            </a:extLst>
          </p:cNvPr>
          <p:cNvSpPr>
            <a:spLocks xmlns:a="http://schemas.openxmlformats.org/drawingml/2006/main" noGrp="1"/>
          </p:cNvSpPr>
          <p:nvPr/>
        </p:nvSpPr>
        <p:spPr>
          <a:xfrm xmlns:a="http://schemas.openxmlformats.org/drawingml/2006/main">
            <a:off x="5000625" y="48863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17202A"/>
                </a:solidFill>
                <a:latin typeface="Bitstream Charter"/>
                <a:ea typeface="Bitstream Charter"/>
                <a:cs typeface="Bitstream Charter"/>
              </a:defRPr>
            </a:pPr>
            <a:r>
              <a:rPr sz="1200" b="0">
                <a:solidFill>
                  <a:srgbClr val="17202A"/>
                </a:solidFill>
                <a:latin typeface="Bitstream Charter"/>
                <a:ea typeface="Bitstream Charter"/>
                <a:cs typeface="Bitstream Charter"/>
              </a:rPr>
              <a:t>Fix the target name or one schema grant</a:t>
            </a:r>
          </a:p>
        </p:txBody>
      </p:sp>
    </p:spTree>
    <p:extLst>
      <p:ext uri="{BB962C8B-B14F-4D97-AF65-F5344CB8AC3E}">
        <p14:creationId xmlns:p14="http://schemas.microsoft.com/office/powerpoint/2010/main" val="57136312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861F85-3B5A-4E39-B343-2CFEBCB08A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E74B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D32C75-5FFF-4D0F-BA6B-824D73C697BD}"/>
              </a:ext>
            </a:extLst>
          </p:cNvPr>
          <p:cNvSpPr>
            <a:spLocks xmlns:a="http://schemas.openxmlformats.org/drawingml/2006/main" noGrp="1"/>
          </p:cNvSpPr>
          <p:nvPr/>
        </p:nvSpPr>
        <p:spPr>
          <a:xfrm xmlns:a="http://schemas.openxmlformats.org/drawingml/2006/main">
            <a:off x="609600" y="361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71C2C"/>
                </a:solidFill>
                <a:latin typeface="Bitstream Charter"/>
                <a:ea typeface="Bitstream Charter"/>
                <a:cs typeface="Bitstream Charter"/>
              </a:defRPr>
            </a:pPr>
            <a:r>
              <a:rPr sz="2700" b="1">
                <a:solidFill>
                  <a:srgbClr val="071C2C"/>
                </a:solidFill>
                <a:latin typeface="Bitstream Charter"/>
                <a:ea typeface="Bitstream Charter"/>
                <a:cs typeface="Bitstream Charter"/>
              </a:rPr>
              <a:t>Independent learner challenge</a:t>
            </a:r>
          </a:p>
        </p:txBody>
      </p:sp>
      <p:sp>
        <p:nvSpPr>
          <p:cNvPr id="3" name="">
            <a:extLst xmlns:a="http://schemas.openxmlformats.org/drawingml/2006/main">
              <a:ext uri="{FF2B5EF4-FFF2-40B4-BE49-F238E27FC236}">
                <a16:creationId xmlns:a16="http://schemas.microsoft.com/office/drawing/2014/main" id="{88C4DFA4-12C1-487F-AF1C-CD71B3364565}"/>
              </a:ext>
            </a:extLst>
          </p:cNvPr>
          <p:cNvSpPr>
            <a:spLocks xmlns:a="http://schemas.openxmlformats.org/drawingml/2006/main" noGrp="1"/>
          </p:cNvSpPr>
          <p:nvPr/>
        </p:nvSpPr>
        <p:spPr>
          <a:xfrm xmlns:a="http://schemas.openxmlformats.org/drawingml/2006/main">
            <a:off x="628650" y="933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Create and prove product_summary without copying the answer first</a:t>
            </a:r>
          </a:p>
        </p:txBody>
      </p:sp>
      <p:sp>
        <p:nvSpPr>
          <p:cNvPr id="4" name="">
            <a:extLst xmlns:a="http://schemas.openxmlformats.org/drawingml/2006/main">
              <a:ext uri="{FF2B5EF4-FFF2-40B4-BE49-F238E27FC236}">
                <a16:creationId xmlns:a16="http://schemas.microsoft.com/office/drawing/2014/main" id="{EDC96F86-8DEC-493A-89C0-2F69F2C90DE8}"/>
              </a:ext>
            </a:extLst>
          </p:cNvPr>
          <p:cNvSpPr>
            <a:spLocks xmlns:a="http://schemas.openxmlformats.org/drawingml/2006/main" noGrp="1"/>
          </p:cNvSpPr>
          <p:nvPr/>
        </p:nvSpPr>
        <p:spPr>
          <a:xfrm xmlns:a="http://schemas.openxmlformats.org/drawingml/2006/main">
            <a:off x="609600" y="1257300"/>
            <a:ext cx="10744200" cy="28575"/>
          </a:xfrm>
          <a:prstGeom xmlns:a="http://schemas.openxmlformats.org/drawingml/2006/main" prst="rect">
            <a:avLst/>
          </a:prstGeom>
          <a:solidFill xmlns:a="http://schemas.openxmlformats.org/drawingml/2006/main">
            <a:srgbClr val="49C0B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343B1B-A98D-4E3C-8058-90FCF9023CD2}"/>
              </a:ext>
            </a:extLst>
          </p:cNvPr>
          <p:cNvSpPr>
            <a:spLocks xmlns:a="http://schemas.openxmlformats.org/drawingml/2006/main" noGrp="1"/>
          </p:cNvSpPr>
          <p:nvPr/>
        </p:nvSpPr>
        <p:spPr>
          <a:xfrm xmlns:a="http://schemas.openxmlformats.org/drawingml/2006/main">
            <a:off x="571500" y="64960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lgn="l">
              <a:defRPr sz="825" b="1">
                <a:solidFill>
                  <a:srgbClr val="5B6875"/>
                </a:solidFill>
                <a:latin typeface="Bitstream Charter"/>
                <a:ea typeface="Bitstream Charter"/>
                <a:cs typeface="Bitstream Charter"/>
              </a:defRPr>
            </a:pPr>
            <a:r>
              <a:rPr sz="825" b="1">
                <a:solidFill>
                  <a:srgbClr val="5B6875"/>
                </a:solidFill>
                <a:latin typeface="Bitstream Charter"/>
                <a:ea typeface="Bitstream Charter"/>
                <a:cs typeface="Bitstream Charter"/>
              </a:rPr>
              <a:t>AZURE DATABRICKS  •  LESSONS 1–2</a:t>
            </a:r>
          </a:p>
        </p:txBody>
      </p:sp>
      <p:sp>
        <p:nvSpPr>
          <p:cNvPr id="6" name="">
            <a:extLst xmlns:a="http://schemas.openxmlformats.org/drawingml/2006/main">
              <a:ext uri="{FF2B5EF4-FFF2-40B4-BE49-F238E27FC236}">
                <a16:creationId xmlns:a16="http://schemas.microsoft.com/office/drawing/2014/main" id="{2C3B2C8F-A73E-4014-B9FA-BF871FF26ACD}"/>
              </a:ext>
            </a:extLst>
          </p:cNvPr>
          <p:cNvSpPr>
            <a:spLocks xmlns:a="http://schemas.openxmlformats.org/drawingml/2006/main" noGrp="1"/>
          </p:cNvSpPr>
          <p:nvPr/>
        </p:nvSpPr>
        <p:spPr>
          <a:xfrm xmlns:a="http://schemas.openxmlformats.org/drawingml/2006/main">
            <a:off x="110490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00" b="1">
                <a:solidFill>
                  <a:srgbClr val="5B6875"/>
                </a:solidFill>
                <a:latin typeface="Bitstream Charter"/>
                <a:ea typeface="Bitstream Charter"/>
                <a:cs typeface="Bitstream Charter"/>
              </a:defRPr>
            </a:pPr>
            <a:r>
              <a:rPr sz="900" b="1">
                <a:solidFill>
                  <a:srgbClr val="5B6875"/>
                </a:solidFill>
                <a:latin typeface="Bitstream Charter"/>
                <a:ea typeface="Bitstream Charter"/>
                <a:cs typeface="Bitstream Charter"/>
              </a:rPr>
              <a:t>45</a:t>
            </a:r>
          </a:p>
        </p:txBody>
      </p:sp>
      <p:sp>
        <p:nvSpPr>
          <p:cNvPr id="7" name="">
            <a:extLst xmlns:a="http://schemas.openxmlformats.org/drawingml/2006/main">
              <a:ext uri="{FF2B5EF4-FFF2-40B4-BE49-F238E27FC236}">
                <a16:creationId xmlns:a16="http://schemas.microsoft.com/office/drawing/2014/main" id="{998AC02F-B94C-48C3-937B-DE013747440F}"/>
              </a:ext>
            </a:extLst>
          </p:cNvPr>
          <p:cNvSpPr>
            <a:spLocks xmlns:a="http://schemas.openxmlformats.org/drawingml/2006/main" noGrp="1"/>
          </p:cNvSpPr>
          <p:nvPr/>
        </p:nvSpPr>
        <p:spPr>
          <a:xfrm xmlns:a="http://schemas.openxmlformats.org/drawingml/2006/main">
            <a:off x="666750"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8" name="">
            <a:extLst xmlns:a="http://schemas.openxmlformats.org/drawingml/2006/main">
              <a:ext uri="{FF2B5EF4-FFF2-40B4-BE49-F238E27FC236}">
                <a16:creationId xmlns:a16="http://schemas.microsoft.com/office/drawing/2014/main" id="{020DB885-4BFB-44EC-B7E8-C7E59E38A110}"/>
              </a:ext>
            </a:extLst>
          </p:cNvPr>
          <p:cNvSpPr>
            <a:spLocks xmlns:a="http://schemas.openxmlformats.org/drawingml/2006/main" noGrp="1"/>
          </p:cNvSpPr>
          <p:nvPr/>
        </p:nvSpPr>
        <p:spPr>
          <a:xfrm xmlns:a="http://schemas.openxmlformats.org/drawingml/2006/main">
            <a:off x="666750" y="1666875"/>
            <a:ext cx="76200" cy="23812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B1E5134-AC2E-49B1-AC44-41FE8321BC0A}"/>
              </a:ext>
            </a:extLst>
          </p:cNvPr>
          <p:cNvSpPr>
            <a:spLocks xmlns:a="http://schemas.openxmlformats.org/drawingml/2006/main" noGrp="1"/>
          </p:cNvSpPr>
          <p:nvPr/>
        </p:nvSpPr>
        <p:spPr>
          <a:xfrm xmlns:a="http://schemas.openxmlformats.org/drawingml/2006/main">
            <a:off x="89535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Requirement</a:t>
            </a:r>
          </a:p>
        </p:txBody>
      </p:sp>
      <p:sp>
        <p:nvSpPr>
          <p:cNvPr id="10" name="">
            <a:extLst xmlns:a="http://schemas.openxmlformats.org/drawingml/2006/main">
              <a:ext uri="{FF2B5EF4-FFF2-40B4-BE49-F238E27FC236}">
                <a16:creationId xmlns:a16="http://schemas.microsoft.com/office/drawing/2014/main" id="{42D1D7C2-C57F-43C6-A7DF-A823E4514F63}"/>
              </a:ext>
            </a:extLst>
          </p:cNvPr>
          <p:cNvSpPr>
            <a:spLocks xmlns:a="http://schemas.openxmlformats.org/drawingml/2006/main" noGrp="1"/>
          </p:cNvSpPr>
          <p:nvPr/>
        </p:nvSpPr>
        <p:spPr>
          <a:xfrm xmlns:a="http://schemas.openxmlformats.org/drawingml/2006/main">
            <a:off x="895350"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Create product_summary in the assigned schema with product, units and revenue.</a:t>
            </a:r>
          </a:p>
        </p:txBody>
      </p:sp>
      <p:sp>
        <p:nvSpPr>
          <p:cNvPr id="11" name="">
            <a:extLst xmlns:a="http://schemas.openxmlformats.org/drawingml/2006/main">
              <a:ext uri="{FF2B5EF4-FFF2-40B4-BE49-F238E27FC236}">
                <a16:creationId xmlns:a16="http://schemas.microsoft.com/office/drawing/2014/main" id="{30D3AC52-CA50-4AD4-A54C-B761A8387228}"/>
              </a:ext>
            </a:extLst>
          </p:cNvPr>
          <p:cNvSpPr>
            <a:spLocks xmlns:a="http://schemas.openxmlformats.org/drawingml/2006/main" noGrp="1"/>
          </p:cNvSpPr>
          <p:nvPr/>
        </p:nvSpPr>
        <p:spPr>
          <a:xfrm xmlns:a="http://schemas.openxmlformats.org/drawingml/2006/main">
            <a:off x="4429125"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2" name="">
            <a:extLst xmlns:a="http://schemas.openxmlformats.org/drawingml/2006/main">
              <a:ext uri="{FF2B5EF4-FFF2-40B4-BE49-F238E27FC236}">
                <a16:creationId xmlns:a16="http://schemas.microsoft.com/office/drawing/2014/main" id="{8CDA5396-4704-4341-9581-59B78B37FCD0}"/>
              </a:ext>
            </a:extLst>
          </p:cNvPr>
          <p:cNvSpPr>
            <a:spLocks xmlns:a="http://schemas.openxmlformats.org/drawingml/2006/main" noGrp="1"/>
          </p:cNvSpPr>
          <p:nvPr/>
        </p:nvSpPr>
        <p:spPr>
          <a:xfrm xmlns:a="http://schemas.openxmlformats.org/drawingml/2006/main">
            <a:off x="4429125" y="1666875"/>
            <a:ext cx="76200" cy="2381250"/>
          </a:xfrm>
          <a:prstGeom xmlns:a="http://schemas.openxmlformats.org/drawingml/2006/main" prst="roundRect">
            <a:avLst>
              <a:gd name="adj" fmla="val 50000"/>
            </a:avLst>
          </a:prstGeom>
          <a:solidFill xmlns:a="http://schemas.openxmlformats.org/drawingml/2006/main">
            <a:srgbClr val="49C0B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1F8929-9A1F-4F57-8CB5-2C05AE5FE93F}"/>
              </a:ext>
            </a:extLst>
          </p:cNvPr>
          <p:cNvSpPr>
            <a:spLocks xmlns:a="http://schemas.openxmlformats.org/drawingml/2006/main" noGrp="1"/>
          </p:cNvSpPr>
          <p:nvPr/>
        </p:nvSpPr>
        <p:spPr>
          <a:xfrm xmlns:a="http://schemas.openxmlformats.org/drawingml/2006/main">
            <a:off x="4657725"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Evidence</a:t>
            </a:r>
          </a:p>
        </p:txBody>
      </p:sp>
      <p:sp>
        <p:nvSpPr>
          <p:cNvPr id="14" name="">
            <a:extLst xmlns:a="http://schemas.openxmlformats.org/drawingml/2006/main">
              <a:ext uri="{FF2B5EF4-FFF2-40B4-BE49-F238E27FC236}">
                <a16:creationId xmlns:a16="http://schemas.microsoft.com/office/drawing/2014/main" id="{BE79459D-5E0B-4CD1-84C6-B83726A72409}"/>
              </a:ext>
            </a:extLst>
          </p:cNvPr>
          <p:cNvSpPr>
            <a:spLocks xmlns:a="http://schemas.openxmlformats.org/drawingml/2006/main" noGrp="1"/>
          </p:cNvSpPr>
          <p:nvPr/>
        </p:nvSpPr>
        <p:spPr>
          <a:xfrm xmlns:a="http://schemas.openxmlformats.org/drawingml/2006/main">
            <a:off x="4657725"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Show the table in Catalog Explorer and query it in revenue order.</a:t>
            </a:r>
          </a:p>
        </p:txBody>
      </p:sp>
      <p:sp>
        <p:nvSpPr>
          <p:cNvPr id="15" name="">
            <a:extLst xmlns:a="http://schemas.openxmlformats.org/drawingml/2006/main">
              <a:ext uri="{FF2B5EF4-FFF2-40B4-BE49-F238E27FC236}">
                <a16:creationId xmlns:a16="http://schemas.microsoft.com/office/drawing/2014/main" id="{6F23DEE2-8B7D-45A4-9D78-05C6F2BFC3EF}"/>
              </a:ext>
            </a:extLst>
          </p:cNvPr>
          <p:cNvSpPr>
            <a:spLocks xmlns:a="http://schemas.openxmlformats.org/drawingml/2006/main" noGrp="1"/>
          </p:cNvSpPr>
          <p:nvPr/>
        </p:nvSpPr>
        <p:spPr>
          <a:xfrm xmlns:a="http://schemas.openxmlformats.org/drawingml/2006/main">
            <a:off x="8191500" y="1666875"/>
            <a:ext cx="3333750" cy="2381250"/>
          </a:xfrm>
          <a:prstGeom xmlns:a="http://schemas.openxmlformats.org/drawingml/2006/main" prst="roundRect">
            <a:avLst>
              <a:gd name="adj" fmla="val 3200"/>
            </a:avLst>
          </a:prstGeom>
          <a:solidFill xmlns:a="http://schemas.openxmlformats.org/drawingml/2006/main">
            <a:srgbClr val="F3F7FA"/>
          </a:solidFill>
          <a:ln xmlns:a="http://schemas.openxmlformats.org/drawingml/2006/main" w="9525">
            <a:solidFill>
              <a:srgbClr val="D9E1E8"/>
            </a:solidFill>
          </a:ln>
        </p:spPr>
      </p:sp>
      <p:sp>
        <p:nvSpPr>
          <p:cNvPr id="16" name="">
            <a:extLst xmlns:a="http://schemas.openxmlformats.org/drawingml/2006/main">
              <a:ext uri="{FF2B5EF4-FFF2-40B4-BE49-F238E27FC236}">
                <a16:creationId xmlns:a16="http://schemas.microsoft.com/office/drawing/2014/main" id="{855CBAE6-34B1-4857-8B01-B9861AE618BA}"/>
              </a:ext>
            </a:extLst>
          </p:cNvPr>
          <p:cNvSpPr>
            <a:spLocks xmlns:a="http://schemas.openxmlformats.org/drawingml/2006/main" noGrp="1"/>
          </p:cNvSpPr>
          <p:nvPr/>
        </p:nvSpPr>
        <p:spPr>
          <a:xfrm xmlns:a="http://schemas.openxmlformats.org/drawingml/2006/main">
            <a:off x="8191500" y="1666875"/>
            <a:ext cx="76200" cy="2381250"/>
          </a:xfrm>
          <a:prstGeom xmlns:a="http://schemas.openxmlformats.org/drawingml/2006/main" prst="roundRect">
            <a:avLst>
              <a:gd name="adj" fmla="val 50000"/>
            </a:avLst>
          </a:prstGeom>
          <a:solidFill xmlns:a="http://schemas.openxmlformats.org/drawingml/2006/main">
            <a:srgbClr val="2F7D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FC96CC-F9A5-4ED4-A7AE-080421076CCD}"/>
              </a:ext>
            </a:extLst>
          </p:cNvPr>
          <p:cNvSpPr>
            <a:spLocks xmlns:a="http://schemas.openxmlformats.org/drawingml/2006/main" noGrp="1"/>
          </p:cNvSpPr>
          <p:nvPr/>
        </p:nvSpPr>
        <p:spPr>
          <a:xfrm xmlns:a="http://schemas.openxmlformats.org/drawingml/2006/main">
            <a:off x="8420100" y="18192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l">
              <a:defRPr sz="1500" b="1">
                <a:solidFill>
                  <a:srgbClr val="071C2C"/>
                </a:solidFill>
                <a:latin typeface="Bitstream Charter"/>
                <a:ea typeface="Bitstream Charter"/>
                <a:cs typeface="Bitstream Charter"/>
              </a:defRPr>
            </a:pPr>
            <a:r>
              <a:rPr sz="1500" b="1">
                <a:solidFill>
                  <a:srgbClr val="071C2C"/>
                </a:solidFill>
                <a:latin typeface="Bitstream Charter"/>
                <a:ea typeface="Bitstream Charter"/>
                <a:cs typeface="Bitstream Charter"/>
              </a:rPr>
              <a:t>Explanation</a:t>
            </a:r>
          </a:p>
        </p:txBody>
      </p:sp>
      <p:sp>
        <p:nvSpPr>
          <p:cNvPr id="18" name="">
            <a:extLst xmlns:a="http://schemas.openxmlformats.org/drawingml/2006/main">
              <a:ext uri="{FF2B5EF4-FFF2-40B4-BE49-F238E27FC236}">
                <a16:creationId xmlns:a16="http://schemas.microsoft.com/office/drawing/2014/main" id="{37B1768E-37A3-41DD-B9C7-BA796E4339D9}"/>
              </a:ext>
            </a:extLst>
          </p:cNvPr>
          <p:cNvSpPr>
            <a:spLocks xmlns:a="http://schemas.openxmlformats.org/drawingml/2006/main" noGrp="1"/>
          </p:cNvSpPr>
          <p:nvPr/>
        </p:nvSpPr>
        <p:spPr>
          <a:xfrm xmlns:a="http://schemas.openxmlformats.org/drawingml/2006/main">
            <a:off x="8420100" y="2162175"/>
            <a:ext cx="29146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7202A"/>
                </a:solidFill>
                <a:latin typeface="Bitstream Charter"/>
                <a:ea typeface="Bitstream Charter"/>
                <a:cs typeface="Bitstream Charter"/>
              </a:defRPr>
            </a:pPr>
            <a:r>
              <a:rPr sz="1125" b="0">
                <a:solidFill>
                  <a:srgbClr val="17202A"/>
                </a:solidFill>
                <a:latin typeface="Bitstream Charter"/>
                <a:ea typeface="Bitstream Charter"/>
                <a:cs typeface="Bitstream Charter"/>
              </a:rPr>
              <a:t>State which aggregation created each column and why overwrite is acceptable in this isolated lab.</a:t>
            </a:r>
          </a:p>
        </p:txBody>
      </p:sp>
      <p:sp>
        <p:nvSpPr>
          <p:cNvPr id="19" name="">
            <a:extLst xmlns:a="http://schemas.openxmlformats.org/drawingml/2006/main">
              <a:ext uri="{FF2B5EF4-FFF2-40B4-BE49-F238E27FC236}">
                <a16:creationId xmlns:a16="http://schemas.microsoft.com/office/drawing/2014/main" id="{085EA1F7-1A0B-4AD2-99CD-4BF3F123F3E7}"/>
              </a:ext>
            </a:extLst>
          </p:cNvPr>
          <p:cNvSpPr>
            <a:spLocks xmlns:a="http://schemas.openxmlformats.org/drawingml/2006/main" noGrp="1"/>
          </p:cNvSpPr>
          <p:nvPr/>
        </p:nvSpPr>
        <p:spPr>
          <a:xfrm xmlns:a="http://schemas.openxmlformats.org/drawingml/2006/main">
            <a:off x="1428750" y="4619625"/>
            <a:ext cx="9334500" cy="809625"/>
          </a:xfrm>
          <a:prstGeom xmlns:a="http://schemas.openxmlformats.org/drawingml/2006/main" prst="roundRect">
            <a:avLst>
              <a:gd name="adj" fmla="val 9412"/>
            </a:avLst>
          </a:prstGeom>
          <a:solidFill xmlns:a="http://schemas.openxmlformats.org/drawingml/2006/main">
            <a:srgbClr val="071C2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42D956-B20F-4032-8FCA-E4AF098F94E1}"/>
              </a:ext>
            </a:extLst>
          </p:cNvPr>
          <p:cNvSpPr>
            <a:spLocks xmlns:a="http://schemas.openxmlformats.org/drawingml/2006/main" noGrp="1"/>
          </p:cNvSpPr>
          <p:nvPr/>
        </p:nvSpPr>
        <p:spPr>
          <a:xfrm xmlns:a="http://schemas.openxmlformats.org/drawingml/2006/main">
            <a:off x="1762125" y="4810125"/>
            <a:ext cx="866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Pass condition  Monitor 2 units 440.00 revenue</a:t>
            </a:r>
          </a:p>
        </p:txBody>
      </p:sp>
      <p:sp>
        <p:nvSpPr>
          <p:cNvPr id="21" name="">
            <a:extLst xmlns:a="http://schemas.openxmlformats.org/drawingml/2006/main">
              <a:ext uri="{FF2B5EF4-FFF2-40B4-BE49-F238E27FC236}">
                <a16:creationId xmlns:a16="http://schemas.microsoft.com/office/drawing/2014/main" id="{E9100CCE-38E8-4922-BBEA-7CE49F3B0742}"/>
              </a:ext>
            </a:extLst>
          </p:cNvPr>
          <p:cNvSpPr>
            <a:spLocks xmlns:a="http://schemas.openxmlformats.org/drawingml/2006/main" noGrp="1"/>
          </p:cNvSpPr>
          <p:nvPr/>
        </p:nvSpPr>
        <p:spPr>
          <a:xfrm xmlns:a="http://schemas.openxmlformats.org/drawingml/2006/main">
            <a:off x="1666875" y="5810250"/>
            <a:ext cx="885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0">
                <a:solidFill>
                  <a:srgbClr val="5B6875"/>
                </a:solidFill>
                <a:latin typeface="Bitstream Charter"/>
                <a:ea typeface="Bitstream Charter"/>
                <a:cs typeface="Bitstream Charter"/>
              </a:defRPr>
            </a:pPr>
            <a:r>
              <a:rPr sz="1200" b="0">
                <a:solidFill>
                  <a:srgbClr val="5B6875"/>
                </a:solidFill>
                <a:latin typeface="Bitstream Charter"/>
                <a:ea typeface="Bitstream Charter"/>
                <a:cs typeface="Bitstream Charter"/>
              </a:rPr>
              <a:t>Trainer pause: allow 12 minutes before revealing the worked solution in the lab guide.</a:t>
            </a:r>
          </a:p>
        </p:txBody>
      </p:sp>
    </p:spTree>
    <p:extLst>
      <p:ext uri="{BB962C8B-B14F-4D97-AF65-F5344CB8AC3E}">
        <p14:creationId xmlns:p14="http://schemas.microsoft.com/office/powerpoint/2010/main" val="985296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2026-09-16T20:37:49.2250000Z</dcterms:created>
  <dcterms:modified xsi:type="dcterms:W3CDTF">2026-09-16T20:37:49.2260000Z</dcterms:modified>
</coreProperties>
</file>