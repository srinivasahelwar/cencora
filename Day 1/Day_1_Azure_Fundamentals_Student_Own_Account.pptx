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clarifying that students use their own Azure accounts and must delete lab resources after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What We Will Build Today.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Student-Owned Account Model.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Day 1 Lab Safety Rules.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Before Class Starts.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Account Creation Options.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Subscription Check.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Budget Awareness.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Day 1 Naming Standard.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Region Selection.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Cloud Fundamentals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What Is Cloud Computing?.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Why Enterprises Use Cloud.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Shared Responsibility Concept.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IaaS.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PaaS.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SaaS.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Service Model Comparison.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Public Cloud.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Private Cloud.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Hybrid Cloud.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Azure Basics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Management Hierarchy.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Microsoft Entra ID.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Subscription.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Resource Group.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Resource Manager.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Portal.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Cloud Shell.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CLI.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PowerShell.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Regions.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Availability Zones.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Fault Domains.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SLA and Availability.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Lab Setup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Lab Setup Checklist.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Open the Azure Portal.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Find Subscriptions.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Cost Management First Look.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Create a Resource Group: Goal.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Create a Resource Group: Portal Steps.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Resource Group Tags.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Validate Resource Group.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Cloud Shell Setup.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CLI: Confirm Account Context.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Local CLI Option.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App Service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What Is Azure App Service?.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Why App Service for Day 1?.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App Service Plan.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Web App vs App Service Plan.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Runtime Stack Choice.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App Name Uniqueness.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Monitoring Choice.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Hands-On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Create Web App: Basics Tab.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Create Web App: Plan Tab.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Create Web App: Monitoring Tab.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Review + Create.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Deployment Complete.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Open the Web App URL.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Generate Traffic.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Explore App Service Overview.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Configuration Area.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Deployment Center Awareness.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Scaling &amp;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Scale Up.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Scale Out.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Scale Up vs Scale Out.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Autoscale Concept.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When Not to Autoscale in Student Lab.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Application Insights.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Azure Monitor.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View Metrics.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Activity Log.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Basic Troubleshooting Flow.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CLI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Why Use CLI?.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CLI Account Commands.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CLI Resource Validation.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Optional CLI Resource Group Create.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CLI Deletion Practice.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Cleanup &amp; Cost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Why Cleanup Matters.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Portal Cleanup Steps.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CLI Cleanup Steps.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Cleanup Validation.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Common Issues and Fixes.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Assessment &amp; Recap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Student Challenge.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Checkpoint: Cloud Models.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Checkpoint: Azure Hierarchy.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Checkpoint: App Service.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Checkpoint: Scaling.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Checkpoint: Monitoring.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Trainer Debrief.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Day 1 Key Takeaways.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Preview: Day 2.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note: Closing Slide. Emphasize student-owned Azure accounts, safe low-cost choices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Cloud-Data-GenAI Learning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Day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Fundamentals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Student-owned Azure account lab: portal, resource groups, App Service, scaling, monitoring and cleanup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903720" y="361188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58584" y="3675888"/>
            <a:ext cx="2999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Student Account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458200" y="4178808"/>
            <a:ext cx="0" cy="640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427024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4334256"/>
            <a:ext cx="2999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58200" y="4837176"/>
            <a:ext cx="0" cy="640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4928616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4992624"/>
            <a:ext cx="2999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58200" y="5495544"/>
            <a:ext cx="0" cy="640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03720" y="5586984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5650992"/>
            <a:ext cx="2999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Service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58200" y="6153912"/>
            <a:ext cx="0" cy="6400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6245352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8584" y="6309360"/>
            <a:ext cx="2999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Monitoring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100-slide trainer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Build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validate a personal Azure learning environment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Azure Portal and Cloud Shell safely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Resource Group, Web App and monitoring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scale up, scale out and telemetry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up everything to avoid unexpected cost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3258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389888"/>
            <a:ext cx="4005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Browser / Student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0" y="1892808"/>
            <a:ext cx="0" cy="10972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02996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093976"/>
            <a:ext cx="4005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 Portal / Cloud Shell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0" y="2596896"/>
            <a:ext cx="0" cy="10972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73405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798064"/>
            <a:ext cx="4005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 Resource Manager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0" y="3300984"/>
            <a:ext cx="0" cy="10972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43814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502152"/>
            <a:ext cx="4005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Student Subscription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0" y="4005072"/>
            <a:ext cx="0" cy="109728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1422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206240"/>
            <a:ext cx="4005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530352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2F0D9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5367528"/>
            <a:ext cx="121615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Web App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818120" y="530352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2F0D9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72984" y="5367528"/>
            <a:ext cx="121615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Plan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0" y="530352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2F0D9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1744" y="5367528"/>
            <a:ext cx="121615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Insights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Student-Owned Account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learner signs in with their own Azure account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learner creates resources in their own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guides steps but does not manage billing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resources use clear naming and tags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is mandatory before closing the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Sign 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Lab Resources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Cleanup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Lab Safety Rules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low-cost training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select premium/production tiers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store real secrets or customer data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all resources in a dedicated Day 1 resource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resource group after validation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Choose free/dev/lowest tier where available.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Use only training resource groups and sample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Cleanup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Delete lab resource groups immediately after validation.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Class Starts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access to Azure Portal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mobile phone ready for MFA verification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your account email and password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a valid payment method if Azure requests it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Edge or Chrome browser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Portal access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MFA ready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 ready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Browser ready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Lab starts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Creation Options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Microsoft account can be used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account can be created if required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Free/trial/pay-as-you-go eligibility may vary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verification screens may differ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depend on fixed free credit assumptions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UI, eligibility and credits can vary. Teach the process, not a fixed screenshot.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Subscription Check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sign-in is not the same as subscription access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must see an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subscription means no resource creation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controls billing, quota and policies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subscription name before labs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Portal Login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Active Subscription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Creation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Billing/Quota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 Awareness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Cost Management + Billing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current subscription status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budget/alert where available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premium services during Day 1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resources after each lab block if needed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Budget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Set a limit or alert if the account supports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Watch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Check resources and cost regularly.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Delete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Resource Group deletion removes contained lab resources.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Naming Standard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Group: rg-day01-&lt;studentid&gt;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Service Plan: asp-day01-&lt;studentid&gt;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App: app-day01-&lt;studentid&gt;-&lt;unique&gt;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Insights: appi-day01-&lt;studentid&gt;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Tags: Environment, Course, Day, Owner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Resource naming keeps cleanup simple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rg-day01-srini01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asp-day01-srini01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app-day01-srini01-1025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appi-day01-srini01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trainer-approved region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resources in the same region where possible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service is unavailable, choose another region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unnecessary cross-region deployment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choice affects availability, latency and sometimes cost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For India-based learners, Central India or South India may be tried if available.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Fundamentals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Establish the language students need before opening the portal.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11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Cloud Computing?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On-demand access to compute, storage, networking and platforms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are provisioned through provider-managed infrastructure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can be created, scaled and removed quickly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pay attention to usage and lifecycle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shifts focus from hardware to 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Demand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Provision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Use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Monitor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Cleanup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Enterprises Use Cloud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provisioning compared with datacenter procurement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capacity for changing workload demand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platform services reduce operational effort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reach using cloud regions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through APIs, CLI, templates and pipelines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Create infrastructure in minutes.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Elasticity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Scale resources according to demand.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Repeat environments with code.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Responsibility Concept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manages physical infrastructure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manages identity, data and configuration choices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 changes by IaaS, PaaS and SaaS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Misconfiguration can still create risk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must be designed from Day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More provider-managed as you move to SaaS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IaaS: you manage OS/runtime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PaaS: platform managed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SaaS: application delivered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Customer always protects data and identity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as a Service gives virtualized infrastructure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Virtual Machine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manages OS, runtime, app and data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control and lift-and-shift scenarios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management responsibility than PaaS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Example: You create a VM and manage the operating system.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as a Service abstracts much of the platform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Azure App Service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focuses more on application and configuration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manages underlying infrastructure and runtime platform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faster application hosting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App Service is the main PaaS service for today.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as a Service delivers finished application functionality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consumes the service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manages most application platform details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include productivity/business applications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infrastructure management responsibility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SaaS is consumed, not built from scratch by the student.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Model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IaaS gives maximum control and responsibility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PaaS balances productivity and configuration control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provides ready-to-use software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selection depends on workload needs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lab uses PaaS with App Service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IaaS → 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PaaS → App 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SaaS → Finished application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More control ← IaaS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Less management ← SaaS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Cloud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are delivered by a cloud provider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through controlled internet/private connectivity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for scalable enterprise workloads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is an example public cloud platform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is configured through identity, network and policy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Enterprise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Internet/Private Link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Services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Users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Cloud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Cloud-like environment dedicated to one organization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hosted in enterprise/private datacenter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direct control over infrastructure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be used for regulatory or legacy needs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responsibility remains high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Private cloud is not simply “more secure”; it depends on design and operations.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Cloud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on-premises/private infrastructure with public cloud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during migration and modernization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networking and identity integration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use VPN/ExpressRoute patterns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in large enterprises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On-Premises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Connectivity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Data/Apps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Monitoring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Basics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Translate cloud concepts into Azure terminology.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22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Management Hierarchy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tenant provides identity boundary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provides billing and management scope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organizes related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are actual services such as Web App or Storage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add business metadata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Tenant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Tags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Entra ID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platform behind Azure sign-in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users, groups and service principals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MFA and conditional access scenarios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permissions and authentication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Formerly Azure Active Directory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For Day 1, students only need to recognize identity and sign-in purpose.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Subscription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and resource management boundary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Holds quota, policies and resource access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resource belongs to a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need at least one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subscription selection causes lab confusion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Billing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Costs are associated with subscription usage.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Quota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Limits can differ by account.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Permissions determine what can be created.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Group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container for related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cleanup unit for training labs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contain different resource types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a region for metadata location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Day 1 resource group per 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Resource Group is the safest cleanup boundary for student labs.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Resource Manager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management and deployment layer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Portal, CLI and PowerShell all call Azure management APIs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consistent resource operations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templates and automation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concept behind Azure resource lifecycle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Portal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CLI/PowerShell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ARM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Provider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 Resource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Portal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Browser-based management interface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first-time learners and demos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exploring service blades and settings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steps can later be automated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UI may change over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Teach the service concepts; avoid depending only on screenshots.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Cloud Shell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Browser-based shell inside Azure Portal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Bash and PowerShell experiences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local CLI installation is blocked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account/subscription context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require storage setup on first use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Portal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Cloud Shell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 commands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Azure APIs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CLI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Command-line tool for Azure management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repeatable operations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list, create and delete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in Cloud Shell or locally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foundation for automation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Common 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account show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resource list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delete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PowerShell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module for Azure management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Windows/admin automation scenarios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to Azure CLI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enterprises use both CLI and PowerShell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focuses mainly on Portal and CLI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CLI and PowerShell are interfaces to the same management platform.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Regions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areas where Azure services run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choice affects latency and availability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service/tier is available in every region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lab resources together where possible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selection matters for enterprise architecture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Use a trainer-approved region for consistent troubleshooting.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Zones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Physically separate locations within supported regions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fault isolation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 services or regions support zones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for high availability design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introduces concept only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Region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Zone 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Zone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Zone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Resilient design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Fault Domains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boundary within infrastructure design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availability planning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Conceptually separates resources across hardware failure points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usage varies by service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overcomplicate for beginners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Keep Day 1 explanation conceptual.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 and Availability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describes expected service availability commitments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must avoid single points of failure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availability often increases cost/complexity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Service-specific SLA values vary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should understand the concept first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How often service is expected to be reachable.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Redundancy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Avoid single failure points.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Trade-off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More availability can mean more cost.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Setup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Students now prepare their personal Azure environment.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36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Setup Checklist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to Azure Portal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region choice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naming convention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cleanup requirement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Sign 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Naming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Cleanup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the Azure Portal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Edge or Chrome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the Azure Portal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sign-in and MFA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portal home page loads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creating resources before instructions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Do not proceed until every learner sees the Portal home page.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Subscriptions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search bar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Subscriptions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one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subscription 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trainer if no subscription appears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Search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Active?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Record name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Continue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Management First Look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Cost Management + Billing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subscription billing area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budget if supported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where charges appear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ignore billing during training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Billing awareness is part of professional cloud practice.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 Resource Group: Goal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is the lab boundary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Day 1 resources go inside it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naming standard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tags immediately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whole group at end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 RG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Add Tags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 Resources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Validate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Delete RG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 Resource Group: Portal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Groups → Create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Name: rg-day01-&lt;studentid&gt;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trainer-approved region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Create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Portal path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Resource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Create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Review + Create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Deployment successful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Group Tags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= Training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= CloudDataGenAI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= Day01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= student ID/name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help cost and governance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Ownership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Who created it?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Why does it exist?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Cleanup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Which resources can be deleted?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Resource Group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Resource Groups list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your Day 1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Overview page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location and tags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create resources in wrong group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Wrong resource group is the most common beginner lab mistake.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Shell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Cloud Shell icon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Bash for Day 1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Create/select storage only if required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shell prompt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CLI to inspect account context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Cloud Shell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Bash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Prompt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 account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 group list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CLI: Confirm Account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az account show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active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az group list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your resource group appears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trainer before changing subscription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account show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list --output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account set --subscription &lt;id&gt;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Use only if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CLI 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for Day 1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if permitted on student machine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Shell is simpler for corporate batches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CLI needs az login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install is not required to finish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Cloud Shell reduces installation troubleshooting on Day 1.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Concepts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Connect cloud service models to the hands-on application lab.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48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Azure App Service?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platform for hosting web applications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multiple runtimes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Abstracts server infrastructure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example of PaaS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today for a simple web app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Service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Managed Platform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URL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Users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App Service for Day 1?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cloud deployment experience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PaaS without VM complexity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Introduces scaling and monitoring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visible output through a URL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Prepares for later CI/CD modules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Visible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Students can open the app URL.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Managed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No OS setup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Teachable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Scaling and telemetry are easy to show.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hosting capacity for Web Apps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region, OS and pricing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apps can share one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is tied to the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low-cost/dev tier for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Service Plan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Web App 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Web App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Capacity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Scale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vs App Service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 is the application resource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Service Plan is the compute/hosting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wrong resource can break app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often changes plan settings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must know the difference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Web App = 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Plan = Hosting capacity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Web App has URL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Plan has tier/instances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Stack Choice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 available simple runtime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Node.js, Python or .NET are typical choices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options vary by account and region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spend too much time on code today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cloud deployment and monitoring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The exact runtime is less important than understanding App Service.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Name Uniqueness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 name forms part of a public host 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must be globally unique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initials or numbers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sensitive personal data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final name for validation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Example: app-day01-srini01-1025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Choice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Application Insights if available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may take a few minutes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options depend on runtime/tier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Monitor is still available for resource metrics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fail lab if insights appears later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Web App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Telemetry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Application Insights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Metrics/Logs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Troubleshoot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Create and test the Day 1 web application.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56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Web App: Basics Tab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Services → Create → Web App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student subscription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rg-day01-&lt;studentid&gt;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app-day01-&lt;studentid&gt;-&lt;unique&gt;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runtime and region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Required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Subscription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Resource Group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Unique Web App 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Runtime + Region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Web App: Plan Tab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new App Service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asp-day01-&lt;studentid&gt;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lowest suitable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premium plans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cost implications before create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For training, use free/dev/lowest acceptable tier where available.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Web App: Monitoring Tab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Application Insights if offered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appi-day01-&lt;studentid&gt;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same region if available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even if option is not shown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can also be viewed later in Azure Monitor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Enable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Name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Generate Traffic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View Telemetry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+ Create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subscription and resource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region and plan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app 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validation messages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Create only after review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Avoid wrong subscription/group.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Validate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Fix errors before deployment.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Create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Wait for deployment complete.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Complete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deployment details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Go to resource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Web App Overview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default domain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resource page open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Go to Resource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Overview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Default Domain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Test App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the Web App URL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default domain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browser opens successfully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landing page is acceptable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multiple times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any error code for troubleshooting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Expected outcome: the app URL responds in browser.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Traffic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page several times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 another tab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a few minutes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is not always instant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traffic to populate metrics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Browser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Requests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Service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Telemetry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Metrics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 App Service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status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URL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resource group and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location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what is shown on Overview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Overview is the starting page for most troubleshooting.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Area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Configuration settings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app settings/environment variables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enter real secrets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should use Key Vault in real systems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is only awareness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Never hard-code production secrets in application settings during training.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Center Awareness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Deployment Center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future GitHub integration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configure CI/CD today unless trainer asks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is covered in later modules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only how App Service can connect to source control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Source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GitHub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Build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Deploy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Service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Scaling &amp; Monitoring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Explain operational controls after the app is running.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67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size/capacity of hosting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changes pricing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one instance needs more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always available on free tiers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perform costly tier changes in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Small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Medium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Large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More Capacity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More Cost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Out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number of instances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higher traffic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manual or autoscale where supported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require supported pricing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enabling costly instance counts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Traffic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Instance 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Instance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Instance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More Capacity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Up vs Scale Out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up means bigger instance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out means more instances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out often improves availability/load handling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can affect cost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must explain this clearly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Scale up = bigger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Scale out = more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Both need plan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Both impact 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Autoscale Concept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Automatically adjusts instance count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rules based on metrics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CPU or request threshold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supported tier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concept without forcing configuration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Metric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Rule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Scale Out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Stabilize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Scale 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Not to Autoscale in Student Lab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tier does not support it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creates extra paid instances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subscription quota is limited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learners cannot monitor cost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objective is only concept 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Teach autoscale safely; do not create accidental cost.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performance monitoring service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requests, failures and response time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show dependencies and traces when instrumented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diagnostics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may take time to appear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Request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Telemetry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Insights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Diagnosis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Monitor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Azure monitoring platform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resource metrics and logs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configure alerts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across many Azure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uses basic metrics only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Numeric time-series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Logs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Detailed records/events.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Alerts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Rules that notify on conditions.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 Service → Monitoring → Metrics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Requests or Response Time where available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time range to last 30 minutes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app if no data appears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metric chart shows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Metric charts prove the deployed service is observable.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Log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management-plane operations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Create/update/delete events appear here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auditing resource changes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from application logs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should inspect after creating resources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 Resource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ARM Operation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Activity Log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Audit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Troubleshoot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Troubleshooting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URL and app status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resource group and deployment result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region and plan status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metrics and activity log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error messages before retrying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Symptom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Status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Logs/Metrics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Fix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Validate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Practice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Reinforce the same lab using command-line inspection.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78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Use CLI?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repeatable operations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automation and DevOps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in Cloud Shell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validate resources quickly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Prepares for Terraform and CI/CD later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Repeatable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Same command works again.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Scriptable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Can be automated later.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Professional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Common in real cloud operations.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Account Commands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account show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account list --output table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group list --output table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resource list --resource-group ...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output table for readability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Useful 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account show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list --output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resource list --resource-group rg-day01-...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webapp list --output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Resource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resource groups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resources in your Day 1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Web Apps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expected names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delete anything yet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CLI validates that Portal-created resources are real Azure resources.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CLI Resource Group Create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separate test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unique name rg-day01-cli-&lt;studentid&gt;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 portal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immediately after testing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optional CLI work isolated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 group create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Validate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Portal Check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az group delete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Verify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Deletion Practice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for dedicated test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delete shared trainer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exact resource group name carefully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after deletion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Portal cleanup for main lab if unsure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Deletion is powerful. Teach caution first.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&amp; Cost Control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Close the loop before students leave the room.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84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Cleanup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accounts may incur charges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only Web App may leave plan/monitoring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deletion removes contained lab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confirm contents before deletion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is part of the lab grade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Contained Resources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Delete Group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No Lab Resources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Cost Control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Cleanup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Resource Groups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rg-day01-&lt;studentid&gt;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contained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Resource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name to confirm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Cleanup path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Resource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Open Day 1 group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Delete Resource Group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Confirm exact 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Cleanup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az group delete only on your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asks confirmation unless --yes used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Deletion can take time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az group list to verify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delete another student resource group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 cleanup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delete --name rg-day01-...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az group list --output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Verify removed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Stop if unsure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no longer appears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 URL no longer responds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 Service Plan remains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Application Insights remains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management should show no running Day 1 resources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A lab is complete only after cleanup is validated.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Issues and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subscription: activate subscription or use another account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name unavailable: add unique suffix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unavailable: choose approved alternative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telemetry: wait and generate traffic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cost: delete resource group immediately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Subscription/MFA problems.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Name/region/tier issues.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Telemetry delay or disabled Insights.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Day 1 • Azure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&amp; Recap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Validate learning with questions, challenges and debrief.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96012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5B5"/>
                </a:solidFill>
              </a:rPr>
              <a:t>90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challenge resource group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Web App and Plan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Web App URL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one metric chart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challenge group after trainer validation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Create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Deploy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Monitor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Delete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Cloud Models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VM as IaaS-oriented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App Service as PaaS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finished application as SaaS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customer/provider responsibilities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one example of each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VM → IaaS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App Service → PaaS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Finished app → SaaS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Responsibility changes by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Azure Hierarchy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provides identity boundary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provides billing/management scope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organizes resources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is the actual service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add metadata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Tenant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Subscription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 Group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Resource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Tags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App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App Service?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App Service Plan?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app name unique?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runtime stack mean?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default domain?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Students should answer in their own words, not read from portal labels.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Scaling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scale up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scale out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autoscale concept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tier matters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cost impact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444752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81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Scaling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39696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768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Scale up = bigger capacity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71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Scale out = more instances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9584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Autoscale = rule-based instance count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4224528"/>
            <a:ext cx="4709160" cy="621792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361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Tier controls availability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Monitoring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Application Insights?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Azure Monitor?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metrics?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Activity Log?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generate traffic before checking telemetry?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Request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Metric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Insight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Activity Log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Troubleshoot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Debrief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share one issue they faced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issue to troubleshooting method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 cleanup and cost control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Day 2 networking lab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App Service to future VNet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Use troubleshooting stories as teaching moments.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resources must be managed with cost awareness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uses tenant, subscription, resource group and resource hierarchy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Service is a practical PaaS hosting example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starts immediately after deployment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is mandatory in student-owned accounts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Azure terms and portal skills.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706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Hands-on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054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Web App created and observed.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050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Responsibility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2885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Costs and cleanup handled safely.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Preview: Day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Networks and subnets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and private IP addresses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interface concepts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Machines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VM and App Service concepts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4264" y="1481328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VNet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23960" y="1984248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1854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2249424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Subnet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2752344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53512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017520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IP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23960" y="3520440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372160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7FBFE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85616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VM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23960" y="4288536"/>
            <a:ext cx="0" cy="173736"/>
          </a:xfrm>
          <a:prstGeom prst="line">
            <a:avLst/>
          </a:prstGeom>
          <a:noFill/>
          <a:ln w="2032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489704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9CC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4553712"/>
            <a:ext cx="42793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App connectivity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• Azure Fundamentals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18520" y="1645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Slide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your lab resources are deleted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notes of your subscription and region issues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quick viva questions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networking hands-on lab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1463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2700">
            <a:solidFill>
              <a:srgbClr val="B7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64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End only after each student confirms cleanup.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Student-owned Azure account lab • Delete resources after validation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Azure Fundamentals - Own Azure Account Lab</dc:title>
  <dc:subject>Day 1 Azure Fundamentals - Student-Owned Azure Account Lab</dc:subject>
  <dc:creator>OpenAI</dc:creator>
  <cp:lastModifiedBy>OpenAI</cp:lastModifiedBy>
  <cp:revision>1</cp:revision>
  <dcterms:created xsi:type="dcterms:W3CDTF">2026-08-26T02:31:50Z</dcterms:created>
  <dcterms:modified xsi:type="dcterms:W3CDTF">2026-08-26T02:31:50Z</dcterms:modified>
</cp:coreProperties>
</file>