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92240"/>
            <a:ext cx="1143000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Cloud Data GenAI Training | Day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Lab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8288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Azure Resource Groups, RBAC, ADLS Gen2 &amp; Databricks Foundation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0408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Azure + Databricks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040880" y="914400"/>
            <a:ext cx="3840480" cy="3840480"/>
          </a:xfrm>
          <a:prstGeom prst="arc">
            <a:avLst/>
          </a:prstGeom>
          <a:noFill/>
          <a:ln w="508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6002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7556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201168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21671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29800" y="27889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29800" y="2944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794760"/>
            <a:ext cx="566928" cy="5669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950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5166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2E8F0"/>
                </a:solidFill>
              </a:rPr>
              <a:t>Identity → Access → Data Lake → Notebook ETL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897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Instructor deck for 14-student Azure training setup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What students should be able to do by end of the lab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Sign in with Entra training account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Access only assigned Azure resource group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Understand cost risks and cleanup discipline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Create/use ADLS Gen2 containers and folders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Run a starter PySpark ETL in Databricks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Suggested flow for a full-day hands-on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Login/RBAC validation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Cost Management and budget alerts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ADLS Gen2 storage foundation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Databricks workspace, users and compute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Notebook ETL: CSV to Parquet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Monitoring, shutdown and next-day prep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lab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Use isolation for students and shared services for trainer-owned assets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1874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Microsoft Entra 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14 student identities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856232"/>
            <a:ext cx="1097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132588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508760"/>
            <a:ext cx="2697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Azure Subscription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Owner: Instructor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RBAC scope: Resource Group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856232"/>
            <a:ext cx="10972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32520" y="150876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664208"/>
            <a:ext cx="2240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Shared Services RG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Databricks + ADLS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0592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5456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86784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22976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59168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95360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31552" y="3657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86416" y="381304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rg-student07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50592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rg-student09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86784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rg-student10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22976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rg-student11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59168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95360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rg-student13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131552" y="44805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86416" y="4636008"/>
            <a:ext cx="10332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rg-student14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A9C"/>
                </a:solidFill>
              </a:rPr>
              <a:t>One student → one resource group → clear ownership and safer cost control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Prerequisites already completed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Confirm these before starting Day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Tenant verified: InnovatorLearning Training solutions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Subscription active: Azure subscription Cencora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Instructor is Owner on subscription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14 student accounts created and group populated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Resource groups created in Central India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credential handling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Treat credentials as sensitive training secrets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Share each username/password privately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Do not post the full CSV in a group chat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Ask students to change temporary passwords if prompted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Test student01 before releasing all credentials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Keep the password CSV in a restricted location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1: Login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First student test before full class onboarding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Incognito/InPrivate browser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Login to portal.azure.com as student01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Open Resource groups → rg-student01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Confirm no access to rg-student02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Document any MFA or password-reset prompts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Students should be powerful only inside their own sandbox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7393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379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7190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Assign at RG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975104"/>
            <a:ext cx="2514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Each student gets access only inside their own RG.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77393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8379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7190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Contributor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975104"/>
            <a:ext cx="2514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Can create/manage lab resources but cannot assign RBAC.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77393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83794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17190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Avoid Owner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1975104"/>
            <a:ext cx="2514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Owner lets students delegate access and increases risk.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2926080"/>
            <a:ext cx="0" cy="9144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397764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31596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Result: students are productive in their sandbox, but cannot disturb other students or subscription-level governance.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assignment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Repeat this for each student resource group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rg-student01 → student01 → Contributor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rg-student02 → student02 → Contributor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Continue through rg-student14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Never assign Owner to students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Keep shared RG under trainer control initially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assign the student group?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Group-level Contributor on every RG breaks isolation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All students would access all resource groups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Accidental deletion risk increases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Cost accountability becomes unclear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Individual mapping is cleaner for labs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groups for shared read-only access later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2: Cost safety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Databricks and AI labs can burn credits quickly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 budget/alerts before compute labs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Explain auto-termination for Databricks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Avoid always-on VMs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small sample data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Review cost after each day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risk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Common classroom mistakes and controls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10607040" cy="749808"/>
          </a:xfrm>
          <a:prstGeom prst="rect">
            <a:avLst/>
          </a:prstGeom>
          <a:solidFill>
            <a:srgbClr val="005A9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527048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67784" y="1527048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Cause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03464" y="1527048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212848"/>
            <a:ext cx="106070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276856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Databricks spike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67784" y="2276856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Clusters left running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03464" y="2276856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Auto-terminate + stop after labs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962656"/>
            <a:ext cx="106070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026664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Storage growth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67784" y="3026664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Repeated datasets/checkpoints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03464" y="3026664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Small data + cleanup paths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712464"/>
            <a:ext cx="106070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776472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AI token spend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67784" y="3776472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Large prompts/retries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03464" y="3776472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Quota awareness + short prompts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4462272"/>
            <a:ext cx="10607040" cy="74980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526280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VM charges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67784" y="4526280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VMs/disks left active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03464" y="4526280"/>
            <a:ext cx="3444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Avoid VMs on Day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Trainer rule: no new high-cost service without a checkpoint.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3: ADLS Gen2 storage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Create the data lake foundation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 storage account in shared or student RG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Standard + LRS for training cost control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Enable Hierarchical namespace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 raw and processed containers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simple folder convention for Day 2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ADLS folder convention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Keep paths predictable for notebooks and demos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08760"/>
            <a:ext cx="44805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A9C"/>
                </a:solidFill>
              </a:rPr>
              <a:t>raw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day2/input/customers.csv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651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day2/input/orders.csv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3063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day2/reference/products.csv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44805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processed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2240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day2/output/customers_parquet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651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day2/output/orders_summary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3063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↳ day2/checkpoints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Simple folder naming reduces notebook mistakes and makes troubleshooting faster.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access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RBAC and data-plane permissions must be clear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Contributor manages resources but may not grant data-plane file access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Storage Blob Data Contributor where required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Prefer scoped access at storage account/container level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Avoid sharing account keys with students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Key Vault later for secrets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4: Databricks workspace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Start with one shared workspace for manageability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 workspace in rg-cloud-genai-training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Central India or available supported region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Launch workspace after deployment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Add students as workspace users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Do not make students workspace admins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policy for Day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Safe defaults for classroom compute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the smallest workable compute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Set auto-termination to 10–15 minutes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Avoid large worker counts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Stop compute after notebook validation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Monitor active clusters during breaks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Databricks access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Separate student work without duplicating infrastructure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10332720" cy="804672"/>
          </a:xfrm>
          <a:prstGeom prst="rect">
            <a:avLst/>
          </a:prstGeom>
          <a:solidFill>
            <a:srgbClr val="005A9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481328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Area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13504" y="1481328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Owner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57744" y="1481328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Student access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221992"/>
            <a:ext cx="10332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286000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Workspace admin console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13504" y="2286000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Trainer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57744" y="2286000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026664"/>
            <a:ext cx="10332720" cy="804672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90672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Shared folder /Shared/day2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3504" y="3090672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Trainer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57744" y="3090672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Read/write for lab notebooks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831336"/>
            <a:ext cx="1033272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895344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/Users/studentXX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13504" y="3895344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Student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57744" y="3895344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Own notebooks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4636008"/>
            <a:ext cx="10332720" cy="804672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700016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Compute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13504" y="4700016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Trainer-controlled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57744" y="4700016"/>
            <a:ext cx="33528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Can attach if allowed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57150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A9C"/>
                </a:solidFill>
              </a:rPr>
              <a:t>Keep governance simple: students work in folders; trainer manages compute and workspace settings.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5: Starter notebook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CSV ingestion, cleanup and Parquet output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Create notebook: Day2_ADLS_PySpark_ETL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Read CSV from raw/day2/input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Trim/clean columns and add ingestion_date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Write Parquet to processed/day2/output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Verify files in ADLS container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Simple data engineering path students can explain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04825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122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CSV from raw/day2/input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204825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1122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Trim, clean, enrich fields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204825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1122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Display counts and schema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2396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8552" y="204825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211226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0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Write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0" y="2249424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Parquet to processed zone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3383280"/>
            <a:ext cx="71323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Student takeaway: every data engineering notebook should have an input, transformation, validation and output.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PySpark starter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Use placeholders for account/container names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074420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028700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functions as 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storage_account = "&lt;storage-account-name&gt;"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input_path = f"abfss://raw@{storage_account}.dfs.core.windows.net/day2/input/customers.csv"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= (spark.read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.option("header", "true")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.option("inferSchema", "true")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.csv(input_path))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= (customers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.withColumn("customer_name", F.trim(F.col("customer_name")))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.withColumn("ingestion_date", F.current_date()))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clean.write.mode("overwrite").parquet(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f"abfss://processed@{storage_account}.dfs.core.windows.net/day2/output/customers_parquet")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issues and fixes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Fast troubleshooting during hands-on labs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Cannot see subscription → check directory and RBAC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Cannot see RG → check role assignment scope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Cannot access ADLS data → check Storage Blob Data Contributor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Databricks compute unavailable → check region/quota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Cost rising → stop clusters and delete accidental resources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6: GenAI readiness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Connect the data foundation to future RAG/AI labs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ADLS as the source of trusted curated data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Prepare a small FAQ/product catalog dataset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Avoid confidential or personal data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Key Vault for secrets in later labs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Introduce vector search/RAG only after data prep is stable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What must be true before Day 2 closure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14 students can sign in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Each sees only own RG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Budget alert exists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ADLS containers and folders exist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Databricks workspace opens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Notebook reads/writes successfully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All compute stopped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routine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Make cleanup part of the lab culture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Stop Databricks compute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Delete accidental disks, public IPs and VMs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Keep data needed for Day 3 only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Check Cost Management after class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Record issues for next-day warmup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timing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Recommended pacing for a structured delivery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10332720" cy="640080"/>
          </a:xfrm>
          <a:prstGeom prst="rect">
            <a:avLst/>
          </a:prstGeom>
          <a:solidFill>
            <a:srgbClr val="005A9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3898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Block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13504" y="13898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57744" y="13898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Focus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0299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Warm-up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13504" y="20299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30 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57744" y="20299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Login, password and access check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67004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Cost + RBAC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3504" y="267004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45 min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57744" y="267004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Budgets and role assignment recap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31012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ADLS Gen2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13504" y="331012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60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57744" y="331012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Storage + containers + folder paths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95020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Databricks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13504" y="395020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75 min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57744" y="395020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Workspace, users, compute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902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Notebook ETL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13504" y="45902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90 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57744" y="459028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Read, transform, write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52303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Close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13504" y="52303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30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57744" y="5230368"/>
            <a:ext cx="33528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Cleanup and review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bridge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What this prepares students to do next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processed data as a curated source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Build simple analytics over Parquet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Connect Databricks outputs to Power BI later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Prepare RAG datasets for Azure AI Foundry/OpenAI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Introduce governance and monitoring gradually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reminders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Operational notes before the class starts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24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Keep admin session separate from student test session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Use one projector account for live demo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Have a rollback plan for failed student accounts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Keep credentials private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</a:rPr>
              <a:t>Check active costs before and after each lab block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 for Day 2 delivery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58952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Start with Student 01 validation, keep costs controlled, and close with clean compute shutdown.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3375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355701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36210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3502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3758184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Login + RG access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33375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355701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36210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3502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3758184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ADLS + Databricks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0" y="33375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3557016"/>
            <a:ext cx="411480" cy="411480"/>
          </a:xfrm>
          <a:prstGeom prst="ellipse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36210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15400" y="3502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3758184"/>
            <a:ext cx="2103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Stop compute + review cost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InnovatorLearning Training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Azure Databricks GenAI Lab PPT</dc:title>
  <dc:subject>Day 2 Azure Databricks GenAI Lab</dc:subject>
  <dc:creator>OpenAI</dc:creator>
  <cp:lastModifiedBy>OpenAI</cp:lastModifiedBy>
  <cp:revision>1</cp:revision>
  <dcterms:created xsi:type="dcterms:W3CDTF">2026-08-27T09:28:26Z</dcterms:created>
  <dcterms:modified xsi:type="dcterms:W3CDTF">2026-08-27T09:28:26Z</dcterms:modified>
</cp:coreProperties>
</file>