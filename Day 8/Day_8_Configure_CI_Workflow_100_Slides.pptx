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400">
                <a:solidFill>
                  <a:srgbClr val="17365D"/>
                </a:solidFill>
              </a:rPr>
              <a:t>Day 8: Configure CI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2F5597"/>
                </a:solidFill>
              </a:rPr>
              <a:t>GitHub Security • Secrets • Environments • GHCR • Azure App Service • QA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1366374" cy="77724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99062" y="41330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08790" y="3840480"/>
            <a:ext cx="1366374" cy="77724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CI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93453" y="41330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03181" y="3840480"/>
            <a:ext cx="1366374" cy="77724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Docker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87844" y="41330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7572" y="3840480"/>
            <a:ext cx="1366374" cy="77724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GHCR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782235" y="41330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91963" y="3840480"/>
            <a:ext cx="1366374" cy="77724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DEV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276626" y="41330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86354" y="3840480"/>
            <a:ext cx="1366374" cy="77724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QA Gate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71017" y="41330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80745" y="3840480"/>
            <a:ext cx="1366374" cy="77724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1/100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Day 8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CI vs CD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Secure GitHub Actions using permissions, secrets and environments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Create workflow YAML with triggers, jobs, steps and conditions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Build and push Docker image to GHCR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Deploy to Azure App Service DEV and gated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2/100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Day 8 TOC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49224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</a:defRPr>
            </a:pPr>
            <a:r>
              <a:t>GitHub security lab</a:t>
            </a:r>
          </a:p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</a:defRPr>
            </a:pPr>
            <a:r>
              <a:t>Create secrets and connections</a:t>
            </a:r>
          </a:p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</a:defRPr>
            </a:pPr>
            <a:r>
              <a:t>Deployment environments</a:t>
            </a:r>
          </a:p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</a:defRPr>
            </a:pPr>
            <a:r>
              <a:t>Create CI workflow</a:t>
            </a:r>
          </a:p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</a:defRPr>
            </a:pPr>
            <a:r>
              <a:t>Push Docker image to GHCR</a:t>
            </a:r>
          </a:p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</a:defRPr>
            </a:pPr>
            <a:r>
              <a:t>Create Azure App Service</a:t>
            </a:r>
          </a:p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</a:defRPr>
            </a:pPr>
            <a:r>
              <a:t>Configure CD/release workflow</a:t>
            </a:r>
          </a:p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</a:defRPr>
            </a:pPr>
            <a:r>
              <a:t>Variables, schedules, triggers,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3/100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Business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Cencora-style sample: Pharmaceutical Order API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Hospitals/pharmacies submit sample medicine orders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No real healthcare or commercial data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Deploy same artifact to DEV and QA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CI/CD to reduce manual release errors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4/100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Developer pushes code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GitHub Actions builds and tests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Docker image is pushed to GHCR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DEV App Service updates automatically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QA App Service updates only after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2011680"/>
            <a:ext cx="624839" cy="68580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866888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76615" y="2011680"/>
            <a:ext cx="624839" cy="68580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9744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29472" y="2011680"/>
            <a:ext cx="624839" cy="68580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Image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72600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82328" y="2011680"/>
            <a:ext cx="624839" cy="68580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DEV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125456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35184" y="2011680"/>
            <a:ext cx="624839" cy="68580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Gate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878312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88040" y="2011680"/>
            <a:ext cx="624839" cy="68580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5/100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Build Once, Deploy 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Build container image once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Tag with commit SHA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Deploy same SHA image to DEV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Promote same image to QA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Avoid rebuilding a different QA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2011680"/>
            <a:ext cx="624839" cy="68580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866888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76615" y="2011680"/>
            <a:ext cx="624839" cy="68580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9744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29472" y="2011680"/>
            <a:ext cx="624839" cy="68580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Image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72600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82328" y="2011680"/>
            <a:ext cx="624839" cy="68580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DEV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125456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35184" y="2011680"/>
            <a:ext cx="624839" cy="68580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Gate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878312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88040" y="2011680"/>
            <a:ext cx="624839" cy="68580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6/100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CI vs 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CI: build and validate every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CD: deliver verified artifact to environment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Release workflow adds approval and governance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CI protects code quality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CD protects deployment consistency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7/100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Repository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Create cencora-order-api-sNN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Add app source code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Add Dockerfile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Add .github/workflows folder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Commit to main 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8/100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Sample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GET /health returns service status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POST /orders accepts sample order payload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Validation checks required fields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Returns 202 Accepted for valid order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dummy data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9/100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GitHub Actions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Workflow is YAML file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Event triggers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Job runs on runner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Step runs action or command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Runner is temporary execution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10/100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Workflow File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Folder must be .github/workflows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File extension .yml or .yaml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YAML is committed to repository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Each file becomes a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Actions tab shows workflow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11/100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Indentation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YAML uses spaces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Incorrect indentation breaks parsing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Case and key names matter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GitHub editor validation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Commit small changes and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12/100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Workflow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name appears in Actions tab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Choose readable names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Example: Day 8 CI CD to Azure App Service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Helps troubleshooting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Helps trainer identify student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13/100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Triggers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push for commits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pull_request for PR validation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workflow_dispatch for manual release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schedule for timed automation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Multiple triggers can coexist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14/100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Push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Runs when code reaches main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Good for automatic DEV deployment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Avoid pushing every branch to environments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branch filters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Combine with protected main 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15/100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Pull Request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Runs validation before merge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Should not deploy to shared environments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Should not push final images unless approved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conditions to skip publish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Protects main branch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16/100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Manual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workflow_dispatch creates Run workflow button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Useful for release to QA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Can accept inputs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Trainer can demo without new commit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Good for controlled release exercises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17/100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Schedule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Uses cron syntax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Cron evaluated in UTC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Useful for nightly checks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Can run smoke tests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Do not use for unnecessary costly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18/100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Permissions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Defines GITHUB_TOKEN permissions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contents: read for checkout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packages: write for GHCR push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least privilege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Avoid broad write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19/100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Encrypted sensitive values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Referenced as secrets.NAME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Masked in logs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Used for publish profiles/tokens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Never echo secrets intentionally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20/100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Non-sensitive configuration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Referenced as vars.NAME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Good for app names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Good for image names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Do not place passwords in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21/100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Secret vs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Secret: credential/private key/token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Variable: resource name/config value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Secret values hidden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Variable values visible to maintainers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correct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22/100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Environment 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Attached to environment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DEV secret only for DEV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QA secret only for QA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Reduces blast radius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Works with environment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23/100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Deployment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Represent targets like development and qa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Show deployment history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Can require reviewers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Can restrict branches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Can scope secrets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24/100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QA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QA job references environment: qa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GitHub pauses job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Reviewer approves deployment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Then job continues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Models real release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25/100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Runner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runs-on selects runner image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ubuntu-latest common for Docker builds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Runner is ephemeral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Install dependencies inside job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Do not assume state between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26/100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Job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needs creates dependencies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deploy_dev needs docker_build_push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deploy_qa needs dev deployment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Failure stops dependent jobs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Makes pipeline readable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27/100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Checkout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actions/checkout pulls repository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Usually first step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Required before building/testing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Version v4 commonly used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No source means no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28/100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Setup Python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actions/setup-python installs runtime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Version controlled by env variable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Makes runner consistent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Helps repeatability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Can cache dependencies if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29/100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Build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Install dependencies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Compile/check application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Run unit tests if present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Fail fast on errors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No deployment from failed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30/100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Docker Build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Login to GHCR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Create image tag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Build Docker image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Tag latest and SHA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Push to registry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31/100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GHCR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GitHub Container Registry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Image path starts ghcr.io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Uses packages permission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Stores image versions/tags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Can be public/private based on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32/100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Docker Image Tagging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latest is mutable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SHA tag is immutable-style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sha-b95d3e1 ties image to commit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SHA tag for release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latest only for convenience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33/100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Azure App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PaaS hosting service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Can run code or container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Linux container for this lab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DEV and QA as separate apps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 through default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34/100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Publish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App-level credential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Downloaded from App Service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Stored as GitHub secret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Simple for training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Production prefers OIDC/workload identity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35/100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OIDC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Avoids long-lived secrets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Uses federated identity trust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Recommended for production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Requires Entra/App identity setup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Publish profile used for simpler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36/100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Deployment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Uses azure/webapps-deploy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App name from vars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Publish profile from secrets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Image from GHCR SHA tag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Updates App Service container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37/100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DEV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Automatic after main push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Fast feedback environment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Should use dev-specific secret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Smoke test /health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Review logs if failure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38/100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QA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Manual workflow input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QA environment approval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Same image tag as DEV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Controlled release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Validation after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39/100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if controls job or step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Skip image push on pull_request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Run QA only for manual release input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Avoid unsafe deployments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Read logs for skipped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40/100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One job can expose values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Image tag output used by deploy jobs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Avoid recomputing release identifiers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Improves traceability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Useful in multi-job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41/100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Avoid two deployments fighting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Cancel older pending runs if desired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Protect same environment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Useful for real teams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Optional advanced concept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42/100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GitHub Security Lab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Check Actions permissions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Create secrets/variables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Create environments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least privilege permissions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Review workflow logs for leaks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43/100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Branch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Require pull request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Require checks to pass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Restrict direct pushes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Enforce review process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Plan-dependent feature availability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44/100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Package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Private package needs registry access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Public package easier for dummy lab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Enterprise should control visibility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Avoid sensitive app/data in public packages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ACR for production 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45/100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Azure App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Container port may need WEBSITES_PORT=8080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App Service restart after image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Check Configuration blade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logs for startup failure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Keep values non-secret or use secure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46/100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Validation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GET /health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POST /orders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Check HTTP status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Check deployment logs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Confirm image tag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47/100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Troubleshooting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Find failed job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Open failed step log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Read exact error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Map to permission/secret/YAML/Azure/runtime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Fix one issue at a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48/100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Common Error: 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Parser error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Wrong indentation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Missing colon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Tabs used accidentally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Fix in GitHub editor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49/100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Common Error: GHCR denied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packages: write missing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Workflow permissions too restrictive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Package namespace mismatch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Private package access issue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Check login-action credentials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50/100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Common Error: Deploy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Wrong App Service name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Wrong publish profile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Expired/rotated credential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Wrong image path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Azure app cannot pull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51/100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Common Error: App fails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Wrong port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Missing dependency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Bad Docker CMD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Image not reachable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Use Log 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52/100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Human-readable workflow name shown in the Actions tab.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53/100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Defines events that trigger the workflow.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54/100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Runs workflow when commits are pushed to matching branches.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55/100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pull_request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Validates code before merging.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56/100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workflow_dispatch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Manual button to run the workflow.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57/100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Cron-based run in UTC.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58/100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Limits what GITHUB_TOKEN can do.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59/100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Workflow-level environment variables.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60/100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Top-level collection of work units.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61/100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runs-on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Runner VM image used by the job.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62/100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Ordered commands/actions inside a job.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63/100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References a reusable GitHub Action.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64/100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Runs shell commands.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65/100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Inputs passed to an action.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66/100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Creates job dependency chain.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67/100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Conditional execution.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68/100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Passes values from one job to another.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69/100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Links job to GitHub environment and gates.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70/100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Sensitive values encrypted by GitHub.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71/100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YAML Node: vars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Non-sensitive reusable config values.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Ask students to locate this node in the workflow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why it exists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breaks if it is wrong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Relate it to the Day 8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72/100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GitHub Actions Security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Show this screen during guided walkthrough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values students must enter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not to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 before proceeding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Capture screenshot for evidence</a:t>
            </a:r>
          </a:p>
        </p:txBody>
      </p:sp>
      <p:pic>
        <p:nvPicPr>
          <p:cNvPr id="5" name="Picture 4" descr="github_security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5074920" cy="2875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73/100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Secrets and Variables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Show this screen during guided walkthrough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values students must enter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not to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 before proceeding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Capture screenshot for evidence</a:t>
            </a:r>
          </a:p>
        </p:txBody>
      </p:sp>
      <p:pic>
        <p:nvPicPr>
          <p:cNvPr id="5" name="Picture 4" descr="github_secr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5074920" cy="2875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74/100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Deployment Environments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Show this screen during guided walkthrough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values students must enter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not to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 before proceeding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Capture screenshot for evidence</a:t>
            </a:r>
          </a:p>
        </p:txBody>
      </p:sp>
      <p:pic>
        <p:nvPicPr>
          <p:cNvPr id="5" name="Picture 4" descr="github_environ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5074920" cy="2875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75/100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New Workflow File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Show this screen during guided walkthrough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values students must enter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not to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 before proceeding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Capture screenshot for evidence</a:t>
            </a:r>
          </a:p>
        </p:txBody>
      </p:sp>
      <p:pic>
        <p:nvPicPr>
          <p:cNvPr id="5" name="Picture 4" descr="github_workflow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5074920" cy="2875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76/100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Workflow Run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Show this screen during guided walkthrough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values students must enter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not to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 before proceeding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Capture screenshot for evidence</a:t>
            </a:r>
          </a:p>
        </p:txBody>
      </p:sp>
      <p:pic>
        <p:nvPicPr>
          <p:cNvPr id="5" name="Picture 4" descr="github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5074920" cy="2875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77/100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GHCR Package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Show this screen during guided walkthrough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values students must enter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not to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 before proceeding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Capture screenshot for evidence</a:t>
            </a:r>
          </a:p>
        </p:txBody>
      </p:sp>
      <p:pic>
        <p:nvPicPr>
          <p:cNvPr id="5" name="Picture 4" descr="github_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5074920" cy="2875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78/100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Azure App Service Container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Show this screen during guided walkthrough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values students must enter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not to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 before proceeding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Capture screenshot for evidence</a:t>
            </a:r>
          </a:p>
        </p:txBody>
      </p:sp>
      <p:pic>
        <p:nvPicPr>
          <p:cNvPr id="5" name="Picture 4" descr="azure_appservice_cont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5074920" cy="2875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79/100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Get Publish Profile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Show this screen during guided walkthrough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values students must enter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not to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 before proceeding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Capture screenshot for evidence</a:t>
            </a:r>
          </a:p>
        </p:txBody>
      </p:sp>
      <p:pic>
        <p:nvPicPr>
          <p:cNvPr id="5" name="Picture 4" descr="azure_publish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5074920" cy="2875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80/100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App Service Deployment Validation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Show this screen during guided walkthrough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values students must enter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not to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 before proceeding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Capture screenshot for evidence</a:t>
            </a:r>
          </a:p>
        </p:txBody>
      </p:sp>
      <p:pic>
        <p:nvPicPr>
          <p:cNvPr id="5" name="Picture 4" descr="azure_deployed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5074920" cy="2875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81/100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QA Approval Gate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Show this screen during guided walkthrough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values students must enter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what not to change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Validate before proceeding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Capture screenshot for evidence</a:t>
            </a:r>
          </a:p>
        </p:txBody>
      </p:sp>
      <p:pic>
        <p:nvPicPr>
          <p:cNvPr id="5" name="Picture 4" descr="github_approval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5074920" cy="2875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82/100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Cencora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Medicine order API is a training simulation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No real patient or production data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Supply-chain systems need traceability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CI/CD supports controlled releases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Auditability matters in healthcare contexts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83/100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Release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Commit SHA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Workflow run ID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Docker image tag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Environment deployment record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App Service version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84/100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Why QA Gate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Avoid accidental QA overwrite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Allow trainer/reviewer check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Simulate change approval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Preserve controlled promotion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Teach deployment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85/100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DEV vs QA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Different app names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Different publish profiles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Different environment secrets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Same image tag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Different validation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86/100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Smoke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Call /health after deployment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Call /orders with sample JSON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Fail deployment if endpoint unreachable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Can be automated later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Keeps release confidence high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87/100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Security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No secrets in YAML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Least privilege permissions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Environment secret scoping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Approval gates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Branch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88/100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Student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Repository URL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Workflow YAML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Successful run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GHCR package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DEV and QA app URLs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89/100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Assessment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CI/CD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secrets vs variables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needs and if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Explain QA gate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Troubleshoot failed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90/100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Delete unused App Services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Delete unused App Service Plan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Remove package versions if needed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Rotate publish profiles if shared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Keep repo for Day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91/100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Day 8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Security first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Build once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Tag immutably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Deploy automatically to DEV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Gate QA release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2011680"/>
            <a:ext cx="624839" cy="68580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866888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76615" y="2011680"/>
            <a:ext cx="624839" cy="68580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9744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29472" y="2011680"/>
            <a:ext cx="624839" cy="68580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Image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72600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82328" y="2011680"/>
            <a:ext cx="624839" cy="68580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DEV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125456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35184" y="2011680"/>
            <a:ext cx="624839" cy="68580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Gate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878312" y="230428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88040" y="2011680"/>
            <a:ext cx="624839" cy="68580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92/100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Day 8 Practice Discussion 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build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GHCR push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QA approval is missing?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Which value should be a secret?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How do we prove QA has same image?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93/100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Day 8 Practice Discussion 93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build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GHCR push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QA approval is missing?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Which value should be a secret?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How do we prove QA has same image?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94/100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Day 8 Practice Discussion 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build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GHCR push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QA approval is missing?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Which value should be a secret?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How do we prove QA has same image?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95/100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Day 8 Practice Discussion 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build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GHCR push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QA approval is missing?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Which value should be a secret?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How do we prove QA has same image?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96/100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Day 8 Practice Discussion 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build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GHCR push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QA approval is missing?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Which value should be a secret?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How do we prove QA has same image?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97/100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Day 8 Practice Discussion 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build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GHCR push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QA approval is missing?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Which value should be a secret?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How do we prove QA has same image?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98/100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Day 8 Practice Discussion 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build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GHCR push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QA approval is missing?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Which value should be a secret?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How do we prove QA has same image?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99/100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7365D"/>
                </a:solidFill>
              </a:rPr>
              <a:t>Day 8 Practice Discussion 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build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GHCR push fails?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What happens if QA approval is missing?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Which value should be a secret?</a:t>
            </a:r>
          </a:p>
          <a:p>
            <a:pPr>
              <a:spcAft>
                <a:spcPts val="800"/>
              </a:spcAft>
              <a:defRPr sz="2100">
                <a:solidFill>
                  <a:srgbClr val="282D37"/>
                </a:solidFill>
              </a:defRPr>
            </a:pPr>
            <a:r>
              <a:t>How do we prove QA has same image?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push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0436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0164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235440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45168" y="4709160"/>
            <a:ext cx="1046988" cy="594360"/>
          </a:xfrm>
          <a:prstGeom prst="roundRect">
            <a:avLst/>
          </a:prstGeom>
          <a:solidFill>
            <a:srgbClr val="E6F0FC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10444" y="5001768"/>
            <a:ext cx="91440" cy="41148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20172" y="4709160"/>
            <a:ext cx="1046988" cy="594360"/>
          </a:xfrm>
          <a:prstGeom prst="roundRect">
            <a:avLst/>
          </a:prstGeom>
          <a:solidFill>
            <a:srgbClr val="EBF7EE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6E"/>
                </a:solidFill>
              </a:rPr>
              <a:t>Day 8 Configure CI Workflow | 100/100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